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notesSlides/notesSlide1.xml" ContentType="application/vnd.openxmlformats-officedocument.presentationml.notesSlide+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notesSlides/notesSlide2.xml" ContentType="application/vnd.openxmlformats-officedocument.presentationml.notesSlide+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notesSlides/notesSlide3.xml" ContentType="application/vnd.openxmlformats-officedocument.presentationml.notesSlide+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charts/chart1.xml" ContentType="application/vnd.openxmlformats-officedocument.drawingml.chart+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charts/chart4.xml" ContentType="application/vnd.openxmlformats-officedocument.drawingml.chart+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notesSlides/notesSlide4.xml" ContentType="application/vnd.openxmlformats-officedocument.presentationml.notesSlide+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notesSlides/notesSlide5.xml" ContentType="application/vnd.openxmlformats-officedocument.presentationml.notesSlide+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notesSlides/notesSlide6.xml" ContentType="application/vnd.openxmlformats-officedocument.presentationml.notesSlide+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notesSlides/notesSlide7.xml" ContentType="application/vnd.openxmlformats-officedocument.presentationml.notesSlide+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notesSlides/notesSlide8.xml" ContentType="application/vnd.openxmlformats-officedocument.presentationml.notesSlide+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notesSlides/notesSlide9.xml" ContentType="application/vnd.openxmlformats-officedocument.presentationml.notesSlide+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notesSlides/notesSlide10.xml" ContentType="application/vnd.openxmlformats-officedocument.presentationml.notesSlide+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notesSlides/notesSlide11.xml" ContentType="application/vnd.openxmlformats-officedocument.presentationml.notesSlide+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notesSlides/notesSlide12.xml" ContentType="application/vnd.openxmlformats-officedocument.presentationml.notesSlide+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notesSlides/notesSlide13.xml" ContentType="application/vnd.openxmlformats-officedocument.presentationml.notesSlide+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charts/chart5.xml" ContentType="application/vnd.openxmlformats-officedocument.drawingml.chart+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notesSlides/notesSlide14.xml" ContentType="application/vnd.openxmlformats-officedocument.presentationml.notesSlide+xml"/>
  <Override PartName="/ppt/charts/chart6.xml" ContentType="application/vnd.openxmlformats-officedocument.drawingml.chart+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charts/chart7.xml" ContentType="application/vnd.openxmlformats-officedocument.drawingml.chart+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charts/chart8.xml" ContentType="application/vnd.openxmlformats-officedocument.drawingml.chart+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charts/chart9.xml" ContentType="application/vnd.openxmlformats-officedocument.drawingml.chart+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charts/chart10.xml" ContentType="application/vnd.openxmlformats-officedocument.drawingml.chart+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charts/chart11.xml" ContentType="application/vnd.openxmlformats-officedocument.drawingml.chart+xml"/>
  <Override PartName="/ppt/charts/chart12.xml" ContentType="application/vnd.openxmlformats-officedocument.drawingml.chart+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900" r:id="rId6"/>
    <p:sldMasterId id="2147483929" r:id="rId7"/>
    <p:sldMasterId id="2147484033" r:id="rId8"/>
  </p:sldMasterIdLst>
  <p:notesMasterIdLst>
    <p:notesMasterId r:id="rId50"/>
  </p:notesMasterIdLst>
  <p:handoutMasterIdLst>
    <p:handoutMasterId r:id="rId51"/>
  </p:handoutMasterIdLst>
  <p:sldIdLst>
    <p:sldId id="256" r:id="rId9"/>
    <p:sldId id="307" r:id="rId10"/>
    <p:sldId id="344" r:id="rId11"/>
    <p:sldId id="312" r:id="rId12"/>
    <p:sldId id="330" r:id="rId13"/>
    <p:sldId id="304" r:id="rId14"/>
    <p:sldId id="317" r:id="rId15"/>
    <p:sldId id="320" r:id="rId16"/>
    <p:sldId id="343" r:id="rId17"/>
    <p:sldId id="318" r:id="rId18"/>
    <p:sldId id="321" r:id="rId19"/>
    <p:sldId id="331" r:id="rId20"/>
    <p:sldId id="332" r:id="rId21"/>
    <p:sldId id="333" r:id="rId22"/>
    <p:sldId id="334" r:id="rId23"/>
    <p:sldId id="335" r:id="rId24"/>
    <p:sldId id="336" r:id="rId25"/>
    <p:sldId id="337" r:id="rId26"/>
    <p:sldId id="305" r:id="rId27"/>
    <p:sldId id="309" r:id="rId28"/>
    <p:sldId id="282" r:id="rId29"/>
    <p:sldId id="303" r:id="rId30"/>
    <p:sldId id="308" r:id="rId31"/>
    <p:sldId id="329" r:id="rId32"/>
    <p:sldId id="338" r:id="rId33"/>
    <p:sldId id="339" r:id="rId34"/>
    <p:sldId id="340" r:id="rId35"/>
    <p:sldId id="341" r:id="rId36"/>
    <p:sldId id="323" r:id="rId37"/>
    <p:sldId id="283" r:id="rId38"/>
    <p:sldId id="296" r:id="rId39"/>
    <p:sldId id="311" r:id="rId40"/>
    <p:sldId id="297" r:id="rId41"/>
    <p:sldId id="315" r:id="rId42"/>
    <p:sldId id="322" r:id="rId43"/>
    <p:sldId id="306" r:id="rId44"/>
    <p:sldId id="280" r:id="rId45"/>
    <p:sldId id="310" r:id="rId46"/>
    <p:sldId id="319" r:id="rId47"/>
    <p:sldId id="324" r:id="rId48"/>
    <p:sldId id="342" r:id="rId49"/>
  </p:sldIdLst>
  <p:sldSz cx="12192000" cy="6858000"/>
  <p:notesSz cx="7102475" cy="9388475"/>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4CD25F-A522-43B7-B331-8457A65640B9}">
          <p14:sldIdLst>
            <p14:sldId id="256"/>
            <p14:sldId id="307"/>
            <p14:sldId id="344"/>
            <p14:sldId id="312"/>
            <p14:sldId id="330"/>
            <p14:sldId id="304"/>
            <p14:sldId id="317"/>
            <p14:sldId id="320"/>
            <p14:sldId id="343"/>
            <p14:sldId id="318"/>
            <p14:sldId id="321"/>
            <p14:sldId id="331"/>
            <p14:sldId id="332"/>
            <p14:sldId id="333"/>
            <p14:sldId id="334"/>
            <p14:sldId id="335"/>
            <p14:sldId id="336"/>
            <p14:sldId id="337"/>
            <p14:sldId id="305"/>
            <p14:sldId id="309"/>
            <p14:sldId id="282"/>
            <p14:sldId id="303"/>
            <p14:sldId id="308"/>
            <p14:sldId id="329"/>
            <p14:sldId id="338"/>
            <p14:sldId id="339"/>
            <p14:sldId id="340"/>
            <p14:sldId id="341"/>
            <p14:sldId id="323"/>
            <p14:sldId id="283"/>
            <p14:sldId id="296"/>
            <p14:sldId id="311"/>
            <p14:sldId id="297"/>
            <p14:sldId id="315"/>
            <p14:sldId id="322"/>
            <p14:sldId id="306"/>
            <p14:sldId id="280"/>
            <p14:sldId id="310"/>
            <p14:sldId id="319"/>
            <p14:sldId id="324"/>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63F"/>
    <a:srgbClr val="C6EAD3"/>
    <a:srgbClr val="74A09B"/>
    <a:srgbClr val="EFE683"/>
    <a:srgbClr val="FA8E72"/>
    <a:srgbClr val="91D7AA"/>
    <a:srgbClr val="4D4D4D"/>
    <a:srgbClr val="111918"/>
    <a:srgbClr val="D5DEFF"/>
    <a:srgbClr val="E554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9AAAA7-AB0F-43B9-90D7-44BE779DCF74}" v="394" dt="2026-06-30T19:30:00.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0" autoAdjust="0"/>
    <p:restoredTop sz="94676"/>
  </p:normalViewPr>
  <p:slideViewPr>
    <p:cSldViewPr snapToGrid="0" showGuides="1">
      <p:cViewPr varScale="1">
        <p:scale>
          <a:sx n="116" d="100"/>
          <a:sy n="116" d="100"/>
        </p:scale>
        <p:origin x="5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Master" Target="slideMasters/slideMaster1.xml"/><Relationship Id="rId19" Type="http://schemas.openxmlformats.org/officeDocument/2006/relationships/slide" Target="slides/slide1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theme" Target="theme/theme1.xml"/><Relationship Id="rId8" Type="http://schemas.openxmlformats.org/officeDocument/2006/relationships/slideMaster" Target="slideMasters/slideMaster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microsoft.com/office/2015/10/relationships/revisionInfo" Target="revisionInfo.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ags" Target="tags/tag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l Guliyev" userId="5760343e-cb99-4051-af49-469a16ff9685" providerId="ADAL" clId="{75CF9CBD-E527-4D0D-A24B-9DE14C8E7C13}"/>
    <pc:docChg chg="custSel modSld">
      <pc:chgData name="Jamil Guliyev" userId="5760343e-cb99-4051-af49-469a16ff9685" providerId="ADAL" clId="{75CF9CBD-E527-4D0D-A24B-9DE14C8E7C13}" dt="2026-06-30T18:22:32.941" v="38" actId="20577"/>
      <pc:docMkLst>
        <pc:docMk/>
      </pc:docMkLst>
      <pc:sldChg chg="delSp modSp mod">
        <pc:chgData name="Jamil Guliyev" userId="5760343e-cb99-4051-af49-469a16ff9685" providerId="ADAL" clId="{75CF9CBD-E527-4D0D-A24B-9DE14C8E7C13}" dt="2026-06-30T18:22:32.941" v="38" actId="20577"/>
        <pc:sldMkLst>
          <pc:docMk/>
          <pc:sldMk cId="3095890937" sldId="256"/>
        </pc:sldMkLst>
        <pc:spChg chg="del">
          <ac:chgData name="Jamil Guliyev" userId="5760343e-cb99-4051-af49-469a16ff9685" providerId="ADAL" clId="{75CF9CBD-E527-4D0D-A24B-9DE14C8E7C13}" dt="2026-06-30T18:22:26.755" v="34" actId="478"/>
          <ac:spMkLst>
            <pc:docMk/>
            <pc:sldMk cId="3095890937" sldId="256"/>
            <ac:spMk id="5" creationId="{8CBA3682-3395-3EFA-D373-F655DE905E9E}"/>
          </ac:spMkLst>
        </pc:spChg>
        <pc:spChg chg="mod">
          <ac:chgData name="Jamil Guliyev" userId="5760343e-cb99-4051-af49-469a16ff9685" providerId="ADAL" clId="{75CF9CBD-E527-4D0D-A24B-9DE14C8E7C13}" dt="2026-06-30T18:22:32.941" v="38" actId="20577"/>
          <ac:spMkLst>
            <pc:docMk/>
            <pc:sldMk cId="3095890937" sldId="256"/>
            <ac:spMk id="7" creationId="{DA858B46-5D1F-EBE1-D8A9-51E5B8C2925C}"/>
          </ac:spMkLst>
        </pc:spChg>
        <pc:spChg chg="mod">
          <ac:chgData name="Jamil Guliyev" userId="5760343e-cb99-4051-af49-469a16ff9685" providerId="ADAL" clId="{75CF9CBD-E527-4D0D-A24B-9DE14C8E7C13}" dt="2026-06-30T18:22:24.166" v="33" actId="20577"/>
          <ac:spMkLst>
            <pc:docMk/>
            <pc:sldMk cId="3095890937" sldId="256"/>
            <ac:spMk id="11" creationId="{88411BE9-77FF-42E6-1F8B-2D95D26AEB2E}"/>
          </ac:spMkLst>
        </pc:spChg>
      </pc:sldChg>
    </pc:docChg>
  </pc:docChgLst>
  <pc:docChgLst>
    <pc:chgData name="Sinan Dundar" userId="48266647-7968-4092-b34e-3e9dcea60d54" providerId="ADAL" clId="{F474171B-AF72-453E-87DC-766CFC9943E7}"/>
    <pc:docChg chg="custSel modSld">
      <pc:chgData name="Sinan Dundar" userId="48266647-7968-4092-b34e-3e9dcea60d54" providerId="ADAL" clId="{F474171B-AF72-453E-87DC-766CFC9943E7}" dt="2026-06-30T19:30:00.065" v="982"/>
      <pc:docMkLst>
        <pc:docMk/>
      </pc:docMkLst>
      <pc:sldChg chg="addSp delSp modSp mod">
        <pc:chgData name="Sinan Dundar" userId="48266647-7968-4092-b34e-3e9dcea60d54" providerId="ADAL" clId="{F474171B-AF72-453E-87DC-766CFC9943E7}" dt="2026-06-30T19:30:00.065" v="982"/>
        <pc:sldMkLst>
          <pc:docMk/>
          <pc:sldMk cId="3095890937" sldId="256"/>
        </pc:sldMkLst>
        <pc:spChg chg="mod">
          <ac:chgData name="Sinan Dundar" userId="48266647-7968-4092-b34e-3e9dcea60d54" providerId="ADAL" clId="{F474171B-AF72-453E-87DC-766CFC9943E7}" dt="2026-06-30T19:30:00.033" v="958"/>
          <ac:spMkLst>
            <pc:docMk/>
            <pc:sldMk cId="3095890937" sldId="256"/>
            <ac:spMk id="4" creationId="{FA5D4630-F7DD-45DE-8B28-13C4C3DDAD21}"/>
          </ac:spMkLst>
        </pc:spChg>
        <pc:spChg chg="add del mod">
          <ac:chgData name="Sinan Dundar" userId="48266647-7968-4092-b34e-3e9dcea60d54" providerId="ADAL" clId="{F474171B-AF72-453E-87DC-766CFC9943E7}" dt="2026-06-30T19:29:29.839" v="2" actId="478"/>
          <ac:spMkLst>
            <pc:docMk/>
            <pc:sldMk cId="3095890937" sldId="256"/>
            <ac:spMk id="5" creationId="{210DFEE9-5344-A00B-332E-7F4DDB7F1CC9}"/>
          </ac:spMkLst>
        </pc:spChg>
        <pc:spChg chg="del">
          <ac:chgData name="Sinan Dundar" userId="48266647-7968-4092-b34e-3e9dcea60d54" providerId="ADAL" clId="{F474171B-AF72-453E-87DC-766CFC9943E7}" dt="2026-06-30T19:29:29.196" v="1" actId="478"/>
          <ac:spMkLst>
            <pc:docMk/>
            <pc:sldMk cId="3095890937" sldId="256"/>
            <ac:spMk id="7" creationId="{DA858B46-5D1F-EBE1-D8A9-51E5B8C2925C}"/>
          </ac:spMkLst>
        </pc:spChg>
        <pc:spChg chg="add del mod modVis">
          <ac:chgData name="Sinan Dundar" userId="48266647-7968-4092-b34e-3e9dcea60d54" providerId="ADAL" clId="{F474171B-AF72-453E-87DC-766CFC9943E7}" dt="2026-06-30T19:30:00.063" v="980"/>
          <ac:spMkLst>
            <pc:docMk/>
            <pc:sldMk cId="3095890937" sldId="256"/>
            <ac:spMk id="8" creationId="{79F20F14-5C62-4F57-0543-B908853139C5}"/>
          </ac:spMkLst>
        </pc:spChg>
        <pc:graphicFrameChg chg="mod">
          <ac:chgData name="Sinan Dundar" userId="48266647-7968-4092-b34e-3e9dcea60d54" providerId="ADAL" clId="{F474171B-AF72-453E-87DC-766CFC9943E7}" dt="2026-06-30T19:30:00.065" v="982"/>
          <ac:graphicFrameMkLst>
            <pc:docMk/>
            <pc:sldMk cId="3095890937" sldId="256"/>
            <ac:graphicFrameMk id="3" creationId="{DFC82A3A-0A2D-4C91-9164-E53833C359F6}"/>
          </ac:graphicFrameMkLst>
        </pc:graphicFrameChg>
        <pc:picChg chg="del">
          <ac:chgData name="Sinan Dundar" userId="48266647-7968-4092-b34e-3e9dcea60d54" providerId="ADAL" clId="{F474171B-AF72-453E-87DC-766CFC9943E7}" dt="2026-06-30T19:29:27.108" v="0" actId="478"/>
          <ac:picMkLst>
            <pc:docMk/>
            <pc:sldMk cId="3095890937" sldId="256"/>
            <ac:picMk id="6" creationId="{7EEF987B-A981-36CA-3391-6F9BBD27BCBA}"/>
          </ac:picMkLst>
        </pc:picChg>
      </pc:sldChg>
      <pc:sldChg chg="addSp delSp modSp mod modTransition">
        <pc:chgData name="Sinan Dundar" userId="48266647-7968-4092-b34e-3e9dcea60d54" providerId="ADAL" clId="{F474171B-AF72-453E-87DC-766CFC9943E7}" dt="2026-06-30T19:29:49.835" v="954"/>
        <pc:sldMkLst>
          <pc:docMk/>
          <pc:sldMk cId="4141491279" sldId="305"/>
        </pc:sldMkLst>
        <pc:spChg chg="mod">
          <ac:chgData name="Sinan Dundar" userId="48266647-7968-4092-b34e-3e9dcea60d54" providerId="ADAL" clId="{F474171B-AF72-453E-87DC-766CFC9943E7}" dt="2026-06-30T19:29:44.884" v="876"/>
          <ac:spMkLst>
            <pc:docMk/>
            <pc:sldMk cId="4141491279" sldId="305"/>
            <ac:spMk id="2" creationId="{2A030522-7051-65FE-8A90-ECDD7C1E31EA}"/>
          </ac:spMkLst>
        </pc:spChg>
        <pc:spChg chg="mod ord">
          <ac:chgData name="Sinan Dundar" userId="48266647-7968-4092-b34e-3e9dcea60d54" providerId="ADAL" clId="{F474171B-AF72-453E-87DC-766CFC9943E7}" dt="2026-06-30T19:29:44.888" v="885"/>
          <ac:spMkLst>
            <pc:docMk/>
            <pc:sldMk cId="4141491279" sldId="305"/>
            <ac:spMk id="3" creationId="{8C741CAB-A20D-6E86-F862-1690B40034B8}"/>
          </ac:spMkLst>
        </pc:spChg>
        <pc:spChg chg="add mod">
          <ac:chgData name="Sinan Dundar" userId="48266647-7968-4092-b34e-3e9dcea60d54" providerId="ADAL" clId="{F474171B-AF72-453E-87DC-766CFC9943E7}" dt="2026-06-30T19:29:49.809" v="935"/>
          <ac:spMkLst>
            <pc:docMk/>
            <pc:sldMk cId="4141491279" sldId="305"/>
            <ac:spMk id="4" creationId="{C6391075-A6A5-488F-2AAE-16DCD41D174E}"/>
          </ac:spMkLst>
        </pc:spChg>
        <pc:spChg chg="add del mod modVis">
          <ac:chgData name="Sinan Dundar" userId="48266647-7968-4092-b34e-3e9dcea60d54" providerId="ADAL" clId="{F474171B-AF72-453E-87DC-766CFC9943E7}" dt="2026-06-30T19:29:37.959" v="249"/>
          <ac:spMkLst>
            <pc:docMk/>
            <pc:sldMk cId="4141491279" sldId="305"/>
            <ac:spMk id="5" creationId="{CC370183-35B1-8378-AA6B-319B9C61BFCF}"/>
          </ac:spMkLst>
        </pc:spChg>
        <pc:spChg chg="del">
          <ac:chgData name="Sinan Dundar" userId="48266647-7968-4092-b34e-3e9dcea60d54" providerId="ADAL" clId="{F474171B-AF72-453E-87DC-766CFC9943E7}" dt="2026-06-30T19:29:37.706" v="86"/>
          <ac:spMkLst>
            <pc:docMk/>
            <pc:sldMk cId="4141491279" sldId="305"/>
            <ac:spMk id="7" creationId="{C3C80E60-6062-B91B-98FD-A95B21A2BA70}"/>
          </ac:spMkLst>
        </pc:spChg>
        <pc:spChg chg="add del mod">
          <ac:chgData name="Sinan Dundar" userId="48266647-7968-4092-b34e-3e9dcea60d54" providerId="ADAL" clId="{F474171B-AF72-453E-87DC-766CFC9943E7}" dt="2026-06-30T19:29:40.833" v="465"/>
          <ac:spMkLst>
            <pc:docMk/>
            <pc:sldMk cId="4141491279" sldId="305"/>
            <ac:spMk id="8" creationId="{B41C34CC-F251-30D3-0B60-3D40D4B1F2FC}"/>
          </ac:spMkLst>
        </pc:spChg>
        <pc:spChg chg="add del mod modVis">
          <ac:chgData name="Sinan Dundar" userId="48266647-7968-4092-b34e-3e9dcea60d54" providerId="ADAL" clId="{F474171B-AF72-453E-87DC-766CFC9943E7}" dt="2026-06-30T19:29:40.182" v="411"/>
          <ac:spMkLst>
            <pc:docMk/>
            <pc:sldMk cId="4141491279" sldId="305"/>
            <ac:spMk id="9" creationId="{89B97113-65BB-F705-5EE1-886E0665C720}"/>
          </ac:spMkLst>
        </pc:spChg>
        <pc:spChg chg="add mod">
          <ac:chgData name="Sinan Dundar" userId="48266647-7968-4092-b34e-3e9dcea60d54" providerId="ADAL" clId="{F474171B-AF72-453E-87DC-766CFC9943E7}" dt="2026-06-30T19:29:49.803" v="927"/>
          <ac:spMkLst>
            <pc:docMk/>
            <pc:sldMk cId="4141491279" sldId="305"/>
            <ac:spMk id="10" creationId="{499454BA-FEBF-EDA0-F934-85BB51AF1D4B}"/>
          </ac:spMkLst>
        </pc:spChg>
        <pc:spChg chg="mod ord">
          <ac:chgData name="Sinan Dundar" userId="48266647-7968-4092-b34e-3e9dcea60d54" providerId="ADAL" clId="{F474171B-AF72-453E-87DC-766CFC9943E7}" dt="2026-06-30T19:29:44.885" v="878"/>
          <ac:spMkLst>
            <pc:docMk/>
            <pc:sldMk cId="4141491279" sldId="305"/>
            <ac:spMk id="11" creationId="{7A33C612-B712-A6AA-05D6-D7DA6A4CBAB1}"/>
          </ac:spMkLst>
        </pc:spChg>
        <pc:spChg chg="add del mod modVis">
          <ac:chgData name="Sinan Dundar" userId="48266647-7968-4092-b34e-3e9dcea60d54" providerId="ADAL" clId="{F474171B-AF72-453E-87DC-766CFC9943E7}" dt="2026-06-30T19:29:40.975" v="572"/>
          <ac:spMkLst>
            <pc:docMk/>
            <pc:sldMk cId="4141491279" sldId="305"/>
            <ac:spMk id="12" creationId="{B1C6FBB9-FB8C-655E-B59A-B193081A2FB0}"/>
          </ac:spMkLst>
        </pc:spChg>
        <pc:spChg chg="add mod ord">
          <ac:chgData name="Sinan Dundar" userId="48266647-7968-4092-b34e-3e9dcea60d54" providerId="ADAL" clId="{F474171B-AF72-453E-87DC-766CFC9943E7}" dt="2026-06-30T19:29:49.825" v="946" actId="207"/>
          <ac:spMkLst>
            <pc:docMk/>
            <pc:sldMk cId="4141491279" sldId="305"/>
            <ac:spMk id="13" creationId="{3B2C37FD-FCA2-4741-4647-1AFFF720808F}"/>
          </ac:spMkLst>
        </pc:spChg>
        <pc:spChg chg="add del mod modVis">
          <ac:chgData name="Sinan Dundar" userId="48266647-7968-4092-b34e-3e9dcea60d54" providerId="ADAL" clId="{F474171B-AF72-453E-87DC-766CFC9943E7}" dt="2026-06-30T19:29:43.124" v="726"/>
          <ac:spMkLst>
            <pc:docMk/>
            <pc:sldMk cId="4141491279" sldId="305"/>
            <ac:spMk id="14" creationId="{502A5770-E597-F13E-A932-2DE5D6B45B0A}"/>
          </ac:spMkLst>
        </pc:spChg>
        <pc:spChg chg="add mod">
          <ac:chgData name="Sinan Dundar" userId="48266647-7968-4092-b34e-3e9dcea60d54" providerId="ADAL" clId="{F474171B-AF72-453E-87DC-766CFC9943E7}" dt="2026-06-30T19:29:49.812" v="939"/>
          <ac:spMkLst>
            <pc:docMk/>
            <pc:sldMk cId="4141491279" sldId="305"/>
            <ac:spMk id="15" creationId="{CCA181CB-CE27-D312-433C-F5F50C4D91A3}"/>
          </ac:spMkLst>
        </pc:spChg>
        <pc:spChg chg="add del mod modVis">
          <ac:chgData name="Sinan Dundar" userId="48266647-7968-4092-b34e-3e9dcea60d54" providerId="ADAL" clId="{F474171B-AF72-453E-87DC-766CFC9943E7}" dt="2026-06-30T19:29:44.912" v="918"/>
          <ac:spMkLst>
            <pc:docMk/>
            <pc:sldMk cId="4141491279" sldId="305"/>
            <ac:spMk id="16" creationId="{B2A4B763-6E17-3AB9-088B-9C3DB3882ADF}"/>
          </ac:spMkLst>
        </pc:spChg>
        <pc:spChg chg="del mod">
          <ac:chgData name="Sinan Dundar" userId="48266647-7968-4092-b34e-3e9dcea60d54" providerId="ADAL" clId="{F474171B-AF72-453E-87DC-766CFC9943E7}" dt="2026-06-30T19:29:40.047" v="304"/>
          <ac:spMkLst>
            <pc:docMk/>
            <pc:sldMk cId="4141491279" sldId="305"/>
            <ac:spMk id="20" creationId="{73EA4215-02D9-CBBF-9C57-A10BF8085ECF}"/>
          </ac:spMkLst>
        </pc:spChg>
        <pc:spChg chg="del mod ord">
          <ac:chgData name="Sinan Dundar" userId="48266647-7968-4092-b34e-3e9dcea60d54" providerId="ADAL" clId="{F474171B-AF72-453E-87DC-766CFC9943E7}" dt="2026-06-30T19:29:42.991" v="625"/>
          <ac:spMkLst>
            <pc:docMk/>
            <pc:sldMk cId="4141491279" sldId="305"/>
            <ac:spMk id="26" creationId="{4C7CF418-E06E-B064-F22B-30EED7F1BD54}"/>
          </ac:spMkLst>
        </pc:spChg>
        <pc:spChg chg="del mod">
          <ac:chgData name="Sinan Dundar" userId="48266647-7968-4092-b34e-3e9dcea60d54" providerId="ADAL" clId="{F474171B-AF72-453E-87DC-766CFC9943E7}" dt="2026-06-30T19:29:44.760" v="778"/>
          <ac:spMkLst>
            <pc:docMk/>
            <pc:sldMk cId="4141491279" sldId="305"/>
            <ac:spMk id="38" creationId="{D085734A-A676-5049-AD60-E5D6D49D1236}"/>
          </ac:spMkLst>
        </pc:spChg>
        <pc:graphicFrameChg chg="mod">
          <ac:chgData name="Sinan Dundar" userId="48266647-7968-4092-b34e-3e9dcea60d54" providerId="ADAL" clId="{F474171B-AF72-453E-87DC-766CFC9943E7}" dt="2026-06-30T19:29:49.835" v="954"/>
          <ac:graphicFrameMkLst>
            <pc:docMk/>
            <pc:sldMk cId="4141491279" sldId="305"/>
            <ac:graphicFrameMk id="6" creationId="{0F677757-E64E-13AA-6E4E-D8EEC42B1E63}"/>
          </ac:graphicFrameMkLst>
        </pc:graphicFrameChg>
      </pc:sldChg>
      <pc:sldChg chg="addSp delSp modSp mod modTransition">
        <pc:chgData name="Sinan Dundar" userId="48266647-7968-4092-b34e-3e9dcea60d54" providerId="ADAL" clId="{F474171B-AF72-453E-87DC-766CFC9943E7}" dt="2026-06-30T19:29:49.828" v="950"/>
        <pc:sldMkLst>
          <pc:docMk/>
          <pc:sldMk cId="3490524016" sldId="307"/>
        </pc:sldMkLst>
        <pc:spChg chg="mod">
          <ac:chgData name="Sinan Dundar" userId="48266647-7968-4092-b34e-3e9dcea60d54" providerId="ADAL" clId="{F474171B-AF72-453E-87DC-766CFC9943E7}" dt="2026-06-30T19:29:44.874" v="858"/>
          <ac:spMkLst>
            <pc:docMk/>
            <pc:sldMk cId="3490524016" sldId="307"/>
            <ac:spMk id="2" creationId="{02F089F0-2D14-AFF4-F18B-5BCCBDC09334}"/>
          </ac:spMkLst>
        </pc:spChg>
        <pc:spChg chg="mod ord">
          <ac:chgData name="Sinan Dundar" userId="48266647-7968-4092-b34e-3e9dcea60d54" providerId="ADAL" clId="{F474171B-AF72-453E-87DC-766CFC9943E7}" dt="2026-06-30T19:29:44.877" v="865"/>
          <ac:spMkLst>
            <pc:docMk/>
            <pc:sldMk cId="3490524016" sldId="307"/>
            <ac:spMk id="3" creationId="{914FDA63-6A79-6BFE-6970-3D11DDC414DE}"/>
          </ac:spMkLst>
        </pc:spChg>
        <pc:spChg chg="add mod ord">
          <ac:chgData name="Sinan Dundar" userId="48266647-7968-4092-b34e-3e9dcea60d54" providerId="ADAL" clId="{F474171B-AF72-453E-87DC-766CFC9943E7}" dt="2026-06-30T19:29:49.823" v="944" actId="207"/>
          <ac:spMkLst>
            <pc:docMk/>
            <pc:sldMk cId="3490524016" sldId="307"/>
            <ac:spMk id="4" creationId="{B1803200-DD56-EAE3-F3CD-F22F34260816}"/>
          </ac:spMkLst>
        </pc:spChg>
        <pc:spChg chg="add del mod modVis">
          <ac:chgData name="Sinan Dundar" userId="48266647-7968-4092-b34e-3e9dcea60d54" providerId="ADAL" clId="{F474171B-AF72-453E-87DC-766CFC9943E7}" dt="2026-06-30T19:29:37.947" v="241"/>
          <ac:spMkLst>
            <pc:docMk/>
            <pc:sldMk cId="3490524016" sldId="307"/>
            <ac:spMk id="5" creationId="{747C6A64-2653-AF34-C956-849237B29739}"/>
          </ac:spMkLst>
        </pc:spChg>
        <pc:spChg chg="del mod">
          <ac:chgData name="Sinan Dundar" userId="48266647-7968-4092-b34e-3e9dcea60d54" providerId="ADAL" clId="{F474171B-AF72-453E-87DC-766CFC9943E7}" dt="2026-06-30T19:29:40.007" v="279"/>
          <ac:spMkLst>
            <pc:docMk/>
            <pc:sldMk cId="3490524016" sldId="307"/>
            <ac:spMk id="7" creationId="{7ECCC3F7-D944-F52F-5F81-DC02CBFD224C}"/>
          </ac:spMkLst>
        </pc:spChg>
        <pc:spChg chg="add del mod">
          <ac:chgData name="Sinan Dundar" userId="48266647-7968-4092-b34e-3e9dcea60d54" providerId="ADAL" clId="{F474171B-AF72-453E-87DC-766CFC9943E7}" dt="2026-06-30T19:29:40.790" v="440"/>
          <ac:spMkLst>
            <pc:docMk/>
            <pc:sldMk cId="3490524016" sldId="307"/>
            <ac:spMk id="8" creationId="{1876F747-A3D0-158D-0D3A-5D79378D4C7F}"/>
          </ac:spMkLst>
        </pc:spChg>
        <pc:spChg chg="add del mod modVis">
          <ac:chgData name="Sinan Dundar" userId="48266647-7968-4092-b34e-3e9dcea60d54" providerId="ADAL" clId="{F474171B-AF72-453E-87DC-766CFC9943E7}" dt="2026-06-30T19:29:40.169" v="403"/>
          <ac:spMkLst>
            <pc:docMk/>
            <pc:sldMk cId="3490524016" sldId="307"/>
            <ac:spMk id="9" creationId="{A9361CB9-CD09-2E74-6C28-80F69AFAF5D4}"/>
          </ac:spMkLst>
        </pc:spChg>
        <pc:spChg chg="add mod">
          <ac:chgData name="Sinan Dundar" userId="48266647-7968-4092-b34e-3e9dcea60d54" providerId="ADAL" clId="{F474171B-AF72-453E-87DC-766CFC9943E7}" dt="2026-06-30T19:29:49.802" v="926"/>
          <ac:spMkLst>
            <pc:docMk/>
            <pc:sldMk cId="3490524016" sldId="307"/>
            <ac:spMk id="10" creationId="{8D6852D5-ACFD-63B6-9D7C-A611756C6DCA}"/>
          </ac:spMkLst>
        </pc:spChg>
        <pc:spChg chg="add del mod modVis">
          <ac:chgData name="Sinan Dundar" userId="48266647-7968-4092-b34e-3e9dcea60d54" providerId="ADAL" clId="{F474171B-AF72-453E-87DC-766CFC9943E7}" dt="2026-06-30T19:29:40.964" v="564"/>
          <ac:spMkLst>
            <pc:docMk/>
            <pc:sldMk cId="3490524016" sldId="307"/>
            <ac:spMk id="11" creationId="{BD279C4D-859D-6060-46B5-8564F907109D}"/>
          </ac:spMkLst>
        </pc:spChg>
        <pc:spChg chg="add mod">
          <ac:chgData name="Sinan Dundar" userId="48266647-7968-4092-b34e-3e9dcea60d54" providerId="ADAL" clId="{F474171B-AF72-453E-87DC-766CFC9943E7}" dt="2026-06-30T19:29:49.805" v="930"/>
          <ac:spMkLst>
            <pc:docMk/>
            <pc:sldMk cId="3490524016" sldId="307"/>
            <ac:spMk id="12" creationId="{589E09DE-09D6-E241-93CA-B1C3E6A8F0E2}"/>
          </ac:spMkLst>
        </pc:spChg>
        <pc:spChg chg="add del mod modVis">
          <ac:chgData name="Sinan Dundar" userId="48266647-7968-4092-b34e-3e9dcea60d54" providerId="ADAL" clId="{F474171B-AF72-453E-87DC-766CFC9943E7}" dt="2026-06-30T19:29:43.114" v="718"/>
          <ac:spMkLst>
            <pc:docMk/>
            <pc:sldMk cId="3490524016" sldId="307"/>
            <ac:spMk id="13" creationId="{A60574A4-4C11-ABEA-BFB2-7C9B40C1A8A6}"/>
          </ac:spMkLst>
        </pc:spChg>
        <pc:spChg chg="del mod">
          <ac:chgData name="Sinan Dundar" userId="48266647-7968-4092-b34e-3e9dcea60d54" providerId="ADAL" clId="{F474171B-AF72-453E-87DC-766CFC9943E7}" dt="2026-06-30T19:29:42.952" v="602"/>
          <ac:spMkLst>
            <pc:docMk/>
            <pc:sldMk cId="3490524016" sldId="307"/>
            <ac:spMk id="14" creationId="{664798A4-96BB-1A8F-B0E2-A4DB561F3322}"/>
          </ac:spMkLst>
        </pc:spChg>
        <pc:spChg chg="add mod">
          <ac:chgData name="Sinan Dundar" userId="48266647-7968-4092-b34e-3e9dcea60d54" providerId="ADAL" clId="{F474171B-AF72-453E-87DC-766CFC9943E7}" dt="2026-06-30T19:29:49.811" v="938"/>
          <ac:spMkLst>
            <pc:docMk/>
            <pc:sldMk cId="3490524016" sldId="307"/>
            <ac:spMk id="15" creationId="{D2DD4E58-A447-73B3-1CAE-AE373B035FCF}"/>
          </ac:spMkLst>
        </pc:spChg>
        <pc:spChg chg="del mod">
          <ac:chgData name="Sinan Dundar" userId="48266647-7968-4092-b34e-3e9dcea60d54" providerId="ADAL" clId="{F474171B-AF72-453E-87DC-766CFC9943E7}" dt="2026-06-30T19:29:44.712" v="756"/>
          <ac:spMkLst>
            <pc:docMk/>
            <pc:sldMk cId="3490524016" sldId="307"/>
            <ac:spMk id="16" creationId="{75C02286-2282-43AB-08E3-F700C6E53356}"/>
          </ac:spMkLst>
        </pc:spChg>
        <pc:spChg chg="add del mod modVis">
          <ac:chgData name="Sinan Dundar" userId="48266647-7968-4092-b34e-3e9dcea60d54" providerId="ADAL" clId="{F474171B-AF72-453E-87DC-766CFC9943E7}" dt="2026-06-30T19:29:44.901" v="910"/>
          <ac:spMkLst>
            <pc:docMk/>
            <pc:sldMk cId="3490524016" sldId="307"/>
            <ac:spMk id="17" creationId="{C8506887-DE25-14DB-DB68-599A5F99D1C0}"/>
          </ac:spMkLst>
        </pc:spChg>
        <pc:spChg chg="del">
          <ac:chgData name="Sinan Dundar" userId="48266647-7968-4092-b34e-3e9dcea60d54" providerId="ADAL" clId="{F474171B-AF72-453E-87DC-766CFC9943E7}" dt="2026-06-30T19:29:37.626" v="47"/>
          <ac:spMkLst>
            <pc:docMk/>
            <pc:sldMk cId="3490524016" sldId="307"/>
            <ac:spMk id="49" creationId="{78366B63-591A-DBC4-626D-99F2A9D187D9}"/>
          </ac:spMkLst>
        </pc:spChg>
        <pc:graphicFrameChg chg="mod">
          <ac:chgData name="Sinan Dundar" userId="48266647-7968-4092-b34e-3e9dcea60d54" providerId="ADAL" clId="{F474171B-AF72-453E-87DC-766CFC9943E7}" dt="2026-06-30T19:29:49.828" v="950"/>
          <ac:graphicFrameMkLst>
            <pc:docMk/>
            <pc:sldMk cId="3490524016" sldId="307"/>
            <ac:graphicFrameMk id="6" creationId="{04B5DF4C-9FF3-2E17-A23E-ED3DAA54D5A1}"/>
          </ac:graphicFrameMkLst>
        </pc:graphicFrameChg>
      </pc:sldChg>
      <pc:sldChg chg="addSp delSp modSp mod modTransition">
        <pc:chgData name="Sinan Dundar" userId="48266647-7968-4092-b34e-3e9dcea60d54" providerId="ADAL" clId="{F474171B-AF72-453E-87DC-766CFC9943E7}" dt="2026-06-30T19:29:49.832" v="952"/>
        <pc:sldMkLst>
          <pc:docMk/>
          <pc:sldMk cId="3816694317" sldId="312"/>
        </pc:sldMkLst>
        <pc:spChg chg="mod">
          <ac:chgData name="Sinan Dundar" userId="48266647-7968-4092-b34e-3e9dcea60d54" providerId="ADAL" clId="{F474171B-AF72-453E-87DC-766CFC9943E7}" dt="2026-06-30T19:29:37.917" v="195"/>
          <ac:spMkLst>
            <pc:docMk/>
            <pc:sldMk cId="3816694317" sldId="312"/>
            <ac:spMk id="2" creationId="{09443402-9D9A-E563-FB42-47471323BC61}"/>
          </ac:spMkLst>
        </pc:spChg>
        <pc:spChg chg="mod ord">
          <ac:chgData name="Sinan Dundar" userId="48266647-7968-4092-b34e-3e9dcea60d54" providerId="ADAL" clId="{F474171B-AF72-453E-87DC-766CFC9943E7}" dt="2026-06-30T19:29:37.923" v="204"/>
          <ac:spMkLst>
            <pc:docMk/>
            <pc:sldMk cId="3816694317" sldId="312"/>
            <ac:spMk id="3" creationId="{C181166F-5BCC-AF19-A567-21B94A360DB5}"/>
          </ac:spMkLst>
        </pc:spChg>
        <pc:spChg chg="add del mod modVis">
          <ac:chgData name="Sinan Dundar" userId="48266647-7968-4092-b34e-3e9dcea60d54" providerId="ADAL" clId="{F474171B-AF72-453E-87DC-766CFC9943E7}" dt="2026-06-30T19:29:37.953" v="245"/>
          <ac:spMkLst>
            <pc:docMk/>
            <pc:sldMk cId="3816694317" sldId="312"/>
            <ac:spMk id="4" creationId="{14ED59CD-76AA-E296-AF4F-F352FFC18034}"/>
          </ac:spMkLst>
        </pc:spChg>
        <pc:spChg chg="mod">
          <ac:chgData name="Sinan Dundar" userId="48266647-7968-4092-b34e-3e9dcea60d54" providerId="ADAL" clId="{F474171B-AF72-453E-87DC-766CFC9943E7}" dt="2026-06-30T19:29:49.807" v="933"/>
          <ac:spMkLst>
            <pc:docMk/>
            <pc:sldMk cId="3816694317" sldId="312"/>
            <ac:spMk id="5" creationId="{6475B174-53C1-0780-7854-EA26520284EE}"/>
          </ac:spMkLst>
        </pc:spChg>
        <pc:spChg chg="add del mod modVis">
          <ac:chgData name="Sinan Dundar" userId="48266647-7968-4092-b34e-3e9dcea60d54" providerId="ADAL" clId="{F474171B-AF72-453E-87DC-766CFC9943E7}" dt="2026-06-30T19:29:40.175" v="407"/>
          <ac:spMkLst>
            <pc:docMk/>
            <pc:sldMk cId="3816694317" sldId="312"/>
            <ac:spMk id="7" creationId="{1B4BC82C-4A63-58FE-6D2E-46E3D12E745B}"/>
          </ac:spMkLst>
        </pc:spChg>
        <pc:spChg chg="mod ord">
          <ac:chgData name="Sinan Dundar" userId="48266647-7968-4092-b34e-3e9dcea60d54" providerId="ADAL" clId="{F474171B-AF72-453E-87DC-766CFC9943E7}" dt="2026-06-30T19:29:37.919" v="197"/>
          <ac:spMkLst>
            <pc:docMk/>
            <pc:sldMk cId="3816694317" sldId="312"/>
            <ac:spMk id="8" creationId="{6EBDACA5-F4CB-87C1-7899-68F869BA0D44}"/>
          </ac:spMkLst>
        </pc:spChg>
        <pc:spChg chg="add del mod modVis">
          <ac:chgData name="Sinan Dundar" userId="48266647-7968-4092-b34e-3e9dcea60d54" providerId="ADAL" clId="{F474171B-AF72-453E-87DC-766CFC9943E7}" dt="2026-06-30T19:29:40.969" v="568"/>
          <ac:spMkLst>
            <pc:docMk/>
            <pc:sldMk cId="3816694317" sldId="312"/>
            <ac:spMk id="9" creationId="{9F68DD78-C551-8D61-65CF-4226ED85A32C}"/>
          </ac:spMkLst>
        </pc:spChg>
        <pc:spChg chg="add del mod modVis">
          <ac:chgData name="Sinan Dundar" userId="48266647-7968-4092-b34e-3e9dcea60d54" providerId="ADAL" clId="{F474171B-AF72-453E-87DC-766CFC9943E7}" dt="2026-06-30T19:29:43.119" v="722"/>
          <ac:spMkLst>
            <pc:docMk/>
            <pc:sldMk cId="3816694317" sldId="312"/>
            <ac:spMk id="10" creationId="{7345B460-1A36-1174-C301-07461B817F0A}"/>
          </ac:spMkLst>
        </pc:spChg>
        <pc:spChg chg="add del mod modVis">
          <ac:chgData name="Sinan Dundar" userId="48266647-7968-4092-b34e-3e9dcea60d54" providerId="ADAL" clId="{F474171B-AF72-453E-87DC-766CFC9943E7}" dt="2026-06-30T19:29:44.906" v="914"/>
          <ac:spMkLst>
            <pc:docMk/>
            <pc:sldMk cId="3816694317" sldId="312"/>
            <ac:spMk id="11" creationId="{E717D2BE-D238-46D3-7C4C-EC3183255A13}"/>
          </ac:spMkLst>
        </pc:spChg>
        <pc:spChg chg="mod ord">
          <ac:chgData name="Sinan Dundar" userId="48266647-7968-4092-b34e-3e9dcea60d54" providerId="ADAL" clId="{F474171B-AF72-453E-87DC-766CFC9943E7}" dt="2026-06-30T19:29:49.821" v="942" actId="207"/>
          <ac:spMkLst>
            <pc:docMk/>
            <pc:sldMk cId="3816694317" sldId="312"/>
            <ac:spMk id="22" creationId="{DDCA1F0D-74AA-6AE9-3833-022D22CA3CC0}"/>
          </ac:spMkLst>
        </pc:spChg>
        <pc:spChg chg="mod">
          <ac:chgData name="Sinan Dundar" userId="48266647-7968-4092-b34e-3e9dcea60d54" providerId="ADAL" clId="{F474171B-AF72-453E-87DC-766CFC9943E7}" dt="2026-06-30T19:29:49.804" v="929"/>
          <ac:spMkLst>
            <pc:docMk/>
            <pc:sldMk cId="3816694317" sldId="312"/>
            <ac:spMk id="28" creationId="{A029E219-8892-C8BE-A906-E80E894C5F36}"/>
          </ac:spMkLst>
        </pc:spChg>
        <pc:spChg chg="mod">
          <ac:chgData name="Sinan Dundar" userId="48266647-7968-4092-b34e-3e9dcea60d54" providerId="ADAL" clId="{F474171B-AF72-453E-87DC-766CFC9943E7}" dt="2026-06-30T19:29:49.811" v="937"/>
          <ac:spMkLst>
            <pc:docMk/>
            <pc:sldMk cId="3816694317" sldId="312"/>
            <ac:spMk id="40" creationId="{16B6B4AC-31F5-1CD1-DBC1-62C7AA46FBF9}"/>
          </ac:spMkLst>
        </pc:spChg>
        <pc:graphicFrameChg chg="mod">
          <ac:chgData name="Sinan Dundar" userId="48266647-7968-4092-b34e-3e9dcea60d54" providerId="ADAL" clId="{F474171B-AF72-453E-87DC-766CFC9943E7}" dt="2026-06-30T19:29:49.832" v="952"/>
          <ac:graphicFrameMkLst>
            <pc:docMk/>
            <pc:sldMk cId="3816694317" sldId="312"/>
            <ac:graphicFrameMk id="6" creationId="{057AF589-CA96-4884-C9CC-86C48159258B}"/>
          </ac:graphicFrameMkLst>
        </pc:graphicFrameChg>
      </pc:sldChg>
      <pc:sldChg chg="addSp delSp modSp mod modTransition">
        <pc:chgData name="Sinan Dundar" userId="48266647-7968-4092-b34e-3e9dcea60d54" providerId="ADAL" clId="{F474171B-AF72-453E-87DC-766CFC9943E7}" dt="2026-06-30T19:29:49.839" v="956"/>
        <pc:sldMkLst>
          <pc:docMk/>
          <pc:sldMk cId="4280653615" sldId="323"/>
        </pc:sldMkLst>
        <pc:spChg chg="mod">
          <ac:chgData name="Sinan Dundar" userId="48266647-7968-4092-b34e-3e9dcea60d54" providerId="ADAL" clId="{F474171B-AF72-453E-87DC-766CFC9943E7}" dt="2026-06-30T19:29:44.896" v="899"/>
          <ac:spMkLst>
            <pc:docMk/>
            <pc:sldMk cId="4280653615" sldId="323"/>
            <ac:spMk id="2" creationId="{13B8BDD4-1DF1-936D-8C0F-EAF72848F6D6}"/>
          </ac:spMkLst>
        </pc:spChg>
        <pc:spChg chg="mod ord">
          <ac:chgData name="Sinan Dundar" userId="48266647-7968-4092-b34e-3e9dcea60d54" providerId="ADAL" clId="{F474171B-AF72-453E-87DC-766CFC9943E7}" dt="2026-06-30T19:29:44.900" v="908"/>
          <ac:spMkLst>
            <pc:docMk/>
            <pc:sldMk cId="4280653615" sldId="323"/>
            <ac:spMk id="3" creationId="{F4AE897A-BD00-9AF1-ADAB-6293FBEEA11E}"/>
          </ac:spMkLst>
        </pc:spChg>
        <pc:spChg chg="add mod">
          <ac:chgData name="Sinan Dundar" userId="48266647-7968-4092-b34e-3e9dcea60d54" providerId="ADAL" clId="{F474171B-AF72-453E-87DC-766CFC9943E7}" dt="2026-06-30T19:29:49.810" v="936"/>
          <ac:spMkLst>
            <pc:docMk/>
            <pc:sldMk cId="4280653615" sldId="323"/>
            <ac:spMk id="4" creationId="{EA7371D3-B308-A70F-A8C5-534339E7DE68}"/>
          </ac:spMkLst>
        </pc:spChg>
        <pc:spChg chg="del">
          <ac:chgData name="Sinan Dundar" userId="48266647-7968-4092-b34e-3e9dcea60d54" providerId="ADAL" clId="{F474171B-AF72-453E-87DC-766CFC9943E7}" dt="2026-06-30T19:29:37.794" v="129"/>
          <ac:spMkLst>
            <pc:docMk/>
            <pc:sldMk cId="4280653615" sldId="323"/>
            <ac:spMk id="5" creationId="{C5DD17D9-7D62-B0B8-C02C-67252CEB3B2D}"/>
          </ac:spMkLst>
        </pc:spChg>
        <pc:spChg chg="add del mod modVis">
          <ac:chgData name="Sinan Dundar" userId="48266647-7968-4092-b34e-3e9dcea60d54" providerId="ADAL" clId="{F474171B-AF72-453E-87DC-766CFC9943E7}" dt="2026-06-30T19:29:37.965" v="253"/>
          <ac:spMkLst>
            <pc:docMk/>
            <pc:sldMk cId="4280653615" sldId="323"/>
            <ac:spMk id="7" creationId="{9E1451B7-A5FB-0791-EF0C-C71B3B548BDE}"/>
          </ac:spMkLst>
        </pc:spChg>
        <pc:spChg chg="add del mod">
          <ac:chgData name="Sinan Dundar" userId="48266647-7968-4092-b34e-3e9dcea60d54" providerId="ADAL" clId="{F474171B-AF72-453E-87DC-766CFC9943E7}" dt="2026-06-30T19:29:40.881" v="490"/>
          <ac:spMkLst>
            <pc:docMk/>
            <pc:sldMk cId="4280653615" sldId="323"/>
            <ac:spMk id="8" creationId="{53F51C6D-D6B8-42D8-83ED-2397F246F2F6}"/>
          </ac:spMkLst>
        </pc:spChg>
        <pc:spChg chg="add del mod modVis">
          <ac:chgData name="Sinan Dundar" userId="48266647-7968-4092-b34e-3e9dcea60d54" providerId="ADAL" clId="{F474171B-AF72-453E-87DC-766CFC9943E7}" dt="2026-06-30T19:29:40.187" v="415"/>
          <ac:spMkLst>
            <pc:docMk/>
            <pc:sldMk cId="4280653615" sldId="323"/>
            <ac:spMk id="9" creationId="{93D490A2-049D-DF31-90C2-B18DCC117A2C}"/>
          </ac:spMkLst>
        </pc:spChg>
        <pc:spChg chg="add mod">
          <ac:chgData name="Sinan Dundar" userId="48266647-7968-4092-b34e-3e9dcea60d54" providerId="ADAL" clId="{F474171B-AF72-453E-87DC-766CFC9943E7}" dt="2026-06-30T19:29:49.803" v="928"/>
          <ac:spMkLst>
            <pc:docMk/>
            <pc:sldMk cId="4280653615" sldId="323"/>
            <ac:spMk id="10" creationId="{CFCCDFA8-B71D-6466-83C0-16953EBFF068}"/>
          </ac:spMkLst>
        </pc:spChg>
        <pc:spChg chg="add del mod modVis">
          <ac:chgData name="Sinan Dundar" userId="48266647-7968-4092-b34e-3e9dcea60d54" providerId="ADAL" clId="{F474171B-AF72-453E-87DC-766CFC9943E7}" dt="2026-06-30T19:29:40.980" v="576"/>
          <ac:spMkLst>
            <pc:docMk/>
            <pc:sldMk cId="4280653615" sldId="323"/>
            <ac:spMk id="11" creationId="{C86D83D7-B5C6-8959-0748-133283A2290A}"/>
          </ac:spMkLst>
        </pc:spChg>
        <pc:spChg chg="add mod">
          <ac:chgData name="Sinan Dundar" userId="48266647-7968-4092-b34e-3e9dcea60d54" providerId="ADAL" clId="{F474171B-AF72-453E-87DC-766CFC9943E7}" dt="2026-06-30T19:29:49.806" v="932"/>
          <ac:spMkLst>
            <pc:docMk/>
            <pc:sldMk cId="4280653615" sldId="323"/>
            <ac:spMk id="12" creationId="{2110EA11-252D-C3B9-B826-985AFBE92B60}"/>
          </ac:spMkLst>
        </pc:spChg>
        <pc:spChg chg="add del mod modVis">
          <ac:chgData name="Sinan Dundar" userId="48266647-7968-4092-b34e-3e9dcea60d54" providerId="ADAL" clId="{F474171B-AF72-453E-87DC-766CFC9943E7}" dt="2026-06-30T19:29:43.129" v="730"/>
          <ac:spMkLst>
            <pc:docMk/>
            <pc:sldMk cId="4280653615" sldId="323"/>
            <ac:spMk id="13" creationId="{130F380B-E2F3-A345-F937-78E438BFA719}"/>
          </ac:spMkLst>
        </pc:spChg>
        <pc:spChg chg="mod ord">
          <ac:chgData name="Sinan Dundar" userId="48266647-7968-4092-b34e-3e9dcea60d54" providerId="ADAL" clId="{F474171B-AF72-453E-87DC-766CFC9943E7}" dt="2026-06-30T19:29:44.897" v="901"/>
          <ac:spMkLst>
            <pc:docMk/>
            <pc:sldMk cId="4280653615" sldId="323"/>
            <ac:spMk id="14" creationId="{4A86C121-7F9A-F348-DCAC-EF717BAE0993}"/>
          </ac:spMkLst>
        </pc:spChg>
        <pc:spChg chg="add mod ord">
          <ac:chgData name="Sinan Dundar" userId="48266647-7968-4092-b34e-3e9dcea60d54" providerId="ADAL" clId="{F474171B-AF72-453E-87DC-766CFC9943E7}" dt="2026-06-30T19:29:49.826" v="948" actId="207"/>
          <ac:spMkLst>
            <pc:docMk/>
            <pc:sldMk cId="4280653615" sldId="323"/>
            <ac:spMk id="15" creationId="{5DFA31A9-4995-92A6-526C-AD82804303F1}"/>
          </ac:spMkLst>
        </pc:spChg>
        <pc:spChg chg="add del mod modVis">
          <ac:chgData name="Sinan Dundar" userId="48266647-7968-4092-b34e-3e9dcea60d54" providerId="ADAL" clId="{F474171B-AF72-453E-87DC-766CFC9943E7}" dt="2026-06-30T19:29:44.917" v="922"/>
          <ac:spMkLst>
            <pc:docMk/>
            <pc:sldMk cId="4280653615" sldId="323"/>
            <ac:spMk id="16" creationId="{1F18C4DA-963F-E5CA-0405-E96B5604D70F}"/>
          </ac:spMkLst>
        </pc:spChg>
        <pc:spChg chg="del mod">
          <ac:chgData name="Sinan Dundar" userId="48266647-7968-4092-b34e-3e9dcea60d54" providerId="ADAL" clId="{F474171B-AF72-453E-87DC-766CFC9943E7}" dt="2026-06-30T19:29:40.089" v="329"/>
          <ac:spMkLst>
            <pc:docMk/>
            <pc:sldMk cId="4280653615" sldId="323"/>
            <ac:spMk id="20" creationId="{18509C4C-61CE-BC6C-6F23-141D8D50F987}"/>
          </ac:spMkLst>
        </pc:spChg>
        <pc:spChg chg="del mod">
          <ac:chgData name="Sinan Dundar" userId="48266647-7968-4092-b34e-3e9dcea60d54" providerId="ADAL" clId="{F474171B-AF72-453E-87DC-766CFC9943E7}" dt="2026-06-30T19:29:43.036" v="650"/>
          <ac:spMkLst>
            <pc:docMk/>
            <pc:sldMk cId="4280653615" sldId="323"/>
            <ac:spMk id="26" creationId="{5A309E4C-B8EF-FBDE-B166-D074F10C5701}"/>
          </ac:spMkLst>
        </pc:spChg>
        <pc:spChg chg="del mod ord">
          <ac:chgData name="Sinan Dundar" userId="48266647-7968-4092-b34e-3e9dcea60d54" providerId="ADAL" clId="{F474171B-AF72-453E-87DC-766CFC9943E7}" dt="2026-06-30T19:29:44.802" v="801"/>
          <ac:spMkLst>
            <pc:docMk/>
            <pc:sldMk cId="4280653615" sldId="323"/>
            <ac:spMk id="38" creationId="{C71BDCEC-807E-F2F7-8305-D3A9FE61D49B}"/>
          </ac:spMkLst>
        </pc:spChg>
        <pc:graphicFrameChg chg="mod">
          <ac:chgData name="Sinan Dundar" userId="48266647-7968-4092-b34e-3e9dcea60d54" providerId="ADAL" clId="{F474171B-AF72-453E-87DC-766CFC9943E7}" dt="2026-06-30T19:29:49.839" v="956"/>
          <ac:graphicFrameMkLst>
            <pc:docMk/>
            <pc:sldMk cId="4280653615" sldId="323"/>
            <ac:graphicFrameMk id="6" creationId="{CE3EFC32-4A22-C347-B0A1-D8EE6C7B2DF5}"/>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380530973451327E-2"/>
          <c:y val="6.4565718677940045E-2"/>
          <c:w val="0.97123893805309736"/>
          <c:h val="0.87086856264411994"/>
        </c:manualLayout>
      </c:layout>
      <c:barChart>
        <c:barDir val="bar"/>
        <c:grouping val="stacked"/>
        <c:varyColors val="0"/>
        <c:ser>
          <c:idx val="0"/>
          <c:order val="0"/>
          <c:spPr>
            <a:solidFill>
              <a:schemeClr val="accent4"/>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C9F-429E-B8C4-3D555F63F1D6}"/>
                </c:ext>
              </c:extLst>
            </c:dLbl>
            <c:dLbl>
              <c:idx val="1"/>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C9F-429E-B8C4-3D555F63F1D6}"/>
                </c:ext>
              </c:extLst>
            </c:dLbl>
            <c:dLbl>
              <c:idx val="2"/>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C9F-429E-B8C4-3D555F63F1D6}"/>
                </c:ext>
              </c:extLst>
            </c:dLbl>
            <c:dLbl>
              <c:idx val="3"/>
              <c:layout>
                <c:manualLayout>
                  <c:x val="-2.765486725663716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C9F-429E-B8C4-3D555F63F1D6}"/>
                </c:ext>
              </c:extLst>
            </c:dLbl>
            <c:dLbl>
              <c:idx val="4"/>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BC9F-429E-B8C4-3D555F63F1D6}"/>
                </c:ext>
              </c:extLst>
            </c:dLbl>
            <c:dLbl>
              <c:idx val="5"/>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C9F-429E-B8C4-3D555F63F1D6}"/>
                </c:ext>
              </c:extLst>
            </c:dLbl>
            <c:dLbl>
              <c:idx val="7"/>
              <c:layout>
                <c:manualLayout>
                  <c:x val="-2.765486725663716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14</c:v>
                </c:pt>
                <c:pt idx="1">
                  <c:v>9</c:v>
                </c:pt>
                <c:pt idx="2">
                  <c:v>8</c:v>
                </c:pt>
                <c:pt idx="3">
                  <c:v>7</c:v>
                </c:pt>
                <c:pt idx="4">
                  <c:v>4</c:v>
                </c:pt>
                <c:pt idx="5">
                  <c:v>4</c:v>
                </c:pt>
                <c:pt idx="6">
                  <c:v>0</c:v>
                </c:pt>
                <c:pt idx="7">
                  <c:v>5</c:v>
                </c:pt>
                <c:pt idx="8">
                  <c:v>0</c:v>
                </c:pt>
                <c:pt idx="9">
                  <c:v>0</c:v>
                </c:pt>
              </c:numCache>
            </c:numRef>
          </c:val>
          <c:extLst>
            <c:ext xmlns:c16="http://schemas.microsoft.com/office/drawing/2014/chart" uri="{C3380CC4-5D6E-409C-BE32-E72D297353CC}">
              <c16:uniqueId val="{00000007-BC9F-429E-B8C4-3D555F63F1D6}"/>
            </c:ext>
          </c:extLst>
        </c:ser>
        <c:ser>
          <c:idx val="1"/>
          <c:order val="1"/>
          <c:spPr>
            <a:solidFill>
              <a:schemeClr val="accent2"/>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BC9F-429E-B8C4-3D555F63F1D6}"/>
                </c:ext>
              </c:extLst>
            </c:dLbl>
            <c:dLbl>
              <c:idx val="1"/>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BC9F-429E-B8C4-3D555F63F1D6}"/>
                </c:ext>
              </c:extLst>
            </c:dLbl>
            <c:dLbl>
              <c:idx val="2"/>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BC9F-429E-B8C4-3D555F63F1D6}"/>
                </c:ext>
              </c:extLst>
            </c:dLbl>
            <c:dLbl>
              <c:idx val="3"/>
              <c:layout>
                <c:manualLayout>
                  <c:x val="-2.765486725663716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BC9F-429E-B8C4-3D555F63F1D6}"/>
                </c:ext>
              </c:extLst>
            </c:dLbl>
            <c:dLbl>
              <c:idx val="4"/>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BC9F-429E-B8C4-3D555F63F1D6}"/>
                </c:ext>
              </c:extLst>
            </c:dLbl>
            <c:dLbl>
              <c:idx val="5"/>
              <c:layout>
                <c:manualLayout>
                  <c:x val="-2.765486725663716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BC9F-429E-B8C4-3D555F63F1D6}"/>
                </c:ext>
              </c:extLst>
            </c:dLbl>
            <c:dLbl>
              <c:idx val="7"/>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6</c:v>
                </c:pt>
                <c:pt idx="1">
                  <c:v>5</c:v>
                </c:pt>
                <c:pt idx="2">
                  <c:v>1</c:v>
                </c:pt>
                <c:pt idx="3">
                  <c:v>4</c:v>
                </c:pt>
                <c:pt idx="4">
                  <c:v>2</c:v>
                </c:pt>
                <c:pt idx="5">
                  <c:v>1</c:v>
                </c:pt>
                <c:pt idx="6">
                  <c:v>0</c:v>
                </c:pt>
                <c:pt idx="7">
                  <c:v>2</c:v>
                </c:pt>
                <c:pt idx="8">
                  <c:v>1</c:v>
                </c:pt>
                <c:pt idx="9">
                  <c:v>0</c:v>
                </c:pt>
              </c:numCache>
            </c:numRef>
          </c:val>
          <c:extLst>
            <c:ext xmlns:c16="http://schemas.microsoft.com/office/drawing/2014/chart" uri="{C3380CC4-5D6E-409C-BE32-E72D297353CC}">
              <c16:uniqueId val="{0000000F-BC9F-429E-B8C4-3D555F63F1D6}"/>
            </c:ext>
          </c:extLst>
        </c:ser>
        <c:ser>
          <c:idx val="2"/>
          <c:order val="2"/>
          <c:spPr>
            <a:solidFill>
              <a:schemeClr val="accent5"/>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BC9F-429E-B8C4-3D555F63F1D6}"/>
                </c:ext>
              </c:extLst>
            </c:dLbl>
            <c:dLbl>
              <c:idx val="1"/>
              <c:layout>
                <c:manualLayout>
                  <c:x val="0"/>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BC9F-429E-B8C4-3D555F63F1D6}"/>
                </c:ext>
              </c:extLst>
            </c:dLbl>
            <c:dLbl>
              <c:idx val="2"/>
              <c:layout>
                <c:manualLayout>
                  <c:x val="0"/>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4</c:v>
                </c:pt>
                <c:pt idx="1">
                  <c:v>1</c:v>
                </c:pt>
                <c:pt idx="2">
                  <c:v>4</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13-BC9F-429E-B8C4-3D555F63F1D6}"/>
            </c:ext>
          </c:extLst>
        </c:ser>
        <c:ser>
          <c:idx val="3"/>
          <c:order val="3"/>
          <c:spPr>
            <a:solidFill>
              <a:schemeClr val="accent1"/>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BC9F-429E-B8C4-3D555F63F1D6}"/>
                </c:ext>
              </c:extLst>
            </c:dLbl>
            <c:dLbl>
              <c:idx val="1"/>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BC9F-429E-B8C4-3D555F63F1D6}"/>
                </c:ext>
              </c:extLst>
            </c:dLbl>
            <c:dLbl>
              <c:idx val="2"/>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BC9F-429E-B8C4-3D555F63F1D6}"/>
                </c:ext>
              </c:extLst>
            </c:dLbl>
            <c:dLbl>
              <c:idx val="4"/>
              <c:layout>
                <c:manualLayout>
                  <c:x val="-2.765486725663716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BC9F-429E-B8C4-3D555F63F1D6}"/>
                </c:ext>
              </c:extLst>
            </c:dLbl>
            <c:dLbl>
              <c:idx val="6"/>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Sheet1!$A$4:$J$4</c:f>
              <c:numCache>
                <c:formatCode>General</c:formatCode>
                <c:ptCount val="10"/>
                <c:pt idx="0">
                  <c:v>3</c:v>
                </c:pt>
                <c:pt idx="1">
                  <c:v>2</c:v>
                </c:pt>
                <c:pt idx="2">
                  <c:v>2</c:v>
                </c:pt>
                <c:pt idx="3">
                  <c:v>0</c:v>
                </c:pt>
                <c:pt idx="4">
                  <c:v>1</c:v>
                </c:pt>
                <c:pt idx="5">
                  <c:v>0</c:v>
                </c:pt>
                <c:pt idx="6">
                  <c:v>10</c:v>
                </c:pt>
                <c:pt idx="7">
                  <c:v>0</c:v>
                </c:pt>
                <c:pt idx="8">
                  <c:v>0</c:v>
                </c:pt>
                <c:pt idx="9">
                  <c:v>0</c:v>
                </c:pt>
              </c:numCache>
            </c:numRef>
          </c:val>
          <c:extLst>
            <c:ext xmlns:c16="http://schemas.microsoft.com/office/drawing/2014/chart" uri="{C3380CC4-5D6E-409C-BE32-E72D297353CC}">
              <c16:uniqueId val="{00000019-BC9F-429E-B8C4-3D555F63F1D6}"/>
            </c:ext>
          </c:extLst>
        </c:ser>
        <c:ser>
          <c:idx val="4"/>
          <c:order val="4"/>
          <c:spPr>
            <a:solidFill>
              <a:schemeClr val="accent4"/>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BC9F-429E-B8C4-3D555F63F1D6}"/>
                </c:ext>
              </c:extLst>
            </c:dLbl>
            <c:dLbl>
              <c:idx val="4"/>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BC9F-429E-B8C4-3D555F63F1D6}"/>
                </c:ext>
              </c:extLst>
            </c:dLbl>
            <c:dLbl>
              <c:idx val="7"/>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Sheet1!$A$5:$J$5</c:f>
              <c:numCache>
                <c:formatCode>General</c:formatCode>
                <c:ptCount val="10"/>
                <c:pt idx="0">
                  <c:v>2</c:v>
                </c:pt>
                <c:pt idx="1">
                  <c:v>0</c:v>
                </c:pt>
                <c:pt idx="2">
                  <c:v>0</c:v>
                </c:pt>
                <c:pt idx="3">
                  <c:v>0</c:v>
                </c:pt>
                <c:pt idx="4">
                  <c:v>1</c:v>
                </c:pt>
                <c:pt idx="5">
                  <c:v>0</c:v>
                </c:pt>
                <c:pt idx="6">
                  <c:v>0</c:v>
                </c:pt>
                <c:pt idx="7">
                  <c:v>1</c:v>
                </c:pt>
                <c:pt idx="8">
                  <c:v>0</c:v>
                </c:pt>
                <c:pt idx="9">
                  <c:v>1</c:v>
                </c:pt>
              </c:numCache>
            </c:numRef>
          </c:val>
          <c:extLst>
            <c:ext xmlns:c16="http://schemas.microsoft.com/office/drawing/2014/chart" uri="{C3380CC4-5D6E-409C-BE32-E72D297353CC}">
              <c16:uniqueId val="{0000001D-BC9F-429E-B8C4-3D555F63F1D6}"/>
            </c:ext>
          </c:extLst>
        </c:ser>
        <c:ser>
          <c:idx val="5"/>
          <c:order val="5"/>
          <c:spPr>
            <a:solidFill>
              <a:schemeClr val="accent2"/>
            </a:solidFill>
            <a:ln>
              <a:noFill/>
            </a:ln>
          </c:spPr>
          <c:invertIfNegative val="0"/>
          <c:dLbls>
            <c:dLbl>
              <c:idx val="8"/>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Sheet1!$A$6:$J$6</c:f>
              <c:numCache>
                <c:formatCode>General</c:formatCode>
                <c:ptCount val="10"/>
                <c:pt idx="0">
                  <c:v>0</c:v>
                </c:pt>
                <c:pt idx="1">
                  <c:v>0</c:v>
                </c:pt>
                <c:pt idx="2">
                  <c:v>0</c:v>
                </c:pt>
                <c:pt idx="3">
                  <c:v>0</c:v>
                </c:pt>
                <c:pt idx="4">
                  <c:v>0</c:v>
                </c:pt>
                <c:pt idx="5">
                  <c:v>0</c:v>
                </c:pt>
                <c:pt idx="6">
                  <c:v>0</c:v>
                </c:pt>
                <c:pt idx="7">
                  <c:v>0</c:v>
                </c:pt>
                <c:pt idx="8">
                  <c:v>6</c:v>
                </c:pt>
                <c:pt idx="9">
                  <c:v>0</c:v>
                </c:pt>
              </c:numCache>
            </c:numRef>
          </c:val>
          <c:extLst>
            <c:ext xmlns:c16="http://schemas.microsoft.com/office/drawing/2014/chart" uri="{C3380CC4-5D6E-409C-BE32-E72D297353CC}">
              <c16:uniqueId val="{0000001F-BC9F-429E-B8C4-3D555F63F1D6}"/>
            </c:ext>
          </c:extLst>
        </c:ser>
        <c:ser>
          <c:idx val="6"/>
          <c:order val="6"/>
          <c:spPr>
            <a:solidFill>
              <a:schemeClr val="accent5"/>
            </a:solidFill>
            <a:ln>
              <a:noFill/>
            </a:ln>
          </c:spPr>
          <c:invertIfNegative val="0"/>
          <c:dLbls>
            <c:dLbl>
              <c:idx val="6"/>
              <c:layout>
                <c:manualLayout>
                  <c:x val="0"/>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BC9F-429E-B8C4-3D555F63F1D6}"/>
                </c:ext>
              </c:extLst>
            </c:dLbl>
            <c:dLbl>
              <c:idx val="7"/>
              <c:layout>
                <c:manualLayout>
                  <c:x val="0"/>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BC9F-429E-B8C4-3D555F63F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Sheet1!$A$7:$J$7</c:f>
              <c:numCache>
                <c:formatCode>General</c:formatCode>
                <c:ptCount val="10"/>
                <c:pt idx="0">
                  <c:v>0</c:v>
                </c:pt>
                <c:pt idx="1">
                  <c:v>0</c:v>
                </c:pt>
                <c:pt idx="2">
                  <c:v>0</c:v>
                </c:pt>
                <c:pt idx="3">
                  <c:v>0</c:v>
                </c:pt>
                <c:pt idx="4">
                  <c:v>0</c:v>
                </c:pt>
                <c:pt idx="5">
                  <c:v>0</c:v>
                </c:pt>
                <c:pt idx="6">
                  <c:v>1</c:v>
                </c:pt>
                <c:pt idx="7">
                  <c:v>1</c:v>
                </c:pt>
                <c:pt idx="8">
                  <c:v>0</c:v>
                </c:pt>
                <c:pt idx="9">
                  <c:v>0</c:v>
                </c:pt>
              </c:numCache>
            </c:numRef>
          </c:val>
          <c:extLst>
            <c:ext xmlns:c16="http://schemas.microsoft.com/office/drawing/2014/chart" uri="{C3380CC4-5D6E-409C-BE32-E72D297353CC}">
              <c16:uniqueId val="{00000022-BC9F-429E-B8C4-3D555F63F1D6}"/>
            </c:ext>
          </c:extLst>
        </c:ser>
        <c:dLbls>
          <c:showLegendKey val="0"/>
          <c:showVal val="0"/>
          <c:showCatName val="0"/>
          <c:showSerName val="0"/>
          <c:showPercent val="0"/>
          <c:showBubbleSize val="0"/>
        </c:dLbls>
        <c:gapWidth val="40"/>
        <c:overlap val="100"/>
        <c:axId val="1512027711"/>
        <c:axId val="1"/>
      </c:barChart>
      <c:catAx>
        <c:axId val="151202771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512027711"/>
        <c:crosses val="max"/>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549524342473419E-2"/>
          <c:y val="6.5192083818393476E-2"/>
          <c:w val="0.97090095131505316"/>
          <c:h val="0.86961583236321305"/>
        </c:manualLayout>
      </c:layout>
      <c:barChart>
        <c:barDir val="bar"/>
        <c:grouping val="stacked"/>
        <c:varyColors val="0"/>
        <c:ser>
          <c:idx val="0"/>
          <c:order val="0"/>
          <c:spPr>
            <a:solidFill>
              <a:schemeClr val="accent2"/>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0-877D-446D-B963-1DC6B0B18AAF}"/>
              </c:ext>
            </c:extLst>
          </c:dPt>
          <c:dLbls>
            <c:dLbl>
              <c:idx val="0"/>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77D-446D-B963-1DC6B0B18AAF}"/>
                </c:ext>
              </c:extLst>
            </c:dLbl>
            <c:dLbl>
              <c:idx val="1"/>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77D-446D-B963-1DC6B0B18AAF}"/>
                </c:ext>
              </c:extLst>
            </c:dLbl>
            <c:dLbl>
              <c:idx val="2"/>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77D-446D-B963-1DC6B0B18AAF}"/>
                </c:ext>
              </c:extLst>
            </c:dLbl>
            <c:dLbl>
              <c:idx val="3"/>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877D-446D-B963-1DC6B0B18AAF}"/>
                </c:ext>
              </c:extLst>
            </c:dLbl>
            <c:dLbl>
              <c:idx val="4"/>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77D-446D-B963-1DC6B0B18AAF}"/>
                </c:ext>
              </c:extLst>
            </c:dLbl>
            <c:dLbl>
              <c:idx val="5"/>
              <c:layout>
                <c:manualLayout>
                  <c:x val="1.5948517067711249E-2"/>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77D-446D-B963-1DC6B0B18AAF}"/>
                </c:ext>
              </c:extLst>
            </c:dLbl>
            <c:dLbl>
              <c:idx val="6"/>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877D-446D-B963-1DC6B0B18AAF}"/>
                </c:ext>
              </c:extLst>
            </c:dLbl>
            <c:dLbl>
              <c:idx val="7"/>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877D-446D-B963-1DC6B0B18AA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4891</c:v>
                </c:pt>
                <c:pt idx="1">
                  <c:v>2463</c:v>
                </c:pt>
                <c:pt idx="2">
                  <c:v>2129</c:v>
                </c:pt>
                <c:pt idx="3">
                  <c:v>2251</c:v>
                </c:pt>
                <c:pt idx="4">
                  <c:v>1547</c:v>
                </c:pt>
                <c:pt idx="5">
                  <c:v>9</c:v>
                </c:pt>
                <c:pt idx="6">
                  <c:v>3051</c:v>
                </c:pt>
                <c:pt idx="7">
                  <c:v>885</c:v>
                </c:pt>
              </c:numCache>
            </c:numRef>
          </c:val>
          <c:extLst>
            <c:ext xmlns:c16="http://schemas.microsoft.com/office/drawing/2014/chart" uri="{C3380CC4-5D6E-409C-BE32-E72D297353CC}">
              <c16:uniqueId val="{00000008-877D-446D-B963-1DC6B0B18AAF}"/>
            </c:ext>
          </c:extLst>
        </c:ser>
        <c:ser>
          <c:idx val="1"/>
          <c:order val="1"/>
          <c:spPr>
            <a:solidFill>
              <a:schemeClr val="accent4"/>
            </a:solidFill>
            <a:ln>
              <a:noFill/>
            </a:ln>
          </c:spPr>
          <c:invertIfNegative val="0"/>
          <c:dLbls>
            <c:dLbl>
              <c:idx val="0"/>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877D-446D-B963-1DC6B0B18AAF}"/>
                </c:ext>
              </c:extLst>
            </c:dLbl>
            <c:dLbl>
              <c:idx val="1"/>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877D-446D-B963-1DC6B0B18AAF}"/>
                </c:ext>
              </c:extLst>
            </c:dLbl>
            <c:dLbl>
              <c:idx val="2"/>
              <c:layout>
                <c:manualLayout>
                  <c:x val="0"/>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877D-446D-B963-1DC6B0B18AAF}"/>
                </c:ext>
              </c:extLst>
            </c:dLbl>
            <c:dLbl>
              <c:idx val="3"/>
              <c:layout>
                <c:manualLayout>
                  <c:x val="-2.7979854504756578E-4"/>
                  <c:y val="0"/>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877D-446D-B963-1DC6B0B18AAF}"/>
                </c:ext>
              </c:extLst>
            </c:dLbl>
            <c:dLbl>
              <c:idx val="7"/>
              <c:layout>
                <c:manualLayout>
                  <c:x val="0"/>
                  <c:y val="-1.9402405898331393E-2"/>
                </c:manualLayout>
              </c:layout>
              <c:numFmt formatCode="#,##0;&quot;-&quot;#,##0;0" sourceLinked="0"/>
              <c:spPr>
                <a:noFill/>
                <a:ln>
                  <a:noFill/>
                </a:ln>
              </c:spPr>
              <c:txPr>
                <a:bodyPr wrap="none"/>
                <a:lstStyle/>
                <a:p>
                  <a:pPr>
                    <a:defRPr sz="12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877D-446D-B963-1DC6B0B18AA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Sheet1!$A$2:$H$2</c:f>
              <c:numCache>
                <c:formatCode>General</c:formatCode>
                <c:ptCount val="8"/>
                <c:pt idx="0">
                  <c:v>2222</c:v>
                </c:pt>
                <c:pt idx="1">
                  <c:v>1385</c:v>
                </c:pt>
                <c:pt idx="2">
                  <c:v>972</c:v>
                </c:pt>
                <c:pt idx="3">
                  <c:v>651</c:v>
                </c:pt>
                <c:pt idx="4">
                  <c:v>280</c:v>
                </c:pt>
                <c:pt idx="5">
                  <c:v>0</c:v>
                </c:pt>
                <c:pt idx="6">
                  <c:v>135</c:v>
                </c:pt>
                <c:pt idx="7">
                  <c:v>440</c:v>
                </c:pt>
              </c:numCache>
            </c:numRef>
          </c:val>
          <c:extLst>
            <c:ext xmlns:c16="http://schemas.microsoft.com/office/drawing/2014/chart" uri="{C3380CC4-5D6E-409C-BE32-E72D297353CC}">
              <c16:uniqueId val="{0000000E-877D-446D-B963-1DC6B0B18AAF}"/>
            </c:ext>
          </c:extLst>
        </c:ser>
        <c:ser>
          <c:idx val="2"/>
          <c:order val="2"/>
          <c:spPr>
            <a:solidFill>
              <a:schemeClr val="accent2"/>
            </a:solidFill>
            <a:ln>
              <a:noFill/>
            </a:ln>
          </c:spPr>
          <c:invertIfNegative val="0"/>
          <c:val>
            <c:numRef>
              <c:f>Sheet1!$A$3:$H$3</c:f>
              <c:numCache>
                <c:formatCode>General</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F-877D-446D-B963-1DC6B0B18AAF}"/>
            </c:ext>
          </c:extLst>
        </c:ser>
        <c:ser>
          <c:idx val="3"/>
          <c:order val="3"/>
          <c:spPr>
            <a:solidFill>
              <a:schemeClr val="accent5"/>
            </a:solidFill>
            <a:ln>
              <a:noFill/>
            </a:ln>
          </c:spPr>
          <c:invertIfNegative val="0"/>
          <c:dPt>
            <c:idx val="5"/>
            <c:invertIfNegative val="0"/>
            <c:bubble3D val="0"/>
            <c:spPr>
              <a:solidFill>
                <a:schemeClr val="accent6"/>
              </a:solidFill>
              <a:ln>
                <a:noFill/>
              </a:ln>
            </c:spPr>
            <c:extLst>
              <c:ext xmlns:c16="http://schemas.microsoft.com/office/drawing/2014/chart" uri="{C3380CC4-5D6E-409C-BE32-E72D297353CC}">
                <c16:uniqueId val="{00000010-877D-446D-B963-1DC6B0B18AAF}"/>
              </c:ext>
            </c:extLst>
          </c:dPt>
          <c:dLbls>
            <c:dLbl>
              <c:idx val="6"/>
              <c:layout>
                <c:manualLayout>
                  <c:x val="6.7431449356463349E-2"/>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877D-446D-B963-1DC6B0B18AA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Sheet1!$A$4:$H$4</c:f>
              <c:numCache>
                <c:formatCode>General</c:formatCode>
                <c:ptCount val="8"/>
                <c:pt idx="0">
                  <c:v>66</c:v>
                </c:pt>
                <c:pt idx="1">
                  <c:v>198</c:v>
                </c:pt>
                <c:pt idx="2">
                  <c:v>165</c:v>
                </c:pt>
                <c:pt idx="3">
                  <c:v>1</c:v>
                </c:pt>
                <c:pt idx="4">
                  <c:v>30</c:v>
                </c:pt>
                <c:pt idx="5">
                  <c:v>0</c:v>
                </c:pt>
                <c:pt idx="6">
                  <c:v>611</c:v>
                </c:pt>
                <c:pt idx="7">
                  <c:v>17</c:v>
                </c:pt>
              </c:numCache>
            </c:numRef>
          </c:val>
          <c:extLst>
            <c:ext xmlns:c16="http://schemas.microsoft.com/office/drawing/2014/chart" uri="{C3380CC4-5D6E-409C-BE32-E72D297353CC}">
              <c16:uniqueId val="{00000012-877D-446D-B963-1DC6B0B18AAF}"/>
            </c:ext>
          </c:extLst>
        </c:ser>
        <c:dLbls>
          <c:showLegendKey val="0"/>
          <c:showVal val="0"/>
          <c:showCatName val="0"/>
          <c:showSerName val="0"/>
          <c:showPercent val="0"/>
          <c:showBubbleSize val="0"/>
        </c:dLbls>
        <c:gapWidth val="40"/>
        <c:overlap val="100"/>
        <c:axId val="1511336143"/>
        <c:axId val="1"/>
      </c:barChart>
      <c:catAx>
        <c:axId val="1511336143"/>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511336143"/>
        <c:crosses val="max"/>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044105173876166"/>
          <c:y val="0.17702312138728324"/>
          <c:w val="0.75826972010178118"/>
          <c:h val="0.64595375722543358"/>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0-1DA2-44B8-BBD0-80B07DB39204}"/>
              </c:ext>
            </c:extLst>
          </c:dPt>
          <c:dPt>
            <c:idx val="1"/>
            <c:bubble3D val="0"/>
            <c:spPr>
              <a:solidFill>
                <a:schemeClr val="accent4"/>
              </a:solidFill>
              <a:ln>
                <a:noFill/>
              </a:ln>
            </c:spPr>
            <c:extLst>
              <c:ext xmlns:c16="http://schemas.microsoft.com/office/drawing/2014/chart" uri="{C3380CC4-5D6E-409C-BE32-E72D297353CC}">
                <c16:uniqueId val="{00000001-1DA2-44B8-BBD0-80B07DB39204}"/>
              </c:ext>
            </c:extLst>
          </c:dPt>
          <c:dPt>
            <c:idx val="2"/>
            <c:bubble3D val="0"/>
            <c:spPr>
              <a:solidFill>
                <a:srgbClr val="E6E6E6"/>
              </a:solidFill>
              <a:ln>
                <a:noFill/>
              </a:ln>
            </c:spPr>
            <c:extLst>
              <c:ext xmlns:c16="http://schemas.microsoft.com/office/drawing/2014/chart" uri="{C3380CC4-5D6E-409C-BE32-E72D297353CC}">
                <c16:uniqueId val="{00000002-1DA2-44B8-BBD0-80B07DB39204}"/>
              </c:ext>
            </c:extLst>
          </c:dPt>
          <c:dLbls>
            <c:dLbl>
              <c:idx val="0"/>
              <c:layout>
                <c:manualLayout>
                  <c:x val="-3.3927056827820186E-3"/>
                  <c:y val="-2.167630057803468E-3"/>
                </c:manualLayout>
              </c:layout>
              <c:numFmt formatCode="#,##0;&quot;-&quot;#,##0;0" sourceLinked="0"/>
              <c:spPr>
                <a:noFill/>
                <a:ln>
                  <a:noFill/>
                </a:ln>
              </c:spPr>
              <c:txPr>
                <a:bodyPr wrap="none"/>
                <a:lstStyle/>
                <a:p>
                  <a:pPr>
                    <a:defRPr sz="1400" kern="1200">
                      <a:solidFill>
                        <a:schemeClr val="bg1"/>
                      </a:solidFill>
                      <a:latin typeface="+mn-lt"/>
                      <a:ea typeface="Tahoma"/>
                      <a:cs typeface="Tahoma"/>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DA2-44B8-BBD0-80B07DB39204}"/>
                </c:ext>
              </c:extLst>
            </c:dLbl>
            <c:dLbl>
              <c:idx val="1"/>
              <c:layout>
                <c:manualLayout>
                  <c:x val="1.6963528413910093E-3"/>
                  <c:y val="7.2254335260115603E-4"/>
                </c:manualLayout>
              </c:layout>
              <c:numFmt formatCode="#,##0;&quot;-&quot;#,##0;0" sourceLinked="0"/>
              <c:spPr>
                <a:noFill/>
                <a:ln>
                  <a:noFill/>
                </a:ln>
              </c:spPr>
              <c:txPr>
                <a:bodyPr wrap="none"/>
                <a:lstStyle/>
                <a:p>
                  <a:pPr>
                    <a:defRPr sz="1400" kern="1200">
                      <a:solidFill>
                        <a:schemeClr val="bg1"/>
                      </a:solidFill>
                      <a:latin typeface="+mn-lt"/>
                      <a:ea typeface="Tahoma"/>
                      <a:cs typeface="Tahoma"/>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DA2-44B8-BBD0-80B07DB39204}"/>
                </c:ext>
              </c:extLst>
            </c:dLbl>
            <c:dLbl>
              <c:idx val="2"/>
              <c:layout>
                <c:manualLayout>
                  <c:x val="-8.4817642069550466E-4"/>
                  <c:y val="-8.670520231213872E-3"/>
                </c:manualLayout>
              </c:layout>
              <c:numFmt formatCode="#,##0;&quot;-&quot;#,##0;0" sourceLinked="0"/>
              <c:spPr>
                <a:noFill/>
                <a:ln>
                  <a:noFill/>
                </a:ln>
              </c:spPr>
              <c:txPr>
                <a:bodyPr wrap="none"/>
                <a:lstStyle/>
                <a:p>
                  <a:pPr>
                    <a:defRPr sz="1400" kern="1200">
                      <a:solidFill>
                        <a:srgbClr val="191C1E"/>
                      </a:solidFill>
                      <a:latin typeface="+mn-lt"/>
                      <a:ea typeface="Tahoma"/>
                      <a:cs typeface="Tahoma"/>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DA2-44B8-BBD0-80B07DB392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70.601254149760237</c:v>
                </c:pt>
                <c:pt idx="1">
                  <c:v>24.939546702733718</c:v>
                </c:pt>
                <c:pt idx="2">
                  <c:v>4.4591991475060428</c:v>
                </c:pt>
              </c:numCache>
            </c:numRef>
          </c:val>
          <c:extLst>
            <c:ext xmlns:c16="http://schemas.microsoft.com/office/drawing/2014/chart" uri="{C3380CC4-5D6E-409C-BE32-E72D297353CC}">
              <c16:uniqueId val="{00000003-1DA2-44B8-BBD0-80B07DB39204}"/>
            </c:ext>
          </c:extLst>
        </c:ser>
        <c:dLbls>
          <c:showLegendKey val="0"/>
          <c:showVal val="0"/>
          <c:showCatName val="0"/>
          <c:showSerName val="0"/>
          <c:showPercent val="0"/>
          <c:showBubbleSize val="0"/>
          <c:showLeaderLines val="1"/>
        </c:dLbls>
        <c:firstSliceAng val="0"/>
        <c:holeSize val="59"/>
      </c:doughnutChart>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669045191980971E-2"/>
          <c:y val="6.4565718677940045E-2"/>
          <c:w val="0.92184845395854575"/>
          <c:h val="0.87086856264411994"/>
        </c:manualLayout>
      </c:layout>
      <c:barChart>
        <c:barDir val="bar"/>
        <c:grouping val="clustered"/>
        <c:varyColors val="0"/>
        <c:ser>
          <c:idx val="0"/>
          <c:order val="0"/>
          <c:spPr>
            <a:solidFill>
              <a:schemeClr val="accent4"/>
            </a:solidFill>
            <a:ln>
              <a:noFill/>
            </a:ln>
          </c:spPr>
          <c:invertIfNegative val="0"/>
          <c:dLbls>
            <c:dLbl>
              <c:idx val="0"/>
              <c:layout>
                <c:manualLayout>
                  <c:x val="0.49133537206931704"/>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62B-4BA2-9570-9B565E3AB3BB}"/>
                </c:ext>
              </c:extLst>
            </c:dLbl>
            <c:dLbl>
              <c:idx val="1"/>
              <c:layout>
                <c:manualLayout>
                  <c:x val="0.30207271491675164"/>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62B-4BA2-9570-9B565E3AB3BB}"/>
                </c:ext>
              </c:extLst>
            </c:dLbl>
            <c:dLbl>
              <c:idx val="2"/>
              <c:layout>
                <c:manualLayout>
                  <c:x val="0.2558613659531091"/>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62B-4BA2-9570-9B565E3AB3BB}"/>
                </c:ext>
              </c:extLst>
            </c:dLbl>
            <c:dLbl>
              <c:idx val="3"/>
              <c:layout>
                <c:manualLayout>
                  <c:x val="0.23649337410805302"/>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62B-4BA2-9570-9B565E3AB3BB}"/>
                </c:ext>
              </c:extLst>
            </c:dLbl>
            <c:dLbl>
              <c:idx val="4"/>
              <c:layout>
                <c:manualLayout>
                  <c:x val="0.17940876656472987"/>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62B-4BA2-9570-9B565E3AB3BB}"/>
                </c:ext>
              </c:extLst>
            </c:dLbl>
            <c:dLbl>
              <c:idx val="5"/>
              <c:layout>
                <c:manualLayout>
                  <c:x val="8.4947332653754672E-3"/>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62B-4BA2-9570-9B565E3AB3BB}"/>
                </c:ext>
              </c:extLst>
            </c:dLbl>
            <c:dLbl>
              <c:idx val="6"/>
              <c:layout>
                <c:manualLayout>
                  <c:x val="0.32178049609242271"/>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62B-4BA2-9570-9B565E3AB3BB}"/>
                </c:ext>
              </c:extLst>
            </c:dLbl>
            <c:dLbl>
              <c:idx val="7"/>
              <c:layout>
                <c:manualLayout>
                  <c:x val="0.13829425756031261"/>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762B-4BA2-9570-9B565E3AB3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9564</c:v>
                </c:pt>
                <c:pt idx="1">
                  <c:v>5464</c:v>
                </c:pt>
                <c:pt idx="2">
                  <c:v>4456</c:v>
                </c:pt>
                <c:pt idx="3">
                  <c:v>4041</c:v>
                </c:pt>
                <c:pt idx="4">
                  <c:v>2802</c:v>
                </c:pt>
                <c:pt idx="5">
                  <c:v>177</c:v>
                </c:pt>
                <c:pt idx="6">
                  <c:v>5894</c:v>
                </c:pt>
                <c:pt idx="7">
                  <c:v>1910</c:v>
                </c:pt>
              </c:numCache>
            </c:numRef>
          </c:val>
          <c:extLst>
            <c:ext xmlns:c16="http://schemas.microsoft.com/office/drawing/2014/chart" uri="{C3380CC4-5D6E-409C-BE32-E72D297353CC}">
              <c16:uniqueId val="{00000008-762B-4BA2-9570-9B565E3AB3BB}"/>
            </c:ext>
          </c:extLst>
        </c:ser>
        <c:ser>
          <c:idx val="1"/>
          <c:order val="1"/>
          <c:spPr>
            <a:solidFill>
              <a:schemeClr val="accent2"/>
            </a:solidFill>
            <a:ln>
              <a:noFill/>
            </a:ln>
          </c:spPr>
          <c:invertIfNegative val="0"/>
          <c:dLbls>
            <c:dLbl>
              <c:idx val="0"/>
              <c:layout>
                <c:manualLayout>
                  <c:x val="0.38022426095820594"/>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762B-4BA2-9570-9B565E3AB3BB}"/>
                </c:ext>
              </c:extLst>
            </c:dLbl>
            <c:dLbl>
              <c:idx val="1"/>
              <c:layout>
                <c:manualLayout>
                  <c:x val="0.25008494733265374"/>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762B-4BA2-9570-9B565E3AB3BB}"/>
                </c:ext>
              </c:extLst>
            </c:dLbl>
            <c:dLbl>
              <c:idx val="2"/>
              <c:layout>
                <c:manualLayout>
                  <c:x val="0.21678559293238192"/>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762B-4BA2-9570-9B565E3AB3BB}"/>
                </c:ext>
              </c:extLst>
            </c:dLbl>
            <c:dLbl>
              <c:idx val="3"/>
              <c:layout>
                <c:manualLayout>
                  <c:x val="0.19232076112810056"/>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762B-4BA2-9570-9B565E3AB3BB}"/>
                </c:ext>
              </c:extLst>
            </c:dLbl>
            <c:dLbl>
              <c:idx val="4"/>
              <c:layout>
                <c:manualLayout>
                  <c:x val="0.14271151885830785"/>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762B-4BA2-9570-9B565E3AB3BB}"/>
                </c:ext>
              </c:extLst>
            </c:dLbl>
            <c:dLbl>
              <c:idx val="5"/>
              <c:layout>
                <c:manualLayout>
                  <c:x val="6.1162079510703364E-3"/>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762B-4BA2-9570-9B565E3AB3BB}"/>
                </c:ext>
              </c:extLst>
            </c:dLbl>
            <c:dLbl>
              <c:idx val="6"/>
              <c:layout>
                <c:manualLayout>
                  <c:x val="0.26843357118586475"/>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762B-4BA2-9570-9B565E3AB3BB}"/>
                </c:ext>
              </c:extLst>
            </c:dLbl>
            <c:dLbl>
              <c:idx val="7"/>
              <c:layout>
                <c:manualLayout>
                  <c:x val="0.12674142031940197"/>
                  <c:y val="0"/>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762B-4BA2-9570-9B565E3AB3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Sheet1!$A$2:$H$2</c:f>
              <c:numCache>
                <c:formatCode>General</c:formatCode>
                <c:ptCount val="8"/>
                <c:pt idx="0">
                  <c:v>7176</c:v>
                </c:pt>
                <c:pt idx="1">
                  <c:v>4330</c:v>
                </c:pt>
                <c:pt idx="2">
                  <c:v>3617</c:v>
                </c:pt>
                <c:pt idx="3">
                  <c:v>3082</c:v>
                </c:pt>
                <c:pt idx="4">
                  <c:v>2009</c:v>
                </c:pt>
                <c:pt idx="5">
                  <c:v>152</c:v>
                </c:pt>
                <c:pt idx="6">
                  <c:v>4736</c:v>
                </c:pt>
                <c:pt idx="7">
                  <c:v>1659</c:v>
                </c:pt>
              </c:numCache>
            </c:numRef>
          </c:val>
          <c:extLst>
            <c:ext xmlns:c16="http://schemas.microsoft.com/office/drawing/2014/chart" uri="{C3380CC4-5D6E-409C-BE32-E72D297353CC}">
              <c16:uniqueId val="{00000011-762B-4BA2-9570-9B565E3AB3BB}"/>
            </c:ext>
          </c:extLst>
        </c:ser>
        <c:dLbls>
          <c:showLegendKey val="0"/>
          <c:showVal val="0"/>
          <c:showCatName val="0"/>
          <c:showSerName val="0"/>
          <c:showPercent val="0"/>
          <c:showBubbleSize val="0"/>
        </c:dLbls>
        <c:gapWidth val="40"/>
        <c:axId val="35789152"/>
        <c:axId val="1"/>
      </c:barChart>
      <c:catAx>
        <c:axId val="35789152"/>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0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35789152"/>
        <c:crosses val="max"/>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372795969773299E-2"/>
          <c:y val="2.1940928270042195E-2"/>
          <c:w val="0.96725440806045337"/>
          <c:h val="0.95611814345991564"/>
        </c:manualLayout>
      </c:layout>
      <c:barChart>
        <c:barDir val="bar"/>
        <c:grouping val="stacked"/>
        <c:varyColors val="0"/>
        <c:ser>
          <c:idx val="0"/>
          <c:order val="0"/>
          <c:spPr>
            <a:solidFill>
              <a:schemeClr val="accent2"/>
            </a:solidFill>
            <a:ln>
              <a:noFill/>
            </a:ln>
          </c:spPr>
          <c:invertIfNegative val="0"/>
          <c:val>
            <c:numRef>
              <c:f>Sheet1!$A$1:$G$1</c:f>
              <c:numCache>
                <c:formatCode>General</c:formatCode>
                <c:ptCount val="7"/>
                <c:pt idx="0">
                  <c:v>75.3</c:v>
                </c:pt>
                <c:pt idx="1">
                  <c:v>77.3</c:v>
                </c:pt>
                <c:pt idx="2">
                  <c:v>68</c:v>
                </c:pt>
                <c:pt idx="3">
                  <c:v>78.099999999999994</c:v>
                </c:pt>
                <c:pt idx="4">
                  <c:v>73.3</c:v>
                </c:pt>
                <c:pt idx="5">
                  <c:v>75.900000000000006</c:v>
                </c:pt>
                <c:pt idx="6">
                  <c:v>76</c:v>
                </c:pt>
              </c:numCache>
            </c:numRef>
          </c:val>
          <c:extLst>
            <c:ext xmlns:c16="http://schemas.microsoft.com/office/drawing/2014/chart" uri="{C3380CC4-5D6E-409C-BE32-E72D297353CC}">
              <c16:uniqueId val="{00000000-C580-4104-9F72-1DE350B34639}"/>
            </c:ext>
          </c:extLst>
        </c:ser>
        <c:dLbls>
          <c:showLegendKey val="0"/>
          <c:showVal val="0"/>
          <c:showCatName val="0"/>
          <c:showSerName val="0"/>
          <c:showPercent val="0"/>
          <c:showBubbleSize val="0"/>
        </c:dLbls>
        <c:gapWidth val="40"/>
        <c:overlap val="100"/>
        <c:axId val="98532384"/>
        <c:axId val="1"/>
      </c:barChart>
      <c:catAx>
        <c:axId val="9853238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
          <c:min val="0"/>
        </c:scaling>
        <c:delete val="0"/>
        <c:axPos val="b"/>
        <c:majorGridlines>
          <c:spPr>
            <a:ln w="3175" cmpd="sng" algn="ctr">
              <a:solidFill>
                <a:schemeClr val="tx1"/>
              </a:solidFill>
              <a:prstDash val="solid"/>
            </a:ln>
          </c:spPr>
        </c:majorGridlines>
        <c:numFmt formatCode="General" sourceLinked="1"/>
        <c:majorTickMark val="none"/>
        <c:minorTickMark val="none"/>
        <c:tickLblPos val="none"/>
        <c:spPr>
          <a:ln w="9525" cmpd="sng" algn="ctr">
            <a:solidFill>
              <a:schemeClr val="tx1"/>
            </a:solidFill>
            <a:prstDash val="solid"/>
          </a:ln>
        </c:spPr>
        <c:crossAx val="98532384"/>
        <c:crosses val="max"/>
        <c:crossBetween val="between"/>
        <c:majorUnit val="2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584117032392894E-2"/>
          <c:y val="4.7989185535653935E-2"/>
          <c:w val="0.97283176593521425"/>
          <c:h val="0.90402162892869209"/>
        </c:manualLayout>
      </c:layout>
      <c:barChart>
        <c:barDir val="bar"/>
        <c:grouping val="stacked"/>
        <c:varyColors val="0"/>
        <c:ser>
          <c:idx val="0"/>
          <c:order val="0"/>
          <c:spPr>
            <a:solidFill>
              <a:schemeClr val="accent2"/>
            </a:solidFill>
            <a:ln>
              <a:noFill/>
            </a:ln>
          </c:spPr>
          <c:invertIfNegative val="0"/>
          <c:dPt>
            <c:idx val="10"/>
            <c:invertIfNegative val="0"/>
            <c:bubble3D val="0"/>
            <c:spPr>
              <a:solidFill>
                <a:srgbClr val="74A09B"/>
              </a:solidFill>
              <a:ln>
                <a:noFill/>
              </a:ln>
            </c:spPr>
            <c:extLst>
              <c:ext xmlns:c16="http://schemas.microsoft.com/office/drawing/2014/chart" uri="{C3380CC4-5D6E-409C-BE32-E72D297353CC}">
                <c16:uniqueId val="{00000000-5A78-48A0-892F-7FA0384BAE38}"/>
              </c:ext>
            </c:extLst>
          </c:dPt>
          <c:dPt>
            <c:idx val="11"/>
            <c:invertIfNegative val="0"/>
            <c:bubble3D val="0"/>
            <c:spPr>
              <a:solidFill>
                <a:srgbClr val="74A09B"/>
              </a:solidFill>
              <a:ln>
                <a:noFill/>
              </a:ln>
            </c:spPr>
            <c:extLst>
              <c:ext xmlns:c16="http://schemas.microsoft.com/office/drawing/2014/chart" uri="{C3380CC4-5D6E-409C-BE32-E72D297353CC}">
                <c16:uniqueId val="{00000001-5A78-48A0-892F-7FA0384BAE38}"/>
              </c:ext>
            </c:extLst>
          </c:dPt>
          <c:dPt>
            <c:idx val="12"/>
            <c:invertIfNegative val="0"/>
            <c:bubble3D val="0"/>
            <c:spPr>
              <a:solidFill>
                <a:srgbClr val="74A09B"/>
              </a:solidFill>
              <a:ln>
                <a:noFill/>
              </a:ln>
            </c:spPr>
            <c:extLst>
              <c:ext xmlns:c16="http://schemas.microsoft.com/office/drawing/2014/chart" uri="{C3380CC4-5D6E-409C-BE32-E72D297353CC}">
                <c16:uniqueId val="{00000002-5A78-48A0-892F-7FA0384BAE38}"/>
              </c:ext>
            </c:extLst>
          </c:dPt>
          <c:dPt>
            <c:idx val="13"/>
            <c:invertIfNegative val="0"/>
            <c:bubble3D val="0"/>
            <c:spPr>
              <a:solidFill>
                <a:srgbClr val="74A09B"/>
              </a:solidFill>
              <a:ln>
                <a:noFill/>
              </a:ln>
            </c:spPr>
            <c:extLst>
              <c:ext xmlns:c16="http://schemas.microsoft.com/office/drawing/2014/chart" uri="{C3380CC4-5D6E-409C-BE32-E72D297353CC}">
                <c16:uniqueId val="{00000003-5A78-48A0-892F-7FA0384BAE38}"/>
              </c:ext>
            </c:extLst>
          </c:dPt>
          <c:dPt>
            <c:idx val="14"/>
            <c:invertIfNegative val="0"/>
            <c:bubble3D val="0"/>
            <c:spPr>
              <a:solidFill>
                <a:srgbClr val="74A09B"/>
              </a:solidFill>
              <a:ln>
                <a:noFill/>
              </a:ln>
            </c:spPr>
            <c:extLst>
              <c:ext xmlns:c16="http://schemas.microsoft.com/office/drawing/2014/chart" uri="{C3380CC4-5D6E-409C-BE32-E72D297353CC}">
                <c16:uniqueId val="{00000004-5A78-48A0-892F-7FA0384BAE38}"/>
              </c:ext>
            </c:extLst>
          </c:dPt>
          <c:dPt>
            <c:idx val="15"/>
            <c:invertIfNegative val="0"/>
            <c:bubble3D val="0"/>
            <c:spPr>
              <a:solidFill>
                <a:srgbClr val="74A09B"/>
              </a:solidFill>
              <a:ln>
                <a:noFill/>
              </a:ln>
            </c:spPr>
            <c:extLst>
              <c:ext xmlns:c16="http://schemas.microsoft.com/office/drawing/2014/chart" uri="{C3380CC4-5D6E-409C-BE32-E72D297353CC}">
                <c16:uniqueId val="{00000005-5A78-48A0-892F-7FA0384BAE38}"/>
              </c:ext>
            </c:extLst>
          </c:dPt>
          <c:dPt>
            <c:idx val="16"/>
            <c:invertIfNegative val="0"/>
            <c:bubble3D val="0"/>
            <c:spPr>
              <a:solidFill>
                <a:srgbClr val="74A09B"/>
              </a:solidFill>
              <a:ln>
                <a:noFill/>
              </a:ln>
            </c:spPr>
            <c:extLst>
              <c:ext xmlns:c16="http://schemas.microsoft.com/office/drawing/2014/chart" uri="{C3380CC4-5D6E-409C-BE32-E72D297353CC}">
                <c16:uniqueId val="{00000006-5A78-48A0-892F-7FA0384BAE38}"/>
              </c:ext>
            </c:extLst>
          </c:dPt>
          <c:dPt>
            <c:idx val="17"/>
            <c:invertIfNegative val="0"/>
            <c:bubble3D val="0"/>
            <c:spPr>
              <a:solidFill>
                <a:srgbClr val="74A09B"/>
              </a:solidFill>
              <a:ln>
                <a:noFill/>
              </a:ln>
            </c:spPr>
            <c:extLst>
              <c:ext xmlns:c16="http://schemas.microsoft.com/office/drawing/2014/chart" uri="{C3380CC4-5D6E-409C-BE32-E72D297353CC}">
                <c16:uniqueId val="{00000007-5A78-48A0-892F-7FA0384BAE38}"/>
              </c:ext>
            </c:extLst>
          </c:dPt>
          <c:dPt>
            <c:idx val="18"/>
            <c:invertIfNegative val="0"/>
            <c:bubble3D val="0"/>
            <c:spPr>
              <a:solidFill>
                <a:srgbClr val="74A09B"/>
              </a:solidFill>
              <a:ln>
                <a:noFill/>
              </a:ln>
            </c:spPr>
            <c:extLst>
              <c:ext xmlns:c16="http://schemas.microsoft.com/office/drawing/2014/chart" uri="{C3380CC4-5D6E-409C-BE32-E72D297353CC}">
                <c16:uniqueId val="{00000008-5A78-48A0-892F-7FA0384BAE38}"/>
              </c:ext>
            </c:extLst>
          </c:dPt>
          <c:dPt>
            <c:idx val="19"/>
            <c:invertIfNegative val="0"/>
            <c:bubble3D val="0"/>
            <c:spPr>
              <a:solidFill>
                <a:schemeClr val="accent1"/>
              </a:solidFill>
              <a:ln>
                <a:noFill/>
              </a:ln>
            </c:spPr>
            <c:extLst>
              <c:ext xmlns:c16="http://schemas.microsoft.com/office/drawing/2014/chart" uri="{C3380CC4-5D6E-409C-BE32-E72D297353CC}">
                <c16:uniqueId val="{00000009-5A78-48A0-892F-7FA0384BAE38}"/>
              </c:ext>
            </c:extLst>
          </c:dPt>
          <c:dPt>
            <c:idx val="20"/>
            <c:invertIfNegative val="0"/>
            <c:bubble3D val="0"/>
            <c:spPr>
              <a:solidFill>
                <a:schemeClr val="accent1"/>
              </a:solidFill>
              <a:ln>
                <a:noFill/>
              </a:ln>
            </c:spPr>
            <c:extLst>
              <c:ext xmlns:c16="http://schemas.microsoft.com/office/drawing/2014/chart" uri="{C3380CC4-5D6E-409C-BE32-E72D297353CC}">
                <c16:uniqueId val="{0000000A-5A78-48A0-892F-7FA0384BAE38}"/>
              </c:ext>
            </c:extLst>
          </c:dPt>
          <c:dPt>
            <c:idx val="21"/>
            <c:invertIfNegative val="0"/>
            <c:bubble3D val="0"/>
            <c:spPr>
              <a:solidFill>
                <a:schemeClr val="accent1"/>
              </a:solidFill>
              <a:ln>
                <a:noFill/>
              </a:ln>
            </c:spPr>
            <c:extLst>
              <c:ext xmlns:c16="http://schemas.microsoft.com/office/drawing/2014/chart" uri="{C3380CC4-5D6E-409C-BE32-E72D297353CC}">
                <c16:uniqueId val="{0000000B-5A78-48A0-892F-7FA0384BAE38}"/>
              </c:ext>
            </c:extLst>
          </c:dPt>
          <c:dPt>
            <c:idx val="22"/>
            <c:invertIfNegative val="0"/>
            <c:bubble3D val="0"/>
            <c:spPr>
              <a:solidFill>
                <a:schemeClr val="accent1"/>
              </a:solidFill>
              <a:ln>
                <a:noFill/>
              </a:ln>
            </c:spPr>
            <c:extLst>
              <c:ext xmlns:c16="http://schemas.microsoft.com/office/drawing/2014/chart" uri="{C3380CC4-5D6E-409C-BE32-E72D297353CC}">
                <c16:uniqueId val="{0000000C-5A78-48A0-892F-7FA0384BAE38}"/>
              </c:ext>
            </c:extLst>
          </c:dPt>
          <c:dPt>
            <c:idx val="23"/>
            <c:invertIfNegative val="0"/>
            <c:bubble3D val="0"/>
            <c:spPr>
              <a:solidFill>
                <a:schemeClr val="accent1"/>
              </a:solidFill>
              <a:ln>
                <a:noFill/>
              </a:ln>
            </c:spPr>
            <c:extLst>
              <c:ext xmlns:c16="http://schemas.microsoft.com/office/drawing/2014/chart" uri="{C3380CC4-5D6E-409C-BE32-E72D297353CC}">
                <c16:uniqueId val="{0000000D-5A78-48A0-892F-7FA0384BAE38}"/>
              </c:ext>
            </c:extLst>
          </c:dPt>
          <c:dPt>
            <c:idx val="24"/>
            <c:invertIfNegative val="0"/>
            <c:bubble3D val="0"/>
            <c:spPr>
              <a:solidFill>
                <a:schemeClr val="accent1"/>
              </a:solidFill>
              <a:ln>
                <a:noFill/>
              </a:ln>
            </c:spPr>
            <c:extLst>
              <c:ext xmlns:c16="http://schemas.microsoft.com/office/drawing/2014/chart" uri="{C3380CC4-5D6E-409C-BE32-E72D297353CC}">
                <c16:uniqueId val="{0000000E-5A78-48A0-892F-7FA0384BAE38}"/>
              </c:ext>
            </c:extLst>
          </c:dPt>
          <c:dPt>
            <c:idx val="25"/>
            <c:invertIfNegative val="0"/>
            <c:bubble3D val="0"/>
            <c:spPr>
              <a:solidFill>
                <a:schemeClr val="accent1"/>
              </a:solidFill>
              <a:ln>
                <a:noFill/>
              </a:ln>
            </c:spPr>
            <c:extLst>
              <c:ext xmlns:c16="http://schemas.microsoft.com/office/drawing/2014/chart" uri="{C3380CC4-5D6E-409C-BE32-E72D297353CC}">
                <c16:uniqueId val="{0000000F-5A78-48A0-892F-7FA0384BAE38}"/>
              </c:ext>
            </c:extLst>
          </c:dPt>
          <c:dLbls>
            <c:dLbl>
              <c:idx val="0"/>
              <c:layout>
                <c:manualLayout>
                  <c:x val="0.4717868338557993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5A78-48A0-892F-7FA0384BAE38}"/>
                </c:ext>
              </c:extLst>
            </c:dLbl>
            <c:dLbl>
              <c:idx val="1"/>
              <c:layout>
                <c:manualLayout>
                  <c:x val="0.439916405433646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5A78-48A0-892F-7FA0384BAE38}"/>
                </c:ext>
              </c:extLst>
            </c:dLbl>
            <c:dLbl>
              <c:idx val="2"/>
              <c:layout>
                <c:manualLayout>
                  <c:x val="0.43704284221525602"/>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5A78-48A0-892F-7FA0384BAE38}"/>
                </c:ext>
              </c:extLst>
            </c:dLbl>
            <c:dLbl>
              <c:idx val="3"/>
              <c:layout>
                <c:manualLayout>
                  <c:x val="0.43599791013584116"/>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5A78-48A0-892F-7FA0384BAE38}"/>
                </c:ext>
              </c:extLst>
            </c:dLbl>
            <c:dLbl>
              <c:idx val="4"/>
              <c:layout>
                <c:manualLayout>
                  <c:x val="0.4341692789968651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5A78-48A0-892F-7FA0384BAE38}"/>
                </c:ext>
              </c:extLst>
            </c:dLbl>
            <c:dLbl>
              <c:idx val="5"/>
              <c:layout>
                <c:manualLayout>
                  <c:x val="0.43155694879832812"/>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5A78-48A0-892F-7FA0384BAE38}"/>
                </c:ext>
              </c:extLst>
            </c:dLbl>
            <c:dLbl>
              <c:idx val="6"/>
              <c:layout>
                <c:manualLayout>
                  <c:x val="0.43051201671891326"/>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5A78-48A0-892F-7FA0384BAE38}"/>
                </c:ext>
              </c:extLst>
            </c:dLbl>
            <c:dLbl>
              <c:idx val="7"/>
              <c:layout>
                <c:manualLayout>
                  <c:x val="0.4278996865203761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5A78-48A0-892F-7FA0384BAE38}"/>
                </c:ext>
              </c:extLst>
            </c:dLbl>
            <c:dLbl>
              <c:idx val="8"/>
              <c:layout>
                <c:manualLayout>
                  <c:x val="0.4224137931034482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5A78-48A0-892F-7FA0384BAE38}"/>
                </c:ext>
              </c:extLst>
            </c:dLbl>
            <c:dLbl>
              <c:idx val="9"/>
              <c:layout>
                <c:manualLayout>
                  <c:x val="0.42136886102403343"/>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5A78-48A0-892F-7FA0384BAE38}"/>
                </c:ext>
              </c:extLst>
            </c:dLbl>
            <c:dLbl>
              <c:idx val="10"/>
              <c:layout>
                <c:manualLayout>
                  <c:x val="0.40752351097178685"/>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A78-48A0-892F-7FA0384BAE38}"/>
                </c:ext>
              </c:extLst>
            </c:dLbl>
            <c:dLbl>
              <c:idx val="11"/>
              <c:layout>
                <c:manualLayout>
                  <c:x val="0.4012539184952977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A78-48A0-892F-7FA0384BAE38}"/>
                </c:ext>
              </c:extLst>
            </c:dLbl>
            <c:dLbl>
              <c:idx val="12"/>
              <c:layout>
                <c:manualLayout>
                  <c:x val="0.39681295715778475"/>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A78-48A0-892F-7FA0384BAE38}"/>
                </c:ext>
              </c:extLst>
            </c:dLbl>
            <c:dLbl>
              <c:idx val="13"/>
              <c:layout>
                <c:manualLayout>
                  <c:x val="0.3960292580982235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A78-48A0-892F-7FA0384BAE38}"/>
                </c:ext>
              </c:extLst>
            </c:dLbl>
            <c:dLbl>
              <c:idx val="14"/>
              <c:layout>
                <c:manualLayout>
                  <c:x val="0.3949843260188087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5A78-48A0-892F-7FA0384BAE38}"/>
                </c:ext>
              </c:extLst>
            </c:dLbl>
            <c:dLbl>
              <c:idx val="15"/>
              <c:layout>
                <c:manualLayout>
                  <c:x val="0.38871473354231972"/>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A78-48A0-892F-7FA0384BAE38}"/>
                </c:ext>
              </c:extLst>
            </c:dLbl>
            <c:dLbl>
              <c:idx val="16"/>
              <c:layout>
                <c:manualLayout>
                  <c:x val="0.38610240334378265"/>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5A78-48A0-892F-7FA0384BAE38}"/>
                </c:ext>
              </c:extLst>
            </c:dLbl>
            <c:dLbl>
              <c:idx val="17"/>
              <c:layout>
                <c:manualLayout>
                  <c:x val="0.3840125391849529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A78-48A0-892F-7FA0384BAE38}"/>
                </c:ext>
              </c:extLst>
            </c:dLbl>
            <c:dLbl>
              <c:idx val="18"/>
              <c:layout>
                <c:manualLayout>
                  <c:x val="0.3793103448275861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5A78-48A0-892F-7FA0384BAE38}"/>
                </c:ext>
              </c:extLst>
            </c:dLbl>
            <c:dLbl>
              <c:idx val="19"/>
              <c:layout>
                <c:manualLayout>
                  <c:x val="0.36285266457680249"/>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5A78-48A0-892F-7FA0384BAE38}"/>
                </c:ext>
              </c:extLst>
            </c:dLbl>
            <c:dLbl>
              <c:idx val="20"/>
              <c:layout>
                <c:manualLayout>
                  <c:x val="0.3620689655172413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5A78-48A0-892F-7FA0384BAE38}"/>
                </c:ext>
              </c:extLst>
            </c:dLbl>
            <c:dLbl>
              <c:idx val="21"/>
              <c:layout>
                <c:manualLayout>
                  <c:x val="0.3396029258098223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5A78-48A0-892F-7FA0384BAE38}"/>
                </c:ext>
              </c:extLst>
            </c:dLbl>
            <c:dLbl>
              <c:idx val="22"/>
              <c:layout>
                <c:manualLayout>
                  <c:x val="0.31792058516196448"/>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5A78-48A0-892F-7FA0384BAE38}"/>
                </c:ext>
              </c:extLst>
            </c:dLbl>
            <c:dLbl>
              <c:idx val="25"/>
              <c:layout>
                <c:manualLayout>
                  <c:x val="0.2277951933124347"/>
                  <c:y val="0"/>
                </c:manualLayout>
              </c:layout>
              <c:numFmt formatCode="#,##0.0;&quot;-&quot;#,##0.0;0" sourceLinked="0"/>
              <c:spPr>
                <a:noFill/>
                <a:ln>
                  <a:noFill/>
                </a:ln>
              </c:spPr>
              <c:txPr>
                <a:bodyPr wrap="none"/>
                <a:lstStyle/>
                <a:p>
                  <a:pPr>
                    <a:defRPr sz="10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5A78-48A0-892F-7FA0384BAE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Sheet1!$A$1:$Z$1</c:f>
              <c:numCache>
                <c:formatCode>General</c:formatCode>
                <c:ptCount val="26"/>
                <c:pt idx="0">
                  <c:v>91.36</c:v>
                </c:pt>
                <c:pt idx="1">
                  <c:v>84.79</c:v>
                </c:pt>
                <c:pt idx="2">
                  <c:v>84.25</c:v>
                </c:pt>
                <c:pt idx="3">
                  <c:v>84</c:v>
                </c:pt>
                <c:pt idx="4">
                  <c:v>83.58</c:v>
                </c:pt>
                <c:pt idx="5">
                  <c:v>83.11</c:v>
                </c:pt>
                <c:pt idx="6">
                  <c:v>82.9</c:v>
                </c:pt>
                <c:pt idx="7">
                  <c:v>82.3</c:v>
                </c:pt>
                <c:pt idx="8">
                  <c:v>81.17</c:v>
                </c:pt>
                <c:pt idx="9">
                  <c:v>81</c:v>
                </c:pt>
                <c:pt idx="10">
                  <c:v>78.13</c:v>
                </c:pt>
                <c:pt idx="11">
                  <c:v>76.849999999999994</c:v>
                </c:pt>
                <c:pt idx="12">
                  <c:v>75.97</c:v>
                </c:pt>
                <c:pt idx="13">
                  <c:v>75.790000000000006</c:v>
                </c:pt>
                <c:pt idx="14">
                  <c:v>75.599999999999994</c:v>
                </c:pt>
                <c:pt idx="15">
                  <c:v>74.239999999999995</c:v>
                </c:pt>
                <c:pt idx="16">
                  <c:v>73.739999999999995</c:v>
                </c:pt>
                <c:pt idx="17">
                  <c:v>73.3</c:v>
                </c:pt>
                <c:pt idx="18">
                  <c:v>72.34</c:v>
                </c:pt>
                <c:pt idx="19">
                  <c:v>68.92</c:v>
                </c:pt>
                <c:pt idx="20">
                  <c:v>68.790000000000006</c:v>
                </c:pt>
                <c:pt idx="21">
                  <c:v>64.17</c:v>
                </c:pt>
                <c:pt idx="22">
                  <c:v>59.71</c:v>
                </c:pt>
                <c:pt idx="23">
                  <c:v>57.06</c:v>
                </c:pt>
                <c:pt idx="24">
                  <c:v>56.76</c:v>
                </c:pt>
                <c:pt idx="25">
                  <c:v>41.16</c:v>
                </c:pt>
              </c:numCache>
            </c:numRef>
          </c:val>
          <c:extLst>
            <c:ext xmlns:c16="http://schemas.microsoft.com/office/drawing/2014/chart" uri="{C3380CC4-5D6E-409C-BE32-E72D297353CC}">
              <c16:uniqueId val="{0000001A-5A78-48A0-892F-7FA0384BAE38}"/>
            </c:ext>
          </c:extLst>
        </c:ser>
        <c:dLbls>
          <c:showLegendKey val="0"/>
          <c:showVal val="0"/>
          <c:showCatName val="0"/>
          <c:showSerName val="0"/>
          <c:showPercent val="0"/>
          <c:showBubbleSize val="0"/>
        </c:dLbls>
        <c:gapWidth val="40"/>
        <c:overlap val="100"/>
        <c:axId val="302945040"/>
        <c:axId val="1"/>
      </c:barChart>
      <c:catAx>
        <c:axId val="30294504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302945040"/>
        <c:crosses val="max"/>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826566729127629E-2"/>
          <c:y val="1.8591347872720772E-2"/>
          <c:w val="0.97834686654174474"/>
          <c:h val="0.91455130496961035"/>
        </c:manualLayout>
      </c:layout>
      <c:bubbleChart>
        <c:varyColors val="0"/>
        <c:ser>
          <c:idx val="0"/>
          <c:order val="0"/>
          <c:spPr>
            <a:solidFill>
              <a:srgbClr val="B9D0CD"/>
            </a:solidFill>
            <a:ln>
              <a:noFill/>
            </a:ln>
          </c:spPr>
          <c:invertIfNegative val="0"/>
          <c:xVal>
            <c:numRef>
              <c:f>Sheet1!$A$1:$A$22</c:f>
              <c:numCache>
                <c:formatCode>General</c:formatCode>
                <c:ptCount val="22"/>
                <c:pt idx="0">
                  <c:v>73.599999999999994</c:v>
                </c:pt>
                <c:pt idx="1">
                  <c:v>190.1</c:v>
                </c:pt>
                <c:pt idx="2">
                  <c:v>115.2</c:v>
                </c:pt>
              </c:numCache>
            </c:numRef>
          </c:xVal>
          <c:yVal>
            <c:numRef>
              <c:f>Sheet1!$B$1:$B$22</c:f>
              <c:numCache>
                <c:formatCode>General</c:formatCode>
                <c:ptCount val="22"/>
                <c:pt idx="0">
                  <c:v>25</c:v>
                </c:pt>
                <c:pt idx="1">
                  <c:v>20.6</c:v>
                </c:pt>
                <c:pt idx="2">
                  <c:v>17.7</c:v>
                </c:pt>
              </c:numCache>
            </c:numRef>
          </c:yVal>
          <c:bubbleSize>
            <c:numRef>
              <c:f>Sheet1!$C$1:$C$22</c:f>
              <c:numCache>
                <c:formatCode>General</c:formatCode>
                <c:ptCount val="22"/>
                <c:pt idx="0">
                  <c:v>1</c:v>
                </c:pt>
                <c:pt idx="1">
                  <c:v>1</c:v>
                </c:pt>
                <c:pt idx="2">
                  <c:v>1</c:v>
                </c:pt>
              </c:numCache>
            </c:numRef>
          </c:bubbleSize>
          <c:bubble3D val="0"/>
          <c:extLst>
            <c:ext xmlns:c16="http://schemas.microsoft.com/office/drawing/2014/chart" uri="{C3380CC4-5D6E-409C-BE32-E72D297353CC}">
              <c16:uniqueId val="{00000000-DA1C-45E7-90DC-3CA3B75E1D94}"/>
            </c:ext>
          </c:extLst>
        </c:ser>
        <c:ser>
          <c:idx val="1"/>
          <c:order val="1"/>
          <c:spPr>
            <a:solidFill>
              <a:srgbClr val="74A09B"/>
            </a:solidFill>
            <a:ln>
              <a:noFill/>
            </a:ln>
          </c:spPr>
          <c:invertIfNegative val="0"/>
          <c:xVal>
            <c:numRef>
              <c:f>Sheet1!$A$1:$A$22</c:f>
              <c:numCache>
                <c:formatCode>General</c:formatCode>
                <c:ptCount val="22"/>
                <c:pt idx="3">
                  <c:v>17.3</c:v>
                </c:pt>
                <c:pt idx="4">
                  <c:v>75.8</c:v>
                </c:pt>
                <c:pt idx="5">
                  <c:v>35.5</c:v>
                </c:pt>
                <c:pt idx="6">
                  <c:v>220.9</c:v>
                </c:pt>
              </c:numCache>
            </c:numRef>
          </c:xVal>
          <c:yVal>
            <c:numRef>
              <c:f>Sheet1!$D$1:$D$22</c:f>
              <c:numCache>
                <c:formatCode>General</c:formatCode>
                <c:ptCount val="22"/>
                <c:pt idx="3">
                  <c:v>12.5</c:v>
                </c:pt>
                <c:pt idx="4">
                  <c:v>11.9</c:v>
                </c:pt>
                <c:pt idx="5">
                  <c:v>11</c:v>
                </c:pt>
                <c:pt idx="6">
                  <c:v>10.199999999999999</c:v>
                </c:pt>
              </c:numCache>
            </c:numRef>
          </c:yVal>
          <c:bubbleSize>
            <c:numRef>
              <c:f>Sheet1!$E$1:$E$22</c:f>
              <c:numCache>
                <c:formatCode>General</c:formatCode>
                <c:ptCount val="22"/>
                <c:pt idx="3">
                  <c:v>1</c:v>
                </c:pt>
                <c:pt idx="4">
                  <c:v>1</c:v>
                </c:pt>
                <c:pt idx="5">
                  <c:v>1</c:v>
                </c:pt>
                <c:pt idx="6">
                  <c:v>1</c:v>
                </c:pt>
              </c:numCache>
            </c:numRef>
          </c:bubbleSize>
          <c:bubble3D val="0"/>
          <c:extLst>
            <c:ext xmlns:c16="http://schemas.microsoft.com/office/drawing/2014/chart" uri="{C3380CC4-5D6E-409C-BE32-E72D297353CC}">
              <c16:uniqueId val="{00000001-DA1C-45E7-90DC-3CA3B75E1D94}"/>
            </c:ext>
          </c:extLst>
        </c:ser>
        <c:ser>
          <c:idx val="2"/>
          <c:order val="2"/>
          <c:spPr>
            <a:solidFill>
              <a:srgbClr val="405F5B"/>
            </a:solidFill>
            <a:ln>
              <a:noFill/>
            </a:ln>
          </c:spPr>
          <c:invertIfNegative val="0"/>
          <c:xVal>
            <c:numRef>
              <c:f>Sheet1!$A$1:$A$22</c:f>
              <c:numCache>
                <c:formatCode>General</c:formatCode>
                <c:ptCount val="22"/>
                <c:pt idx="7">
                  <c:v>111.5</c:v>
                </c:pt>
                <c:pt idx="8">
                  <c:v>20.6</c:v>
                </c:pt>
                <c:pt idx="9">
                  <c:v>50.3</c:v>
                </c:pt>
                <c:pt idx="10">
                  <c:v>171.5</c:v>
                </c:pt>
              </c:numCache>
            </c:numRef>
          </c:xVal>
          <c:yVal>
            <c:numRef>
              <c:f>Sheet1!$F$1:$F$22</c:f>
              <c:numCache>
                <c:formatCode>General</c:formatCode>
                <c:ptCount val="22"/>
                <c:pt idx="7">
                  <c:v>8.6</c:v>
                </c:pt>
                <c:pt idx="8">
                  <c:v>8.5</c:v>
                </c:pt>
                <c:pt idx="9">
                  <c:v>6.6</c:v>
                </c:pt>
                <c:pt idx="10">
                  <c:v>5.3</c:v>
                </c:pt>
              </c:numCache>
            </c:numRef>
          </c:yVal>
          <c:bubbleSize>
            <c:numRef>
              <c:f>Sheet1!$G$1:$G$22</c:f>
              <c:numCache>
                <c:formatCode>General</c:formatCode>
                <c:ptCount val="22"/>
                <c:pt idx="7">
                  <c:v>1</c:v>
                </c:pt>
                <c:pt idx="8">
                  <c:v>1</c:v>
                </c:pt>
                <c:pt idx="9">
                  <c:v>1</c:v>
                </c:pt>
                <c:pt idx="10">
                  <c:v>1</c:v>
                </c:pt>
              </c:numCache>
            </c:numRef>
          </c:bubbleSize>
          <c:bubble3D val="0"/>
          <c:extLst>
            <c:ext xmlns:c16="http://schemas.microsoft.com/office/drawing/2014/chart" uri="{C3380CC4-5D6E-409C-BE32-E72D297353CC}">
              <c16:uniqueId val="{00000002-DA1C-45E7-90DC-3CA3B75E1D94}"/>
            </c:ext>
          </c:extLst>
        </c:ser>
        <c:ser>
          <c:idx val="3"/>
          <c:order val="3"/>
          <c:spPr>
            <a:solidFill>
              <a:schemeClr val="accent2"/>
            </a:solidFill>
            <a:ln>
              <a:noFill/>
            </a:ln>
          </c:spPr>
          <c:invertIfNegative val="0"/>
          <c:dPt>
            <c:idx val="11"/>
            <c:invertIfNegative val="0"/>
            <c:bubble3D val="0"/>
            <c:extLst>
              <c:ext xmlns:c16="http://schemas.microsoft.com/office/drawing/2014/chart" uri="{C3380CC4-5D6E-409C-BE32-E72D297353CC}">
                <c16:uniqueId val="{00000003-DA1C-45E7-90DC-3CA3B75E1D94}"/>
              </c:ext>
            </c:extLst>
          </c:dPt>
          <c:dPt>
            <c:idx val="12"/>
            <c:invertIfNegative val="0"/>
            <c:bubble3D val="0"/>
            <c:extLst>
              <c:ext xmlns:c16="http://schemas.microsoft.com/office/drawing/2014/chart" uri="{C3380CC4-5D6E-409C-BE32-E72D297353CC}">
                <c16:uniqueId val="{00000004-DA1C-45E7-90DC-3CA3B75E1D94}"/>
              </c:ext>
            </c:extLst>
          </c:dPt>
          <c:dPt>
            <c:idx val="13"/>
            <c:invertIfNegative val="0"/>
            <c:bubble3D val="0"/>
            <c:extLst>
              <c:ext xmlns:c16="http://schemas.microsoft.com/office/drawing/2014/chart" uri="{C3380CC4-5D6E-409C-BE32-E72D297353CC}">
                <c16:uniqueId val="{00000005-DA1C-45E7-90DC-3CA3B75E1D94}"/>
              </c:ext>
            </c:extLst>
          </c:dPt>
          <c:dPt>
            <c:idx val="14"/>
            <c:invertIfNegative val="0"/>
            <c:bubble3D val="0"/>
            <c:extLst>
              <c:ext xmlns:c16="http://schemas.microsoft.com/office/drawing/2014/chart" uri="{C3380CC4-5D6E-409C-BE32-E72D297353CC}">
                <c16:uniqueId val="{00000006-DA1C-45E7-90DC-3CA3B75E1D94}"/>
              </c:ext>
            </c:extLst>
          </c:dPt>
          <c:dPt>
            <c:idx val="15"/>
            <c:invertIfNegative val="0"/>
            <c:bubble3D val="0"/>
            <c:spPr>
              <a:solidFill>
                <a:schemeClr val="accent1"/>
              </a:solidFill>
              <a:ln>
                <a:noFill/>
              </a:ln>
            </c:spPr>
            <c:extLst>
              <c:ext xmlns:c16="http://schemas.microsoft.com/office/drawing/2014/chart" uri="{C3380CC4-5D6E-409C-BE32-E72D297353CC}">
                <c16:uniqueId val="{00000007-DA1C-45E7-90DC-3CA3B75E1D94}"/>
              </c:ext>
            </c:extLst>
          </c:dPt>
          <c:dPt>
            <c:idx val="16"/>
            <c:invertIfNegative val="0"/>
            <c:bubble3D val="0"/>
            <c:extLst>
              <c:ext xmlns:c16="http://schemas.microsoft.com/office/drawing/2014/chart" uri="{C3380CC4-5D6E-409C-BE32-E72D297353CC}">
                <c16:uniqueId val="{00000008-DA1C-45E7-90DC-3CA3B75E1D94}"/>
              </c:ext>
            </c:extLst>
          </c:dPt>
          <c:dPt>
            <c:idx val="17"/>
            <c:invertIfNegative val="0"/>
            <c:bubble3D val="0"/>
            <c:extLst>
              <c:ext xmlns:c16="http://schemas.microsoft.com/office/drawing/2014/chart" uri="{C3380CC4-5D6E-409C-BE32-E72D297353CC}">
                <c16:uniqueId val="{00000009-DA1C-45E7-90DC-3CA3B75E1D94}"/>
              </c:ext>
            </c:extLst>
          </c:dPt>
          <c:dPt>
            <c:idx val="18"/>
            <c:invertIfNegative val="0"/>
            <c:bubble3D val="0"/>
            <c:extLst>
              <c:ext xmlns:c16="http://schemas.microsoft.com/office/drawing/2014/chart" uri="{C3380CC4-5D6E-409C-BE32-E72D297353CC}">
                <c16:uniqueId val="{0000000A-DA1C-45E7-90DC-3CA3B75E1D94}"/>
              </c:ext>
            </c:extLst>
          </c:dPt>
          <c:dPt>
            <c:idx val="19"/>
            <c:invertIfNegative val="0"/>
            <c:bubble3D val="0"/>
            <c:spPr>
              <a:solidFill>
                <a:schemeClr val="accent1"/>
              </a:solidFill>
              <a:ln>
                <a:noFill/>
              </a:ln>
            </c:spPr>
            <c:extLst>
              <c:ext xmlns:c16="http://schemas.microsoft.com/office/drawing/2014/chart" uri="{C3380CC4-5D6E-409C-BE32-E72D297353CC}">
                <c16:uniqueId val="{0000000B-DA1C-45E7-90DC-3CA3B75E1D94}"/>
              </c:ext>
            </c:extLst>
          </c:dPt>
          <c:xVal>
            <c:numRef>
              <c:f>Sheet1!$A$1:$A$22</c:f>
              <c:numCache>
                <c:formatCode>General</c:formatCode>
                <c:ptCount val="22"/>
                <c:pt idx="11">
                  <c:v>44.9</c:v>
                </c:pt>
                <c:pt idx="12">
                  <c:v>59.8</c:v>
                </c:pt>
                <c:pt idx="13">
                  <c:v>18.600000000000001</c:v>
                </c:pt>
                <c:pt idx="14">
                  <c:v>24</c:v>
                </c:pt>
                <c:pt idx="15">
                  <c:v>4</c:v>
                </c:pt>
                <c:pt idx="16">
                  <c:v>3.6</c:v>
                </c:pt>
                <c:pt idx="17">
                  <c:v>5.4</c:v>
                </c:pt>
                <c:pt idx="18">
                  <c:v>22.3</c:v>
                </c:pt>
                <c:pt idx="19">
                  <c:v>192.2</c:v>
                </c:pt>
                <c:pt idx="20">
                  <c:v>7</c:v>
                </c:pt>
                <c:pt idx="21">
                  <c:v>192.2</c:v>
                </c:pt>
              </c:numCache>
            </c:numRef>
          </c:xVal>
          <c:yVal>
            <c:numRef>
              <c:f>Sheet1!$H$1:$H$22</c:f>
              <c:numCache>
                <c:formatCode>General</c:formatCode>
                <c:ptCount val="22"/>
                <c:pt idx="11">
                  <c:v>4.5999999999999996</c:v>
                </c:pt>
                <c:pt idx="12">
                  <c:v>4.5</c:v>
                </c:pt>
                <c:pt idx="13">
                  <c:v>4.3</c:v>
                </c:pt>
                <c:pt idx="14">
                  <c:v>3.6</c:v>
                </c:pt>
                <c:pt idx="15">
                  <c:v>2.9</c:v>
                </c:pt>
                <c:pt idx="16">
                  <c:v>2.8</c:v>
                </c:pt>
                <c:pt idx="17">
                  <c:v>2.7</c:v>
                </c:pt>
                <c:pt idx="18">
                  <c:v>0.8</c:v>
                </c:pt>
                <c:pt idx="19">
                  <c:v>0</c:v>
                </c:pt>
                <c:pt idx="20">
                  <c:v>0</c:v>
                </c:pt>
                <c:pt idx="21">
                  <c:v>0</c:v>
                </c:pt>
              </c:numCache>
            </c:numRef>
          </c:yVal>
          <c:bubbleSize>
            <c:numRef>
              <c:f>Sheet1!$I$1:$I$22</c:f>
              <c:numCache>
                <c:formatCode>General</c:formatCode>
                <c:ptCount val="22"/>
                <c:pt idx="11">
                  <c:v>1</c:v>
                </c:pt>
                <c:pt idx="12">
                  <c:v>1</c:v>
                </c:pt>
                <c:pt idx="13">
                  <c:v>1</c:v>
                </c:pt>
                <c:pt idx="14">
                  <c:v>1</c:v>
                </c:pt>
                <c:pt idx="15">
                  <c:v>1</c:v>
                </c:pt>
                <c:pt idx="16">
                  <c:v>1</c:v>
                </c:pt>
                <c:pt idx="17">
                  <c:v>1</c:v>
                </c:pt>
                <c:pt idx="18">
                  <c:v>1</c:v>
                </c:pt>
                <c:pt idx="19">
                  <c:v>1</c:v>
                </c:pt>
                <c:pt idx="20">
                  <c:v>1</c:v>
                </c:pt>
                <c:pt idx="21">
                  <c:v>1</c:v>
                </c:pt>
              </c:numCache>
            </c:numRef>
          </c:bubbleSize>
          <c:bubble3D val="0"/>
          <c:extLst>
            <c:ext xmlns:c16="http://schemas.microsoft.com/office/drawing/2014/chart" uri="{C3380CC4-5D6E-409C-BE32-E72D297353CC}">
              <c16:uniqueId val="{0000000C-DA1C-45E7-90DC-3CA3B75E1D94}"/>
            </c:ext>
          </c:extLst>
        </c:ser>
        <c:dLbls>
          <c:showLegendKey val="0"/>
          <c:showVal val="0"/>
          <c:showCatName val="0"/>
          <c:showSerName val="0"/>
          <c:showPercent val="0"/>
          <c:showBubbleSize val="0"/>
        </c:dLbls>
        <c:bubbleScale val="13"/>
        <c:showNegBubbles val="0"/>
        <c:axId val="2145005535"/>
        <c:axId val="1"/>
      </c:bubbleChart>
      <c:valAx>
        <c:axId val="2145005535"/>
        <c:scaling>
          <c:orientation val="minMax"/>
          <c:max val="240"/>
          <c:min val="-8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
        <c:crosses val="min"/>
        <c:crossBetween val="midCat"/>
      </c:valAx>
      <c:valAx>
        <c:axId val="1"/>
        <c:scaling>
          <c:orientation val="minMax"/>
          <c:max val="30"/>
          <c:min val="-5"/>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2145005535"/>
        <c:crosses val="min"/>
        <c:crossBetween val="midCat"/>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408771342484097E-2"/>
          <c:y val="2.2958057395143488E-2"/>
          <c:w val="0.96518245731503183"/>
          <c:h val="0.95408388520971299"/>
        </c:manualLayout>
      </c:layout>
      <c:barChart>
        <c:barDir val="bar"/>
        <c:grouping val="stacked"/>
        <c:varyColors val="0"/>
        <c:ser>
          <c:idx val="0"/>
          <c:order val="0"/>
          <c:spPr>
            <a:solidFill>
              <a:schemeClr val="accent4"/>
            </a:solidFill>
            <a:ln w="9525" cmpd="sng" algn="ctr">
              <a:solidFill>
                <a:schemeClr val="bg1"/>
              </a:solidFill>
              <a:prstDash val="solid"/>
            </a:ln>
          </c:spPr>
          <c:invertIfNegative val="0"/>
          <c:val>
            <c:numRef>
              <c:f>Sheet1!$A$1:$I$1</c:f>
              <c:numCache>
                <c:formatCode>General</c:formatCode>
                <c:ptCount val="9"/>
                <c:pt idx="0">
                  <c:v>100</c:v>
                </c:pt>
                <c:pt idx="1">
                  <c:v>99.975999999999999</c:v>
                </c:pt>
                <c:pt idx="2">
                  <c:v>99.929999999999993</c:v>
                </c:pt>
                <c:pt idx="3">
                  <c:v>99.923000000000002</c:v>
                </c:pt>
                <c:pt idx="4">
                  <c:v>99.896000000000001</c:v>
                </c:pt>
                <c:pt idx="5">
                  <c:v>99.853999999999999</c:v>
                </c:pt>
                <c:pt idx="6">
                  <c:v>99.846000000000004</c:v>
                </c:pt>
                <c:pt idx="7">
                  <c:v>99.827999999999989</c:v>
                </c:pt>
                <c:pt idx="8">
                  <c:v>99.823999999999998</c:v>
                </c:pt>
              </c:numCache>
            </c:numRef>
          </c:val>
          <c:extLst>
            <c:ext xmlns:c16="http://schemas.microsoft.com/office/drawing/2014/chart" uri="{C3380CC4-5D6E-409C-BE32-E72D297353CC}">
              <c16:uniqueId val="{00000000-D6E3-4E89-B650-392634B8CA86}"/>
            </c:ext>
          </c:extLst>
        </c:ser>
        <c:dLbls>
          <c:showLegendKey val="0"/>
          <c:showVal val="0"/>
          <c:showCatName val="0"/>
          <c:showSerName val="0"/>
          <c:showPercent val="0"/>
          <c:showBubbleSize val="0"/>
        </c:dLbls>
        <c:gapWidth val="40"/>
        <c:overlap val="100"/>
        <c:axId val="522515856"/>
        <c:axId val="1"/>
      </c:barChart>
      <c:catAx>
        <c:axId val="52251585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99.4"/>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522515856"/>
        <c:crosses val="max"/>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9486395597676545E-3"/>
          <c:y val="5.9915611814345994E-2"/>
          <c:w val="0.98410272088046469"/>
          <c:h val="0.88016877637130797"/>
        </c:manualLayout>
      </c:layout>
      <c:barChart>
        <c:barDir val="col"/>
        <c:grouping val="stacked"/>
        <c:varyColors val="0"/>
        <c:ser>
          <c:idx val="0"/>
          <c:order val="0"/>
          <c:spPr>
            <a:solidFill>
              <a:schemeClr val="accent4"/>
            </a:solidFill>
            <a:ln w="9525" cmpd="sng" algn="ctr">
              <a:solidFill>
                <a:schemeClr val="bg1"/>
              </a:solidFill>
              <a:prstDash val="solid"/>
            </a:ln>
          </c:spPr>
          <c:invertIfNegative val="0"/>
          <c:dLbls>
            <c:dLbl>
              <c:idx val="0"/>
              <c:layout>
                <c:manualLayout>
                  <c:x val="0"/>
                  <c:y val="-0.43628691983122364"/>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DE3-4CC9-9594-6B64EE87DB59}"/>
                </c:ext>
              </c:extLst>
            </c:dLbl>
            <c:dLbl>
              <c:idx val="1"/>
              <c:layout>
                <c:manualLayout>
                  <c:x val="0"/>
                  <c:y val="-0.35274261603375529"/>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DE3-4CC9-9594-6B64EE87DB59}"/>
                </c:ext>
              </c:extLst>
            </c:dLbl>
            <c:dLbl>
              <c:idx val="2"/>
              <c:layout>
                <c:manualLayout>
                  <c:x val="0"/>
                  <c:y val="-0.31518987341772153"/>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9DE3-4CC9-9594-6B64EE87DB59}"/>
                </c:ext>
              </c:extLst>
            </c:dLbl>
            <c:dLbl>
              <c:idx val="3"/>
              <c:layout>
                <c:manualLayout>
                  <c:x val="0"/>
                  <c:y val="-0.31181434599156116"/>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9DE3-4CC9-9594-6B64EE87DB59}"/>
                </c:ext>
              </c:extLst>
            </c:dLbl>
            <c:dLbl>
              <c:idx val="4"/>
              <c:layout>
                <c:manualLayout>
                  <c:x val="0"/>
                  <c:y val="-0.21476793248945147"/>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9DE3-4CC9-9594-6B64EE87DB59}"/>
                </c:ext>
              </c:extLst>
            </c:dLbl>
            <c:dLbl>
              <c:idx val="5"/>
              <c:layout>
                <c:manualLayout>
                  <c:x val="0"/>
                  <c:y val="-0.20084388185654009"/>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9DE3-4CC9-9594-6B64EE87DB59}"/>
                </c:ext>
              </c:extLst>
            </c:dLbl>
            <c:dLbl>
              <c:idx val="6"/>
              <c:layout>
                <c:manualLayout>
                  <c:x val="0"/>
                  <c:y val="-0.15780590717299578"/>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9DE3-4CC9-9594-6B64EE87DB59}"/>
                </c:ext>
              </c:extLst>
            </c:dLbl>
            <c:dLbl>
              <c:idx val="7"/>
              <c:layout>
                <c:manualLayout>
                  <c:x val="0"/>
                  <c:y val="-0.14978902953586498"/>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9DE3-4CC9-9594-6B64EE87DB59}"/>
                </c:ext>
              </c:extLst>
            </c:dLbl>
            <c:dLbl>
              <c:idx val="8"/>
              <c:layout>
                <c:manualLayout>
                  <c:x val="0"/>
                  <c:y val="-0.14303797468354432"/>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9DE3-4CC9-9594-6B64EE87DB59}"/>
                </c:ext>
              </c:extLst>
            </c:dLbl>
            <c:dLbl>
              <c:idx val="9"/>
              <c:layout>
                <c:manualLayout>
                  <c:x val="0"/>
                  <c:y val="-0.12151898734177215"/>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9DE3-4CC9-9594-6B64EE87DB59}"/>
                </c:ext>
              </c:extLst>
            </c:dLbl>
            <c:dLbl>
              <c:idx val="10"/>
              <c:layout>
                <c:manualLayout>
                  <c:x val="0"/>
                  <c:y val="-0.1109704641350211"/>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9DE3-4CC9-9594-6B64EE87DB59}"/>
                </c:ext>
              </c:extLst>
            </c:dLbl>
            <c:dLbl>
              <c:idx val="11"/>
              <c:layout>
                <c:manualLayout>
                  <c:x val="0"/>
                  <c:y val="-9.3248945147679327E-2"/>
                </c:manualLayout>
              </c:layout>
              <c:numFmt formatCode="#,##0;&quot;-&quot;#,##0;0" sourceLinked="0"/>
              <c:spPr>
                <a:noFill/>
                <a:ln>
                  <a:noFill/>
                </a:ln>
              </c:spPr>
              <c:txPr>
                <a:bodyPr wrap="none"/>
                <a:lstStyle/>
                <a:p>
                  <a:pPr>
                    <a:defRPr sz="1000" kern="1200">
                      <a:solidFill>
                        <a:srgbClr val="191C1E"/>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9DE3-4CC9-9594-6B64EE87DB5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Sheet1!$A$1:$L$1</c:f>
              <c:numCache>
                <c:formatCode>General</c:formatCode>
                <c:ptCount val="12"/>
                <c:pt idx="0">
                  <c:v>2788</c:v>
                </c:pt>
                <c:pt idx="1">
                  <c:v>2219</c:v>
                </c:pt>
                <c:pt idx="2">
                  <c:v>1963</c:v>
                </c:pt>
                <c:pt idx="3">
                  <c:v>1942</c:v>
                </c:pt>
                <c:pt idx="4">
                  <c:v>1282</c:v>
                </c:pt>
                <c:pt idx="5">
                  <c:v>1187</c:v>
                </c:pt>
                <c:pt idx="6">
                  <c:v>890</c:v>
                </c:pt>
                <c:pt idx="7">
                  <c:v>835</c:v>
                </c:pt>
                <c:pt idx="8">
                  <c:v>793</c:v>
                </c:pt>
                <c:pt idx="9">
                  <c:v>644</c:v>
                </c:pt>
                <c:pt idx="10">
                  <c:v>572</c:v>
                </c:pt>
                <c:pt idx="11">
                  <c:v>450</c:v>
                </c:pt>
              </c:numCache>
            </c:numRef>
          </c:val>
          <c:extLst>
            <c:ext xmlns:c16="http://schemas.microsoft.com/office/drawing/2014/chart" uri="{C3380CC4-5D6E-409C-BE32-E72D297353CC}">
              <c16:uniqueId val="{0000000C-9DE3-4CC9-9594-6B64EE87DB59}"/>
            </c:ext>
          </c:extLst>
        </c:ser>
        <c:dLbls>
          <c:showLegendKey val="0"/>
          <c:showVal val="0"/>
          <c:showCatName val="0"/>
          <c:showSerName val="0"/>
          <c:showPercent val="0"/>
          <c:showBubbleSize val="0"/>
        </c:dLbls>
        <c:gapWidth val="40"/>
        <c:overlap val="100"/>
        <c:axId val="393152031"/>
        <c:axId val="1"/>
      </c:barChart>
      <c:catAx>
        <c:axId val="3931520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393152031"/>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2515042117930204E-2"/>
          <c:y val="2.0891924467657693E-2"/>
          <c:w val="0.97496991576413961"/>
          <c:h val="0.95821615106468461"/>
        </c:manualLayout>
      </c:layout>
      <c:barChart>
        <c:barDir val="bar"/>
        <c:grouping val="stacked"/>
        <c:varyColors val="0"/>
        <c:ser>
          <c:idx val="0"/>
          <c:order val="0"/>
          <c:spPr>
            <a:solidFill>
              <a:schemeClr val="accent4"/>
            </a:solidFill>
            <a:ln w="9525" cmpd="sng" algn="ctr">
              <a:solidFill>
                <a:schemeClr val="bg1"/>
              </a:solidFill>
              <a:prstDash val="solid"/>
            </a:ln>
          </c:spPr>
          <c:invertIfNegative val="0"/>
          <c:val>
            <c:numRef>
              <c:f>Sheet1!$A$1:$L$1</c:f>
              <c:numCache>
                <c:formatCode>General</c:formatCode>
                <c:ptCount val="12"/>
                <c:pt idx="0">
                  <c:v>9</c:v>
                </c:pt>
                <c:pt idx="1">
                  <c:v>8</c:v>
                </c:pt>
                <c:pt idx="2">
                  <c:v>6</c:v>
                </c:pt>
                <c:pt idx="3">
                  <c:v>3</c:v>
                </c:pt>
                <c:pt idx="4">
                  <c:v>3</c:v>
                </c:pt>
                <c:pt idx="5">
                  <c:v>2</c:v>
                </c:pt>
                <c:pt idx="6">
                  <c:v>2</c:v>
                </c:pt>
                <c:pt idx="7">
                  <c:v>2</c:v>
                </c:pt>
                <c:pt idx="8">
                  <c:v>2</c:v>
                </c:pt>
                <c:pt idx="9">
                  <c:v>2</c:v>
                </c:pt>
                <c:pt idx="10">
                  <c:v>2</c:v>
                </c:pt>
                <c:pt idx="11">
                  <c:v>1</c:v>
                </c:pt>
              </c:numCache>
            </c:numRef>
          </c:val>
          <c:extLst>
            <c:ext xmlns:c16="http://schemas.microsoft.com/office/drawing/2014/chart" uri="{C3380CC4-5D6E-409C-BE32-E72D297353CC}">
              <c16:uniqueId val="{00000000-895A-4616-BD94-273D00A68A3D}"/>
            </c:ext>
          </c:extLst>
        </c:ser>
        <c:dLbls>
          <c:showLegendKey val="0"/>
          <c:showVal val="0"/>
          <c:showCatName val="0"/>
          <c:showSerName val="0"/>
          <c:showPercent val="0"/>
          <c:showBubbleSize val="0"/>
        </c:dLbls>
        <c:gapWidth val="40"/>
        <c:overlap val="100"/>
        <c:axId val="544376768"/>
        <c:axId val="1"/>
      </c:barChart>
      <c:catAx>
        <c:axId val="54437676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544376768"/>
        <c:crosses val="max"/>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3311979500320305E-2"/>
          <c:y val="7.5949367088607597E-2"/>
          <c:w val="0.93337604099935934"/>
          <c:h val="0.84810126582278478"/>
        </c:manualLayout>
      </c:layout>
      <c:barChart>
        <c:barDir val="col"/>
        <c:grouping val="clustered"/>
        <c:varyColors val="0"/>
        <c:ser>
          <c:idx val="0"/>
          <c:order val="0"/>
          <c:spPr>
            <a:solidFill>
              <a:schemeClr val="accent2"/>
            </a:solidFill>
            <a:ln>
              <a:noFill/>
            </a:ln>
          </c:spPr>
          <c:invertIfNegative val="0"/>
          <c:dLbls>
            <c:dLbl>
              <c:idx val="0"/>
              <c:layout>
                <c:manualLayout>
                  <c:x val="0"/>
                  <c:y val="-0.37432188065099459"/>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A7B-4E39-8496-DA1F6417492C}"/>
                </c:ext>
              </c:extLst>
            </c:dLbl>
            <c:dLbl>
              <c:idx val="1"/>
              <c:layout>
                <c:manualLayout>
                  <c:x val="0"/>
                  <c:y val="-0.21654611211573238"/>
                </c:manualLayout>
              </c:layout>
              <c:numFmt formatCode="#,##0;&quot;-&quot;#,##0;0" sourceLinked="0"/>
              <c:spPr>
                <a:noFill/>
                <a:ln>
                  <a:noFill/>
                </a:ln>
              </c:spPr>
              <c:txPr>
                <a:bodyPr wrap="none"/>
                <a:lstStyle/>
                <a:p>
                  <a:pPr>
                    <a:defRPr sz="12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A7B-4E39-8496-DA1F6417492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177</c:v>
                </c:pt>
                <c:pt idx="1">
                  <c:v>95</c:v>
                </c:pt>
              </c:numCache>
            </c:numRef>
          </c:val>
          <c:extLst>
            <c:ext xmlns:c16="http://schemas.microsoft.com/office/drawing/2014/chart" uri="{C3380CC4-5D6E-409C-BE32-E72D297353CC}">
              <c16:uniqueId val="{00000002-6A7B-4E39-8496-DA1F6417492C}"/>
            </c:ext>
          </c:extLst>
        </c:ser>
        <c:ser>
          <c:idx val="1"/>
          <c:order val="1"/>
          <c:spPr>
            <a:solidFill>
              <a:schemeClr val="accent4"/>
            </a:solidFill>
            <a:ln>
              <a:noFill/>
            </a:ln>
          </c:spPr>
          <c:invertIfNegative val="0"/>
          <c:val>
            <c:numRef>
              <c:f>Sheet1!$A$2:$B$2</c:f>
              <c:numCache>
                <c:formatCode>General</c:formatCode>
                <c:ptCount val="2"/>
                <c:pt idx="0">
                  <c:v>212</c:v>
                </c:pt>
                <c:pt idx="1">
                  <c:v>70</c:v>
                </c:pt>
              </c:numCache>
            </c:numRef>
          </c:val>
          <c:extLst>
            <c:ext xmlns:c16="http://schemas.microsoft.com/office/drawing/2014/chart" uri="{C3380CC4-5D6E-409C-BE32-E72D297353CC}">
              <c16:uniqueId val="{00000003-6A7B-4E39-8496-DA1F6417492C}"/>
            </c:ext>
          </c:extLst>
        </c:ser>
        <c:dLbls>
          <c:showLegendKey val="0"/>
          <c:showVal val="0"/>
          <c:showCatName val="0"/>
          <c:showSerName val="0"/>
          <c:showPercent val="0"/>
          <c:showBubbleSize val="0"/>
        </c:dLbls>
        <c:gapWidth val="40"/>
        <c:axId val="354825999"/>
        <c:axId val="1"/>
      </c:barChart>
      <c:catAx>
        <c:axId val="35482599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354825999"/>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5454545454545456E-2"/>
          <c:y val="2.4880382775119617E-2"/>
          <c:w val="0.90909090909090906"/>
          <c:h val="0.95023923444976077"/>
        </c:manualLayout>
      </c:layout>
      <c:barChart>
        <c:barDir val="bar"/>
        <c:grouping val="stacked"/>
        <c:varyColors val="0"/>
        <c:ser>
          <c:idx val="0"/>
          <c:order val="0"/>
          <c:spPr>
            <a:solidFill>
              <a:schemeClr val="accent2"/>
            </a:solidFill>
            <a:ln w="9525" cmpd="sng" algn="ctr">
              <a:solidFill>
                <a:schemeClr val="bg1"/>
              </a:solidFill>
              <a:prstDash val="solid"/>
            </a:ln>
          </c:spPr>
          <c:invertIfNegative val="0"/>
          <c:val>
            <c:numRef>
              <c:f>Sheet1!$A$1:$J$1</c:f>
              <c:numCache>
                <c:formatCode>General</c:formatCode>
                <c:ptCount val="10"/>
                <c:pt idx="0">
                  <c:v>32</c:v>
                </c:pt>
                <c:pt idx="1">
                  <c:v>35</c:v>
                </c:pt>
                <c:pt idx="2">
                  <c:v>24</c:v>
                </c:pt>
                <c:pt idx="3">
                  <c:v>1</c:v>
                </c:pt>
                <c:pt idx="4">
                  <c:v>4</c:v>
                </c:pt>
                <c:pt idx="5">
                  <c:v>16</c:v>
                </c:pt>
                <c:pt idx="6">
                  <c:v>4</c:v>
                </c:pt>
                <c:pt idx="7">
                  <c:v>14</c:v>
                </c:pt>
                <c:pt idx="8">
                  <c:v>12</c:v>
                </c:pt>
                <c:pt idx="9">
                  <c:v>11</c:v>
                </c:pt>
              </c:numCache>
            </c:numRef>
          </c:val>
          <c:extLst>
            <c:ext xmlns:c16="http://schemas.microsoft.com/office/drawing/2014/chart" uri="{C3380CC4-5D6E-409C-BE32-E72D297353CC}">
              <c16:uniqueId val="{00000000-BAE9-4811-B9F1-8570E9B37E57}"/>
            </c:ext>
          </c:extLst>
        </c:ser>
        <c:ser>
          <c:idx val="1"/>
          <c:order val="1"/>
          <c:spPr>
            <a:solidFill>
              <a:schemeClr val="accent4"/>
            </a:solidFill>
            <a:ln w="9525" cmpd="sng" algn="ctr">
              <a:solidFill>
                <a:schemeClr val="bg1"/>
              </a:solidFill>
              <a:prstDash val="solid"/>
            </a:ln>
          </c:spPr>
          <c:invertIfNegative val="0"/>
          <c:val>
            <c:numRef>
              <c:f>Sheet1!$A$2:$J$2</c:f>
              <c:numCache>
                <c:formatCode>General</c:formatCode>
                <c:ptCount val="10"/>
                <c:pt idx="0">
                  <c:v>13</c:v>
                </c:pt>
                <c:pt idx="1">
                  <c:v>2</c:v>
                </c:pt>
                <c:pt idx="2">
                  <c:v>12</c:v>
                </c:pt>
                <c:pt idx="3">
                  <c:v>31</c:v>
                </c:pt>
                <c:pt idx="4">
                  <c:v>16</c:v>
                </c:pt>
                <c:pt idx="5">
                  <c:v>0</c:v>
                </c:pt>
                <c:pt idx="6">
                  <c:v>10</c:v>
                </c:pt>
                <c:pt idx="7">
                  <c:v>0</c:v>
                </c:pt>
                <c:pt idx="8">
                  <c:v>1</c:v>
                </c:pt>
                <c:pt idx="9">
                  <c:v>2</c:v>
                </c:pt>
              </c:numCache>
            </c:numRef>
          </c:val>
          <c:extLst>
            <c:ext xmlns:c16="http://schemas.microsoft.com/office/drawing/2014/chart" uri="{C3380CC4-5D6E-409C-BE32-E72D297353CC}">
              <c16:uniqueId val="{00000001-BAE9-4811-B9F1-8570E9B37E57}"/>
            </c:ext>
          </c:extLst>
        </c:ser>
        <c:dLbls>
          <c:showLegendKey val="0"/>
          <c:showVal val="0"/>
          <c:showCatName val="0"/>
          <c:showSerName val="0"/>
          <c:showPercent val="0"/>
          <c:showBubbleSize val="0"/>
        </c:dLbls>
        <c:gapWidth val="40"/>
        <c:overlap val="100"/>
        <c:axId val="482361359"/>
        <c:axId val="1"/>
      </c:barChart>
      <c:catAx>
        <c:axId val="48236135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0"/>
          <c:min val="0"/>
        </c:scaling>
        <c:delete val="0"/>
        <c:axPos val="b"/>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482361359"/>
        <c:crosses val="max"/>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30 June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30 June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0C9B-F6B6-B98A-F778-7E2868785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5E834-96F6-3AC9-7203-2881D1B39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1718F-3923-01EB-02C8-695D74D80B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BE887F-F253-3DFE-A687-3132F6D01D41}"/>
              </a:ext>
            </a:extLst>
          </p:cNvPr>
          <p:cNvSpPr>
            <a:spLocks noGrp="1"/>
          </p:cNvSpPr>
          <p:nvPr>
            <p:ph type="sldNum" sz="quarter" idx="5"/>
          </p:nvPr>
        </p:nvSpPr>
        <p:spPr/>
        <p:txBody>
          <a:bodyPr/>
          <a:lstStyle/>
          <a:p>
            <a:fld id="{BCDC90D2-E354-814B-BC17-8CCD2204179F}" type="slidenum">
              <a:rPr lang="en-GB" smtClean="0"/>
              <a:t>3</a:t>
            </a:fld>
            <a:endParaRPr lang="en-GB"/>
          </a:p>
        </p:txBody>
      </p:sp>
    </p:spTree>
    <p:extLst>
      <p:ext uri="{BB962C8B-B14F-4D97-AF65-F5344CB8AC3E}">
        <p14:creationId xmlns:p14="http://schemas.microsoft.com/office/powerpoint/2010/main" val="3239386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Date Placeholder 3"/>
          <p:cNvSpPr>
            <a:spLocks noGrp="1"/>
          </p:cNvSpPr>
          <p:nvPr>
            <p:ph type="dt" idx="1"/>
          </p:nvPr>
        </p:nvSpPr>
        <p:spPr/>
        <p:txBody>
          <a:bodyPr/>
          <a:lstStyle/>
          <a:p>
            <a:fld id="{1DF34805-1F01-4BDA-A8CA-FCEA2B4BC8D0}" type="datetime3">
              <a:rPr lang="en-US" smtClean="0"/>
              <a:pPr/>
              <a:t>30 June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5</a:t>
            </a:fld>
            <a:endParaRPr lang="en-US"/>
          </a:p>
        </p:txBody>
      </p:sp>
    </p:spTree>
    <p:extLst>
      <p:ext uri="{BB962C8B-B14F-4D97-AF65-F5344CB8AC3E}">
        <p14:creationId xmlns:p14="http://schemas.microsoft.com/office/powerpoint/2010/main" val="3421707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1DF34805-1F01-4BDA-A8CA-FCEA2B4BC8D0}" type="datetime3">
              <a:rPr lang="en-US" smtClean="0">
                <a:cs typeface="+mn-cs"/>
              </a:rPr>
              <a:pPr/>
              <a:t>30 June 2026</a:t>
            </a:fld>
            <a:endParaRPr lang="en-US">
              <a:cs typeface="+mn-cs"/>
            </a:endParaRPr>
          </a:p>
        </p:txBody>
      </p:sp>
      <p:sp>
        <p:nvSpPr>
          <p:cNvPr id="5" name="Slide Number Placeholder 4"/>
          <p:cNvSpPr>
            <a:spLocks noGrp="1"/>
          </p:cNvSpPr>
          <p:nvPr>
            <p:ph type="sldNum" sz="quarter" idx="5"/>
          </p:nvPr>
        </p:nvSpPr>
        <p:spPr/>
        <p:txBody>
          <a:bodyPr/>
          <a:lstStyle/>
          <a:p>
            <a:fld id="{CF5EBCF4-26FC-4F76-8DA1-52FDDC328D44}" type="slidenum">
              <a:rPr lang="en-US" smtClean="0">
                <a:cs typeface="+mn-cs"/>
              </a:rPr>
              <a:pPr/>
              <a:t>10</a:t>
            </a:fld>
            <a:endParaRPr lang="en-US">
              <a:cs typeface="+mn-cs"/>
            </a:endParaRPr>
          </a:p>
        </p:txBody>
      </p:sp>
    </p:spTree>
    <p:extLst>
      <p:ext uri="{BB962C8B-B14F-4D97-AF65-F5344CB8AC3E}">
        <p14:creationId xmlns:p14="http://schemas.microsoft.com/office/powerpoint/2010/main" val="613323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A83747-04CC-4607-8A36-4F128FA1B69E}" type="datetime3">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900" b="0" i="0" u="none" strike="noStrike" kern="1200" cap="none" spc="0" normalizeH="0" baseline="0" noProof="0">
              <a:ln>
                <a:noFill/>
              </a:ln>
              <a:solidFill>
                <a:srgbClr val="000000"/>
              </a:solidFill>
              <a:effectLst/>
              <a:uLnTx/>
              <a:uFillTx/>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000000"/>
              </a:solidFill>
              <a:effectLst/>
              <a:uLnTx/>
              <a:uFillTx/>
              <a:cs typeface="+mn-cs"/>
            </a:endParaRPr>
          </a:p>
        </p:txBody>
      </p:sp>
    </p:spTree>
    <p:extLst>
      <p:ext uri="{BB962C8B-B14F-4D97-AF65-F5344CB8AC3E}">
        <p14:creationId xmlns:p14="http://schemas.microsoft.com/office/powerpoint/2010/main" val="3597460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A83747-04CC-4607-8A36-4F128FA1B69E}" type="datetime3">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900" b="0" i="0" u="none" strike="noStrike" kern="1200" cap="none" spc="0" normalizeH="0" baseline="0" noProof="0">
              <a:ln>
                <a:noFill/>
              </a:ln>
              <a:solidFill>
                <a:srgbClr val="000000"/>
              </a:solidFill>
              <a:effectLst/>
              <a:uLnTx/>
              <a:uFillTx/>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000000"/>
              </a:solidFill>
              <a:effectLst/>
              <a:uLnTx/>
              <a:uFillTx/>
              <a:cs typeface="+mn-cs"/>
            </a:endParaRPr>
          </a:p>
        </p:txBody>
      </p:sp>
    </p:spTree>
    <p:extLst>
      <p:ext uri="{BB962C8B-B14F-4D97-AF65-F5344CB8AC3E}">
        <p14:creationId xmlns:p14="http://schemas.microsoft.com/office/powerpoint/2010/main" val="2255612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A83747-04CC-4607-8A36-4F128FA1B69E}" type="datetime3">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900" b="0" i="0" u="none" strike="noStrike" kern="1200" cap="none" spc="0" normalizeH="0" baseline="0" noProof="0">
              <a:ln>
                <a:noFill/>
              </a:ln>
              <a:solidFill>
                <a:srgbClr val="000000"/>
              </a:solidFill>
              <a:effectLst/>
              <a:uLnTx/>
              <a:uFillTx/>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cs typeface="+mn-cs"/>
            </a:endParaRPr>
          </a:p>
        </p:txBody>
      </p:sp>
    </p:spTree>
    <p:extLst>
      <p:ext uri="{BB962C8B-B14F-4D97-AF65-F5344CB8AC3E}">
        <p14:creationId xmlns:p14="http://schemas.microsoft.com/office/powerpoint/2010/main" val="1895087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A83747-04CC-4607-8A36-4F128FA1B69E}" type="datetime3">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900" b="0" i="0" u="none" strike="noStrike" kern="1200" cap="none" spc="0" normalizeH="0" baseline="0" noProof="0">
              <a:ln>
                <a:noFill/>
              </a:ln>
              <a:solidFill>
                <a:srgbClr val="000000"/>
              </a:solidFill>
              <a:effectLst/>
              <a:uLnTx/>
              <a:uFillTx/>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cs typeface="+mn-cs"/>
            </a:endParaRPr>
          </a:p>
        </p:txBody>
      </p:sp>
    </p:spTree>
    <p:extLst>
      <p:ext uri="{BB962C8B-B14F-4D97-AF65-F5344CB8AC3E}">
        <p14:creationId xmlns:p14="http://schemas.microsoft.com/office/powerpoint/2010/main" val="2218796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cs typeface="+mn-cs"/>
              </a:rPr>
              <a:pPr/>
              <a:t>30 June 2026</a:t>
            </a:fld>
            <a:endParaRPr lang="en-US">
              <a:cs typeface="+mn-cs"/>
            </a:endParaRPr>
          </a:p>
        </p:txBody>
      </p:sp>
      <p:sp>
        <p:nvSpPr>
          <p:cNvPr id="5" name="Slide Number Placeholder 4"/>
          <p:cNvSpPr>
            <a:spLocks noGrp="1"/>
          </p:cNvSpPr>
          <p:nvPr>
            <p:ph type="sldNum" sz="quarter" idx="5"/>
          </p:nvPr>
        </p:nvSpPr>
        <p:spPr/>
        <p:txBody>
          <a:bodyPr/>
          <a:lstStyle/>
          <a:p>
            <a:fld id="{CF5EBCF4-26FC-4F76-8DA1-52FDDC328D44}" type="slidenum">
              <a:rPr lang="en-US" smtClean="0">
                <a:cs typeface="+mn-cs"/>
              </a:rPr>
              <a:pPr/>
              <a:t>15</a:t>
            </a:fld>
            <a:endParaRPr lang="en-US">
              <a:cs typeface="+mn-cs"/>
            </a:endParaRPr>
          </a:p>
        </p:txBody>
      </p:sp>
    </p:spTree>
    <p:extLst>
      <p:ext uri="{BB962C8B-B14F-4D97-AF65-F5344CB8AC3E}">
        <p14:creationId xmlns:p14="http://schemas.microsoft.com/office/powerpoint/2010/main" val="2192666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30 June 2026</a:t>
            </a:fld>
            <a:endParaRPr kumimoji="0" lang="en-US" sz="900" b="0" i="0" u="none" strike="noStrike" kern="1200" cap="none" spc="0" normalizeH="0" baseline="0" noProof="0">
              <a:ln>
                <a:noFill/>
              </a:ln>
              <a:solidFill>
                <a:srgbClr val="000000"/>
              </a:solidFill>
              <a:effectLst/>
              <a:uLnTx/>
              <a:uFillTx/>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000000"/>
              </a:solidFill>
              <a:effectLst/>
              <a:uLnTx/>
              <a:uFillTx/>
              <a:cs typeface="+mn-cs"/>
            </a:endParaRPr>
          </a:p>
        </p:txBody>
      </p:sp>
    </p:spTree>
    <p:extLst>
      <p:ext uri="{BB962C8B-B14F-4D97-AF65-F5344CB8AC3E}">
        <p14:creationId xmlns:p14="http://schemas.microsoft.com/office/powerpoint/2010/main" val="645975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7"/>
          <p:cNvSpPr>
            <a:spLocks noGrp="1" noChangeArrowheads="1"/>
          </p:cNvSpPr>
          <p:nvPr>
            <p:ph type="sldNum" sz="quarter" idx="5"/>
          </p:nvPr>
        </p:nvSpPr>
        <p:spPr>
          <a:noFill/>
        </p:spPr>
        <p:txBody>
          <a:bodyPr/>
          <a:lstStyle>
            <a:lvl1pPr eaLnBrk="0" hangingPunct="0">
              <a:defRPr sz="1600" b="1">
                <a:solidFill>
                  <a:schemeClr val="tx1"/>
                </a:solidFill>
                <a:latin typeface="Arial" pitchFamily="34" charset="0"/>
              </a:defRPr>
            </a:lvl1pPr>
            <a:lvl2pPr marL="742950" indent="-285750" eaLnBrk="0" hangingPunct="0">
              <a:defRPr sz="1600" b="1">
                <a:solidFill>
                  <a:schemeClr val="tx1"/>
                </a:solidFill>
                <a:latin typeface="Arial" pitchFamily="34" charset="0"/>
              </a:defRPr>
            </a:lvl2pPr>
            <a:lvl3pPr marL="1143000" indent="-228600" eaLnBrk="0" hangingPunct="0">
              <a:defRPr sz="1600" b="1">
                <a:solidFill>
                  <a:schemeClr val="tx1"/>
                </a:solidFill>
                <a:latin typeface="Arial" pitchFamily="34" charset="0"/>
              </a:defRPr>
            </a:lvl3pPr>
            <a:lvl4pPr marL="1600200" indent="-228600" eaLnBrk="0" hangingPunct="0">
              <a:defRPr sz="1600" b="1">
                <a:solidFill>
                  <a:schemeClr val="tx1"/>
                </a:solidFill>
                <a:latin typeface="Arial" pitchFamily="34" charset="0"/>
              </a:defRPr>
            </a:lvl4pPr>
            <a:lvl5pPr marL="2057400" indent="-228600" eaLnBrk="0" hangingPunct="0">
              <a:defRPr sz="1600" b="1">
                <a:solidFill>
                  <a:schemeClr val="tx1"/>
                </a:solidFill>
                <a:latin typeface="Arial" pitchFamily="34" charset="0"/>
              </a:defRPr>
            </a:lvl5pPr>
            <a:lvl6pPr marL="2514600" indent="-228600" eaLnBrk="0" fontAlgn="base" hangingPunct="0">
              <a:spcBef>
                <a:spcPct val="0"/>
              </a:spcBef>
              <a:spcAft>
                <a:spcPct val="0"/>
              </a:spcAft>
              <a:defRPr sz="1600" b="1">
                <a:solidFill>
                  <a:schemeClr val="tx1"/>
                </a:solidFill>
                <a:latin typeface="Arial" pitchFamily="34" charset="0"/>
              </a:defRPr>
            </a:lvl6pPr>
            <a:lvl7pPr marL="2971800" indent="-228600" eaLnBrk="0" fontAlgn="base" hangingPunct="0">
              <a:spcBef>
                <a:spcPct val="0"/>
              </a:spcBef>
              <a:spcAft>
                <a:spcPct val="0"/>
              </a:spcAft>
              <a:defRPr sz="1600" b="1">
                <a:solidFill>
                  <a:schemeClr val="tx1"/>
                </a:solidFill>
                <a:latin typeface="Arial" pitchFamily="34" charset="0"/>
              </a:defRPr>
            </a:lvl7pPr>
            <a:lvl8pPr marL="3429000" indent="-228600" eaLnBrk="0" fontAlgn="base" hangingPunct="0">
              <a:spcBef>
                <a:spcPct val="0"/>
              </a:spcBef>
              <a:spcAft>
                <a:spcPct val="0"/>
              </a:spcAft>
              <a:defRPr sz="1600" b="1">
                <a:solidFill>
                  <a:schemeClr val="tx1"/>
                </a:solidFill>
                <a:latin typeface="Arial" pitchFamily="34" charset="0"/>
              </a:defRPr>
            </a:lvl8pPr>
            <a:lvl9pPr marL="3886200" indent="-228600" eaLnBrk="0" fontAlgn="base" hangingPunct="0">
              <a:spcBef>
                <a:spcPct val="0"/>
              </a:spcBef>
              <a:spcAft>
                <a:spcPct val="0"/>
              </a:spcAft>
              <a:defRPr sz="1600" b="1">
                <a:solidFill>
                  <a:schemeClr val="tx1"/>
                </a:solidFill>
                <a:latin typeface="Arial" pitchFamily="34" charset="0"/>
              </a:defRPr>
            </a:lvl9pPr>
          </a:lstStyle>
          <a:p>
            <a:pPr eaLnBrk="1" hangingPunct="1"/>
            <a:endParaRPr lang="de-DE" sz="1200" b="0">
              <a:latin typeface="+mn-lt"/>
              <a:cs typeface="+mn-cs"/>
            </a:endParaRPr>
          </a:p>
        </p:txBody>
      </p:sp>
      <p:sp>
        <p:nvSpPr>
          <p:cNvPr id="498691" name="Rectangle 2"/>
          <p:cNvSpPr>
            <a:spLocks noGrp="1" noRot="1" noChangeAspect="1" noChangeArrowheads="1" noTextEdit="1"/>
          </p:cNvSpPr>
          <p:nvPr>
            <p:ph type="sldImg"/>
          </p:nvPr>
        </p:nvSpPr>
        <p:spPr>
          <a:xfrm>
            <a:off x="60325" y="758825"/>
            <a:ext cx="6613525" cy="3721100"/>
          </a:xfrm>
          <a:ln/>
        </p:spPr>
      </p:sp>
      <p:sp>
        <p:nvSpPr>
          <p:cNvPr id="498692" name="Rectangle 3"/>
          <p:cNvSpPr>
            <a:spLocks noGrp="1" noChangeArrowheads="1"/>
          </p:cNvSpPr>
          <p:nvPr>
            <p:ph type="body" idx="1"/>
          </p:nvPr>
        </p:nvSpPr>
        <p:spPr>
          <a:xfrm>
            <a:off x="906463" y="4635500"/>
            <a:ext cx="4918075" cy="254000"/>
          </a:xfrm>
          <a:noFill/>
        </p:spPr>
        <p:txBody>
          <a:bodyPr/>
          <a:lstStyle/>
          <a:p>
            <a:pPr eaLnBrk="1" hangingPunct="1"/>
            <a:endParaRPr lang="en-GB"/>
          </a:p>
        </p:txBody>
      </p:sp>
    </p:spTree>
    <p:extLst>
      <p:ext uri="{BB962C8B-B14F-4D97-AF65-F5344CB8AC3E}">
        <p14:creationId xmlns:p14="http://schemas.microsoft.com/office/powerpoint/2010/main" val="2657360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Date Placeholder 3"/>
          <p:cNvSpPr>
            <a:spLocks noGrp="1"/>
          </p:cNvSpPr>
          <p:nvPr>
            <p:ph type="dt" idx="1"/>
          </p:nvPr>
        </p:nvSpPr>
        <p:spPr/>
        <p:txBody>
          <a:bodyPr/>
          <a:lstStyle/>
          <a:p>
            <a:fld id="{1DF34805-1F01-4BDA-A8CA-FCEA2B4BC8D0}" type="datetime3">
              <a:rPr lang="en-US" smtClean="0">
                <a:cs typeface="+mn-cs"/>
              </a:rPr>
              <a:pPr/>
              <a:t>30 June 2026</a:t>
            </a:fld>
            <a:endParaRPr lang="en-US">
              <a:cs typeface="+mn-cs"/>
            </a:endParaRPr>
          </a:p>
        </p:txBody>
      </p:sp>
      <p:sp>
        <p:nvSpPr>
          <p:cNvPr id="5" name="Slide Number Placeholder 4"/>
          <p:cNvSpPr>
            <a:spLocks noGrp="1"/>
          </p:cNvSpPr>
          <p:nvPr>
            <p:ph type="sldNum" sz="quarter" idx="5"/>
          </p:nvPr>
        </p:nvSpPr>
        <p:spPr/>
        <p:txBody>
          <a:bodyPr/>
          <a:lstStyle/>
          <a:p>
            <a:fld id="{CF5EBCF4-26FC-4F76-8DA1-52FDDC328D44}" type="slidenum">
              <a:rPr lang="en-US" smtClean="0">
                <a:cs typeface="+mn-cs"/>
              </a:rPr>
              <a:pPr/>
              <a:t>18</a:t>
            </a:fld>
            <a:endParaRPr lang="en-US">
              <a:cs typeface="+mn-cs"/>
            </a:endParaRPr>
          </a:p>
        </p:txBody>
      </p:sp>
    </p:spTree>
    <p:extLst>
      <p:ext uri="{BB962C8B-B14F-4D97-AF65-F5344CB8AC3E}">
        <p14:creationId xmlns:p14="http://schemas.microsoft.com/office/powerpoint/2010/main" val="1292543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7549-D1FC-E8CE-C8A3-47397C495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26C7A-3C1F-6F92-D277-68D5A826B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D015C-4366-F4EB-CA03-0A0ABD46064B}"/>
              </a:ext>
            </a:extLst>
          </p:cNvPr>
          <p:cNvSpPr>
            <a:spLocks noGrp="1"/>
          </p:cNvSpPr>
          <p:nvPr>
            <p:ph type="body" idx="1"/>
          </p:nvPr>
        </p:nvSpPr>
        <p:spPr/>
        <p:txBody>
          <a:bodyPr/>
          <a:lstStyle/>
          <a:p>
            <a:endParaRPr lang="sv-SE" dirty="0"/>
          </a:p>
        </p:txBody>
      </p:sp>
      <p:sp>
        <p:nvSpPr>
          <p:cNvPr id="4" name="Date Placeholder 3">
            <a:extLst>
              <a:ext uri="{FF2B5EF4-FFF2-40B4-BE49-F238E27FC236}">
                <a16:creationId xmlns:a16="http://schemas.microsoft.com/office/drawing/2014/main" id="{92A75E8D-078F-3687-F3ED-0DAB8E197335}"/>
              </a:ext>
            </a:extLst>
          </p:cNvPr>
          <p:cNvSpPr>
            <a:spLocks noGrp="1"/>
          </p:cNvSpPr>
          <p:nvPr>
            <p:ph type="dt" idx="1"/>
          </p:nvPr>
        </p:nvSpPr>
        <p:spPr/>
        <p:txBody>
          <a:bodyPr/>
          <a:lstStyle/>
          <a:p>
            <a:fld id="{1DF34805-1F01-4BDA-A8CA-FCEA2B4BC8D0}" type="datetime3">
              <a:rPr lang="en-US" smtClean="0"/>
              <a:pPr/>
              <a:t>30 June 2026</a:t>
            </a:fld>
            <a:endParaRPr lang="en-US"/>
          </a:p>
        </p:txBody>
      </p:sp>
      <p:sp>
        <p:nvSpPr>
          <p:cNvPr id="5" name="Slide Number Placeholder 4">
            <a:extLst>
              <a:ext uri="{FF2B5EF4-FFF2-40B4-BE49-F238E27FC236}">
                <a16:creationId xmlns:a16="http://schemas.microsoft.com/office/drawing/2014/main" id="{D721DFB4-7ADC-6A1F-0D13-D9B38A24D17B}"/>
              </a:ext>
            </a:extLst>
          </p:cNvPr>
          <p:cNvSpPr>
            <a:spLocks noGrp="1"/>
          </p:cNvSpPr>
          <p:nvPr>
            <p:ph type="sldNum" sz="quarter" idx="5"/>
          </p:nvPr>
        </p:nvSpPr>
        <p:spPr/>
        <p:txBody>
          <a:bodyPr/>
          <a:lstStyle/>
          <a:p>
            <a:fld id="{CF5EBCF4-26FC-4F76-8DA1-52FDDC328D44}" type="slidenum">
              <a:rPr lang="en-US" smtClean="0"/>
              <a:pPr/>
              <a:t>20</a:t>
            </a:fld>
            <a:endParaRPr lang="en-US"/>
          </a:p>
        </p:txBody>
      </p:sp>
    </p:spTree>
    <p:extLst>
      <p:ext uri="{BB962C8B-B14F-4D97-AF65-F5344CB8AC3E}">
        <p14:creationId xmlns:p14="http://schemas.microsoft.com/office/powerpoint/2010/main" val="196507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Date Placeholder 3"/>
          <p:cNvSpPr>
            <a:spLocks noGrp="1"/>
          </p:cNvSpPr>
          <p:nvPr>
            <p:ph type="dt" idx="1"/>
          </p:nvPr>
        </p:nvSpPr>
        <p:spPr/>
        <p:txBody>
          <a:bodyPr/>
          <a:lstStyle/>
          <a:p>
            <a:fld id="{1DF34805-1F01-4BDA-A8CA-FCEA2B4BC8D0}" type="datetime3">
              <a:rPr lang="en-US" smtClean="0"/>
              <a:pPr/>
              <a:t>30 June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22</a:t>
            </a:fld>
            <a:endParaRPr lang="en-US"/>
          </a:p>
        </p:txBody>
      </p:sp>
    </p:spTree>
    <p:extLst>
      <p:ext uri="{BB962C8B-B14F-4D97-AF65-F5344CB8AC3E}">
        <p14:creationId xmlns:p14="http://schemas.microsoft.com/office/powerpoint/2010/main" val="251241752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3.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oleObject" Target="../embeddings/oleObject2.bin"/><Relationship Id="rId5" Type="http://schemas.openxmlformats.org/officeDocument/2006/relationships/tags" Target="../tags/tag27.xml"/><Relationship Id="rId10" Type="http://schemas.openxmlformats.org/officeDocument/2006/relationships/image" Target="../media/image2.svg"/><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slideMaster" Target="../slideMasters/slideMaster1.xml"/><Relationship Id="rId4" Type="http://schemas.openxmlformats.org/officeDocument/2006/relationships/tags" Target="../tags/tag4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slideMaster" Target="../slideMasters/slideMaster1.xml"/><Relationship Id="rId4" Type="http://schemas.openxmlformats.org/officeDocument/2006/relationships/tags" Target="../tags/tag45.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image" Target="../media/image4.emf"/><Relationship Id="rId4" Type="http://schemas.openxmlformats.org/officeDocument/2006/relationships/tags" Target="../tags/tag55.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1.emf"/><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oleObject" Target="../embeddings/oleObject6.bin"/><Relationship Id="rId5" Type="http://schemas.openxmlformats.org/officeDocument/2006/relationships/tags" Target="../tags/tag63.xml"/><Relationship Id="rId10" Type="http://schemas.openxmlformats.org/officeDocument/2006/relationships/slideMaster" Target="../slideMasters/slideMaster1.xml"/><Relationship Id="rId4" Type="http://schemas.openxmlformats.org/officeDocument/2006/relationships/tags" Target="../tags/tag62.xml"/><Relationship Id="rId9"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image" Target="../media/image1.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oleObject" Target="../embeddings/oleObject7.bin"/><Relationship Id="rId5" Type="http://schemas.openxmlformats.org/officeDocument/2006/relationships/tags" Target="../tags/tag72.xml"/><Relationship Id="rId10" Type="http://schemas.openxmlformats.org/officeDocument/2006/relationships/slideMaster" Target="../slideMasters/slideMaster1.xml"/><Relationship Id="rId4" Type="http://schemas.openxmlformats.org/officeDocument/2006/relationships/tags" Target="../tags/tag71.xml"/><Relationship Id="rId9" Type="http://schemas.openxmlformats.org/officeDocument/2006/relationships/tags" Target="../tags/tag76.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1.emf"/><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oleObject" Target="../embeddings/oleObject8.bin"/><Relationship Id="rId5" Type="http://schemas.openxmlformats.org/officeDocument/2006/relationships/tags" Target="../tags/tag81.xml"/><Relationship Id="rId10" Type="http://schemas.openxmlformats.org/officeDocument/2006/relationships/slideMaster" Target="../slideMasters/slideMaster1.xml"/><Relationship Id="rId4" Type="http://schemas.openxmlformats.org/officeDocument/2006/relationships/tags" Target="../tags/tag80.xml"/><Relationship Id="rId9" Type="http://schemas.openxmlformats.org/officeDocument/2006/relationships/tags" Target="../tags/tag8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5.emf"/><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oleObject" Target="../embeddings/oleObject9.bin"/><Relationship Id="rId5" Type="http://schemas.openxmlformats.org/officeDocument/2006/relationships/tags" Target="../tags/tag90.xml"/><Relationship Id="rId10" Type="http://schemas.openxmlformats.org/officeDocument/2006/relationships/slideMaster" Target="../slideMasters/slideMaster1.xml"/><Relationship Id="rId4" Type="http://schemas.openxmlformats.org/officeDocument/2006/relationships/tags" Target="../tags/tag89.xml"/><Relationship Id="rId9" Type="http://schemas.openxmlformats.org/officeDocument/2006/relationships/tags" Target="../tags/tag9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emf"/><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oleObject" Target="../embeddings/oleObject8.bin"/><Relationship Id="rId5" Type="http://schemas.openxmlformats.org/officeDocument/2006/relationships/tags" Target="../tags/tag99.xml"/><Relationship Id="rId10" Type="http://schemas.openxmlformats.org/officeDocument/2006/relationships/slideMaster" Target="../slideMasters/slideMaster1.xml"/><Relationship Id="rId4" Type="http://schemas.openxmlformats.org/officeDocument/2006/relationships/tags" Target="../tags/tag98.xml"/><Relationship Id="rId9" Type="http://schemas.openxmlformats.org/officeDocument/2006/relationships/tags" Target="../tags/tag10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Master" Target="../slideMasters/slideMaster1.xml"/><Relationship Id="rId4"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15.xml"/><Relationship Id="rId7" Type="http://schemas.openxmlformats.org/officeDocument/2006/relationships/image" Target="../media/image6.sv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3.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118.xml"/><Relationship Id="rId7" Type="http://schemas.openxmlformats.org/officeDocument/2006/relationships/slideMaster" Target="../slideMasters/slideMaster1.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9"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4.xml"/><Relationship Id="rId7" Type="http://schemas.openxmlformats.org/officeDocument/2006/relationships/tags" Target="../tags/tag128.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10" Type="http://schemas.openxmlformats.org/officeDocument/2006/relationships/image" Target="../media/image1.emf"/><Relationship Id="rId4" Type="http://schemas.openxmlformats.org/officeDocument/2006/relationships/tags" Target="../tags/tag125.xml"/><Relationship Id="rId9" Type="http://schemas.openxmlformats.org/officeDocument/2006/relationships/oleObject" Target="../embeddings/oleObject12.bin"/></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53.xml"/><Relationship Id="rId7" Type="http://schemas.openxmlformats.org/officeDocument/2006/relationships/oleObject" Target="../embeddings/oleObject14.bin"/><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slideMaster" Target="../slideMasters/slideMaster2.xml"/><Relationship Id="rId5" Type="http://schemas.openxmlformats.org/officeDocument/2006/relationships/tags" Target="../tags/tag155.xml"/><Relationship Id="rId4" Type="http://schemas.openxmlformats.org/officeDocument/2006/relationships/tags" Target="../tags/tag154.xml"/><Relationship Id="rId9"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58.xml"/><Relationship Id="rId7" Type="http://schemas.openxmlformats.org/officeDocument/2006/relationships/oleObject" Target="../embeddings/oleObject15.bin"/><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Master" Target="../slideMasters/slideMaster2.xml"/><Relationship Id="rId5" Type="http://schemas.openxmlformats.org/officeDocument/2006/relationships/tags" Target="../tags/tag160.xml"/><Relationship Id="rId10" Type="http://schemas.openxmlformats.org/officeDocument/2006/relationships/image" Target="../media/image9.png"/><Relationship Id="rId4" Type="http://schemas.openxmlformats.org/officeDocument/2006/relationships/tags" Target="../tags/tag159.xml"/><Relationship Id="rId9"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63.xml"/><Relationship Id="rId7" Type="http://schemas.openxmlformats.org/officeDocument/2006/relationships/oleObject" Target="../embeddings/oleObject16.bin"/><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slideMaster" Target="../slideMasters/slideMaster2.xml"/><Relationship Id="rId5" Type="http://schemas.openxmlformats.org/officeDocument/2006/relationships/tags" Target="../tags/tag165.xml"/><Relationship Id="rId10" Type="http://schemas.openxmlformats.org/officeDocument/2006/relationships/image" Target="../media/image8.png"/><Relationship Id="rId4" Type="http://schemas.openxmlformats.org/officeDocument/2006/relationships/tags" Target="../tags/tag164.xml"/><Relationship Id="rId9"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68.xml"/><Relationship Id="rId7" Type="http://schemas.openxmlformats.org/officeDocument/2006/relationships/oleObject" Target="../embeddings/oleObject17.bin"/><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slideMaster" Target="../slideMasters/slideMaster2.xml"/><Relationship Id="rId5" Type="http://schemas.openxmlformats.org/officeDocument/2006/relationships/tags" Target="../tags/tag170.xml"/><Relationship Id="rId10" Type="http://schemas.openxmlformats.org/officeDocument/2006/relationships/image" Target="../media/image8.png"/><Relationship Id="rId4" Type="http://schemas.openxmlformats.org/officeDocument/2006/relationships/tags" Target="../tags/tag169.xml"/><Relationship Id="rId9"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3.xml"/><Relationship Id="rId7" Type="http://schemas.openxmlformats.org/officeDocument/2006/relationships/tags" Target="../tags/tag177.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5" Type="http://schemas.openxmlformats.org/officeDocument/2006/relationships/tags" Target="../tags/tag175.xml"/><Relationship Id="rId10" Type="http://schemas.openxmlformats.org/officeDocument/2006/relationships/image" Target="../media/image1.emf"/><Relationship Id="rId4" Type="http://schemas.openxmlformats.org/officeDocument/2006/relationships/tags" Target="../tags/tag174.xml"/><Relationship Id="rId9"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tags" Target="../tags/tag180.xml"/><Relationship Id="rId7" Type="http://schemas.openxmlformats.org/officeDocument/2006/relationships/slideMaster" Target="../slideMasters/slideMaster2.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9"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186.xml"/><Relationship Id="rId7" Type="http://schemas.openxmlformats.org/officeDocument/2006/relationships/slideMaster" Target="../slideMasters/slideMaster2.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9"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tags" Target="../tags/tag192.xml"/><Relationship Id="rId7" Type="http://schemas.openxmlformats.org/officeDocument/2006/relationships/slideMaster" Target="../slideMasters/slideMaster2.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9" Type="http://schemas.openxmlformats.org/officeDocument/2006/relationships/image" Target="../media/image7.emf"/></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5" Type="http://schemas.openxmlformats.org/officeDocument/2006/relationships/tags" Target="../tags/tag200.xml"/><Relationship Id="rId10" Type="http://schemas.openxmlformats.org/officeDocument/2006/relationships/image" Target="../media/image7.emf"/><Relationship Id="rId4" Type="http://schemas.openxmlformats.org/officeDocument/2006/relationships/tags" Target="../tags/tag199.xml"/><Relationship Id="rId9" Type="http://schemas.openxmlformats.org/officeDocument/2006/relationships/oleObject" Target="../embeddings/oleObject21.bin"/></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22.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3.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7.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4.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5.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7.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6.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255.xml"/><Relationship Id="rId3" Type="http://schemas.openxmlformats.org/officeDocument/2006/relationships/tags" Target="../tags/tag250.xml"/><Relationship Id="rId7" Type="http://schemas.openxmlformats.org/officeDocument/2006/relationships/tags" Target="../tags/tag254.xml"/><Relationship Id="rId12" Type="http://schemas.openxmlformats.org/officeDocument/2006/relationships/image" Target="../media/image7.emf"/><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tags" Target="../tags/tag253.xml"/><Relationship Id="rId11" Type="http://schemas.openxmlformats.org/officeDocument/2006/relationships/oleObject" Target="../embeddings/oleObject27.bin"/><Relationship Id="rId5" Type="http://schemas.openxmlformats.org/officeDocument/2006/relationships/tags" Target="../tags/tag252.xml"/><Relationship Id="rId10" Type="http://schemas.openxmlformats.org/officeDocument/2006/relationships/slideMaster" Target="../slideMasters/slideMaster2.xml"/><Relationship Id="rId4" Type="http://schemas.openxmlformats.org/officeDocument/2006/relationships/tags" Target="../tags/tag251.xml"/><Relationship Id="rId9" Type="http://schemas.openxmlformats.org/officeDocument/2006/relationships/tags" Target="../tags/tag256.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64.xml"/><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image" Target="../media/image1.emf"/><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oleObject" Target="../embeddings/oleObject28.bin"/><Relationship Id="rId5" Type="http://schemas.openxmlformats.org/officeDocument/2006/relationships/tags" Target="../tags/tag261.xml"/><Relationship Id="rId10" Type="http://schemas.openxmlformats.org/officeDocument/2006/relationships/slideMaster" Target="../slideMasters/slideMaster2.xml"/><Relationship Id="rId4" Type="http://schemas.openxmlformats.org/officeDocument/2006/relationships/tags" Target="../tags/tag260.xml"/><Relationship Id="rId9" Type="http://schemas.openxmlformats.org/officeDocument/2006/relationships/tags" Target="../tags/tag265.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73.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image" Target="../media/image7.emf"/><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oleObject" Target="../embeddings/oleObject29.bin"/><Relationship Id="rId5" Type="http://schemas.openxmlformats.org/officeDocument/2006/relationships/tags" Target="../tags/tag270.xml"/><Relationship Id="rId10" Type="http://schemas.openxmlformats.org/officeDocument/2006/relationships/slideMaster" Target="../slideMasters/slideMaster2.xml"/><Relationship Id="rId4" Type="http://schemas.openxmlformats.org/officeDocument/2006/relationships/tags" Target="../tags/tag269.xml"/><Relationship Id="rId9" Type="http://schemas.openxmlformats.org/officeDocument/2006/relationships/tags" Target="../tags/tag274.xml"/></Relationships>
</file>

<file path=ppt/slideLayouts/_rels/slideLayout3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77.xml"/><Relationship Id="rId7" Type="http://schemas.openxmlformats.org/officeDocument/2006/relationships/tags" Target="../tags/tag281.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5" Type="http://schemas.openxmlformats.org/officeDocument/2006/relationships/tags" Target="../tags/tag279.xml"/><Relationship Id="rId10" Type="http://schemas.openxmlformats.org/officeDocument/2006/relationships/image" Target="../media/image7.emf"/><Relationship Id="rId4" Type="http://schemas.openxmlformats.org/officeDocument/2006/relationships/tags" Target="../tags/tag278.xml"/><Relationship Id="rId9" Type="http://schemas.openxmlformats.org/officeDocument/2006/relationships/oleObject" Target="../embeddings/oleObject30.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image" Target="../media/image12.png"/><Relationship Id="rId5" Type="http://schemas.openxmlformats.org/officeDocument/2006/relationships/image" Target="../media/image7.emf"/><Relationship Id="rId4" Type="http://schemas.openxmlformats.org/officeDocument/2006/relationships/oleObject" Target="../embeddings/oleObject31.bin"/></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tags" Target="../tags/tag296.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tags" Target="../tags/tag295.xml"/><Relationship Id="rId17" Type="http://schemas.openxmlformats.org/officeDocument/2006/relationships/image" Target="../media/image1.emf"/><Relationship Id="rId2" Type="http://schemas.openxmlformats.org/officeDocument/2006/relationships/tags" Target="../tags/tag285.xml"/><Relationship Id="rId16" Type="http://schemas.openxmlformats.org/officeDocument/2006/relationships/oleObject" Target="../embeddings/oleObject8.bin"/><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tags" Target="../tags/tag294.xml"/><Relationship Id="rId5" Type="http://schemas.openxmlformats.org/officeDocument/2006/relationships/tags" Target="../tags/tag288.xml"/><Relationship Id="rId15" Type="http://schemas.openxmlformats.org/officeDocument/2006/relationships/slideMaster" Target="../slideMasters/slideMaster2.xml"/><Relationship Id="rId10" Type="http://schemas.openxmlformats.org/officeDocument/2006/relationships/tags" Target="../tags/tag293.xml"/><Relationship Id="rId4" Type="http://schemas.openxmlformats.org/officeDocument/2006/relationships/tags" Target="../tags/tag287.xml"/><Relationship Id="rId9" Type="http://schemas.openxmlformats.org/officeDocument/2006/relationships/tags" Target="../tags/tag292.xml"/><Relationship Id="rId14" Type="http://schemas.openxmlformats.org/officeDocument/2006/relationships/tags" Target="../tags/tag29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305.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image" Target="../media/image13.png"/><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image" Target="../media/image1.emf"/><Relationship Id="rId5" Type="http://schemas.openxmlformats.org/officeDocument/2006/relationships/tags" Target="../tags/tag302.xml"/><Relationship Id="rId10" Type="http://schemas.openxmlformats.org/officeDocument/2006/relationships/oleObject" Target="../embeddings/oleObject32.bin"/><Relationship Id="rId4" Type="http://schemas.openxmlformats.org/officeDocument/2006/relationships/tags" Target="../tags/tag301.xml"/><Relationship Id="rId9"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08.xml"/><Relationship Id="rId7" Type="http://schemas.openxmlformats.org/officeDocument/2006/relationships/tags" Target="../tags/tag312.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tags" Target="../tags/tag311.xml"/><Relationship Id="rId5" Type="http://schemas.openxmlformats.org/officeDocument/2006/relationships/tags" Target="../tags/tag310.xml"/><Relationship Id="rId10" Type="http://schemas.openxmlformats.org/officeDocument/2006/relationships/image" Target="../media/image1.emf"/><Relationship Id="rId4" Type="http://schemas.openxmlformats.org/officeDocument/2006/relationships/tags" Target="../tags/tag309.xml"/><Relationship Id="rId9" Type="http://schemas.openxmlformats.org/officeDocument/2006/relationships/oleObject" Target="../embeddings/oleObject33.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2.xml"/><Relationship Id="rId1" Type="http://schemas.openxmlformats.org/officeDocument/2006/relationships/tags" Target="../tags/tag3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16.xml"/><Relationship Id="rId7" Type="http://schemas.openxmlformats.org/officeDocument/2006/relationships/tags" Target="../tags/tag320.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tags" Target="../tags/tag319.xml"/><Relationship Id="rId11" Type="http://schemas.openxmlformats.org/officeDocument/2006/relationships/image" Target="../media/image17.svg"/><Relationship Id="rId5" Type="http://schemas.openxmlformats.org/officeDocument/2006/relationships/tags" Target="../tags/tag318.xml"/><Relationship Id="rId10" Type="http://schemas.openxmlformats.org/officeDocument/2006/relationships/image" Target="../media/image1.emf"/><Relationship Id="rId4" Type="http://schemas.openxmlformats.org/officeDocument/2006/relationships/tags" Target="../tags/tag317.xml"/><Relationship Id="rId9" Type="http://schemas.openxmlformats.org/officeDocument/2006/relationships/oleObject" Target="../embeddings/oleObject35.bin"/></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45.xml"/><Relationship Id="rId7" Type="http://schemas.openxmlformats.org/officeDocument/2006/relationships/oleObject" Target="../embeddings/oleObject14.bin"/><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Master" Target="../slideMasters/slideMaster3.xml"/><Relationship Id="rId5" Type="http://schemas.openxmlformats.org/officeDocument/2006/relationships/tags" Target="../tags/tag347.xml"/><Relationship Id="rId4" Type="http://schemas.openxmlformats.org/officeDocument/2006/relationships/tags" Target="../tags/tag346.xml"/><Relationship Id="rId9"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50.xml"/><Relationship Id="rId7" Type="http://schemas.openxmlformats.org/officeDocument/2006/relationships/oleObject" Target="../embeddings/oleObject15.bin"/><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slideMaster" Target="../slideMasters/slideMaster3.xml"/><Relationship Id="rId5" Type="http://schemas.openxmlformats.org/officeDocument/2006/relationships/tags" Target="../tags/tag352.xml"/><Relationship Id="rId10" Type="http://schemas.openxmlformats.org/officeDocument/2006/relationships/image" Target="../media/image9.png"/><Relationship Id="rId4" Type="http://schemas.openxmlformats.org/officeDocument/2006/relationships/tags" Target="../tags/tag351.xml"/><Relationship Id="rId9"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55.xml"/><Relationship Id="rId7" Type="http://schemas.openxmlformats.org/officeDocument/2006/relationships/oleObject" Target="../embeddings/oleObject16.bin"/><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slideMaster" Target="../slideMasters/slideMaster3.xml"/><Relationship Id="rId5" Type="http://schemas.openxmlformats.org/officeDocument/2006/relationships/tags" Target="../tags/tag357.xml"/><Relationship Id="rId10" Type="http://schemas.openxmlformats.org/officeDocument/2006/relationships/image" Target="../media/image8.png"/><Relationship Id="rId4" Type="http://schemas.openxmlformats.org/officeDocument/2006/relationships/tags" Target="../tags/tag356.xml"/><Relationship Id="rId9"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60.xml"/><Relationship Id="rId7" Type="http://schemas.openxmlformats.org/officeDocument/2006/relationships/oleObject" Target="../embeddings/oleObject17.bin"/><Relationship Id="rId2" Type="http://schemas.openxmlformats.org/officeDocument/2006/relationships/tags" Target="../tags/tag359.xml"/><Relationship Id="rId1" Type="http://schemas.openxmlformats.org/officeDocument/2006/relationships/tags" Target="../tags/tag358.xml"/><Relationship Id="rId6" Type="http://schemas.openxmlformats.org/officeDocument/2006/relationships/slideMaster" Target="../slideMasters/slideMaster3.xml"/><Relationship Id="rId5" Type="http://schemas.openxmlformats.org/officeDocument/2006/relationships/tags" Target="../tags/tag362.xml"/><Relationship Id="rId10" Type="http://schemas.openxmlformats.org/officeDocument/2006/relationships/image" Target="../media/image8.png"/><Relationship Id="rId4" Type="http://schemas.openxmlformats.org/officeDocument/2006/relationships/tags" Target="../tags/tag361.xml"/><Relationship Id="rId9"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65.xml"/><Relationship Id="rId7" Type="http://schemas.openxmlformats.org/officeDocument/2006/relationships/tags" Target="../tags/tag369.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tags" Target="../tags/tag368.xml"/><Relationship Id="rId5" Type="http://schemas.openxmlformats.org/officeDocument/2006/relationships/tags" Target="../tags/tag367.xml"/><Relationship Id="rId10" Type="http://schemas.openxmlformats.org/officeDocument/2006/relationships/image" Target="../media/image1.emf"/><Relationship Id="rId4" Type="http://schemas.openxmlformats.org/officeDocument/2006/relationships/tags" Target="../tags/tag366.xml"/><Relationship Id="rId9" Type="http://schemas.openxmlformats.org/officeDocument/2006/relationships/oleObject" Target="../embeddings/oleObject12.bin"/></Relationships>
</file>

<file path=ppt/slideLayouts/_rels/slideLayout4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tags" Target="../tags/tag372.xml"/><Relationship Id="rId7" Type="http://schemas.openxmlformats.org/officeDocument/2006/relationships/slideMaster" Target="../slideMasters/slideMaster3.xml"/><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tags" Target="../tags/tag373.xml"/><Relationship Id="rId9"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378.xml"/><Relationship Id="rId7" Type="http://schemas.openxmlformats.org/officeDocument/2006/relationships/slideMaster" Target="../slideMasters/slideMaster3.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9"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tags" Target="../tags/tag384.xml"/><Relationship Id="rId7" Type="http://schemas.openxmlformats.org/officeDocument/2006/relationships/slideMaster" Target="../slideMasters/slideMaster3.xml"/><Relationship Id="rId2" Type="http://schemas.openxmlformats.org/officeDocument/2006/relationships/tags" Target="../tags/tag383.xml"/><Relationship Id="rId1" Type="http://schemas.openxmlformats.org/officeDocument/2006/relationships/tags" Target="../tags/tag382.xml"/><Relationship Id="rId6" Type="http://schemas.openxmlformats.org/officeDocument/2006/relationships/tags" Target="../tags/tag387.xml"/><Relationship Id="rId5" Type="http://schemas.openxmlformats.org/officeDocument/2006/relationships/tags" Target="../tags/tag386.xml"/><Relationship Id="rId4" Type="http://schemas.openxmlformats.org/officeDocument/2006/relationships/tags" Target="../tags/tag385.xml"/><Relationship Id="rId9" Type="http://schemas.openxmlformats.org/officeDocument/2006/relationships/image" Target="../media/image7.emf"/></Relationships>
</file>

<file path=ppt/slideLayouts/_rels/slideLayout5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90.xml"/><Relationship Id="rId7" Type="http://schemas.openxmlformats.org/officeDocument/2006/relationships/tags" Target="../tags/tag394.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5" Type="http://schemas.openxmlformats.org/officeDocument/2006/relationships/tags" Target="../tags/tag392.xml"/><Relationship Id="rId10" Type="http://schemas.openxmlformats.org/officeDocument/2006/relationships/image" Target="../media/image7.emf"/><Relationship Id="rId4" Type="http://schemas.openxmlformats.org/officeDocument/2006/relationships/tags" Target="../tags/tag391.xml"/><Relationship Id="rId9" Type="http://schemas.openxmlformats.org/officeDocument/2006/relationships/oleObject" Target="../embeddings/oleObject21.bin"/></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402.xml"/><Relationship Id="rId3" Type="http://schemas.openxmlformats.org/officeDocument/2006/relationships/tags" Target="../tags/tag397.xml"/><Relationship Id="rId7" Type="http://schemas.openxmlformats.org/officeDocument/2006/relationships/tags" Target="../tags/tag401.xml"/><Relationship Id="rId12" Type="http://schemas.openxmlformats.org/officeDocument/2006/relationships/image" Target="../media/image1.emf"/><Relationship Id="rId2" Type="http://schemas.openxmlformats.org/officeDocument/2006/relationships/tags" Target="../tags/tag396.xml"/><Relationship Id="rId1" Type="http://schemas.openxmlformats.org/officeDocument/2006/relationships/tags" Target="../tags/tag395.xml"/><Relationship Id="rId6" Type="http://schemas.openxmlformats.org/officeDocument/2006/relationships/tags" Target="../tags/tag400.xml"/><Relationship Id="rId11" Type="http://schemas.openxmlformats.org/officeDocument/2006/relationships/oleObject" Target="../embeddings/oleObject22.bin"/><Relationship Id="rId5" Type="http://schemas.openxmlformats.org/officeDocument/2006/relationships/tags" Target="../tags/tag399.xml"/><Relationship Id="rId10" Type="http://schemas.openxmlformats.org/officeDocument/2006/relationships/slideMaster" Target="../slideMasters/slideMaster3.xml"/><Relationship Id="rId4" Type="http://schemas.openxmlformats.org/officeDocument/2006/relationships/tags" Target="../tags/tag398.xml"/><Relationship Id="rId9" Type="http://schemas.openxmlformats.org/officeDocument/2006/relationships/tags" Target="../tags/tag403.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411.xml"/><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image" Target="../media/image1.emf"/><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oleObject" Target="../embeddings/oleObject23.bin"/><Relationship Id="rId5" Type="http://schemas.openxmlformats.org/officeDocument/2006/relationships/tags" Target="../tags/tag408.xml"/><Relationship Id="rId10" Type="http://schemas.openxmlformats.org/officeDocument/2006/relationships/slideMaster" Target="../slideMasters/slideMaster3.xml"/><Relationship Id="rId4" Type="http://schemas.openxmlformats.org/officeDocument/2006/relationships/tags" Target="../tags/tag407.xml"/><Relationship Id="rId9" Type="http://schemas.openxmlformats.org/officeDocument/2006/relationships/tags" Target="../tags/tag412.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420.xml"/><Relationship Id="rId3" Type="http://schemas.openxmlformats.org/officeDocument/2006/relationships/tags" Target="../tags/tag415.xml"/><Relationship Id="rId7" Type="http://schemas.openxmlformats.org/officeDocument/2006/relationships/tags" Target="../tags/tag419.xml"/><Relationship Id="rId12" Type="http://schemas.openxmlformats.org/officeDocument/2006/relationships/image" Target="../media/image7.emf"/><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tags" Target="../tags/tag418.xml"/><Relationship Id="rId11" Type="http://schemas.openxmlformats.org/officeDocument/2006/relationships/oleObject" Target="../embeddings/oleObject24.bin"/><Relationship Id="rId5" Type="http://schemas.openxmlformats.org/officeDocument/2006/relationships/tags" Target="../tags/tag417.xml"/><Relationship Id="rId10" Type="http://schemas.openxmlformats.org/officeDocument/2006/relationships/slideMaster" Target="../slideMasters/slideMaster3.xml"/><Relationship Id="rId4" Type="http://schemas.openxmlformats.org/officeDocument/2006/relationships/tags" Target="../tags/tag416.xml"/><Relationship Id="rId9" Type="http://schemas.openxmlformats.org/officeDocument/2006/relationships/tags" Target="../tags/tag421.xml"/></Relationships>
</file>

<file path=ppt/slideLayouts/_rels/slideLayout54.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12" Type="http://schemas.openxmlformats.org/officeDocument/2006/relationships/image" Target="../media/image1.emf"/><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oleObject" Target="../embeddings/oleObject25.bin"/><Relationship Id="rId5" Type="http://schemas.openxmlformats.org/officeDocument/2006/relationships/tags" Target="../tags/tag426.xml"/><Relationship Id="rId10" Type="http://schemas.openxmlformats.org/officeDocument/2006/relationships/slideMaster" Target="../slideMasters/slideMaster3.xml"/><Relationship Id="rId4" Type="http://schemas.openxmlformats.org/officeDocument/2006/relationships/tags" Target="../tags/tag425.xml"/><Relationship Id="rId9" Type="http://schemas.openxmlformats.org/officeDocument/2006/relationships/tags" Target="../tags/tag430.xml"/></Relationships>
</file>

<file path=ppt/slideLayouts/_rels/slideLayout55.xml.rels><?xml version="1.0" encoding="UTF-8" standalone="yes"?>
<Relationships xmlns="http://schemas.openxmlformats.org/package/2006/relationships"><Relationship Id="rId8" Type="http://schemas.openxmlformats.org/officeDocument/2006/relationships/tags" Target="../tags/tag438.xml"/><Relationship Id="rId3" Type="http://schemas.openxmlformats.org/officeDocument/2006/relationships/tags" Target="../tags/tag433.xml"/><Relationship Id="rId7" Type="http://schemas.openxmlformats.org/officeDocument/2006/relationships/tags" Target="../tags/tag437.xml"/><Relationship Id="rId12" Type="http://schemas.openxmlformats.org/officeDocument/2006/relationships/image" Target="../media/image7.emf"/><Relationship Id="rId2" Type="http://schemas.openxmlformats.org/officeDocument/2006/relationships/tags" Target="../tags/tag432.xml"/><Relationship Id="rId1" Type="http://schemas.openxmlformats.org/officeDocument/2006/relationships/tags" Target="../tags/tag431.xml"/><Relationship Id="rId6" Type="http://schemas.openxmlformats.org/officeDocument/2006/relationships/tags" Target="../tags/tag436.xml"/><Relationship Id="rId11" Type="http://schemas.openxmlformats.org/officeDocument/2006/relationships/oleObject" Target="../embeddings/oleObject26.bin"/><Relationship Id="rId5" Type="http://schemas.openxmlformats.org/officeDocument/2006/relationships/tags" Target="../tags/tag435.xml"/><Relationship Id="rId10" Type="http://schemas.openxmlformats.org/officeDocument/2006/relationships/slideMaster" Target="../slideMasters/slideMaster3.xml"/><Relationship Id="rId4" Type="http://schemas.openxmlformats.org/officeDocument/2006/relationships/tags" Target="../tags/tag434.xml"/><Relationship Id="rId9" Type="http://schemas.openxmlformats.org/officeDocument/2006/relationships/tags" Target="../tags/tag439.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447.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image" Target="../media/image7.emf"/><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oleObject" Target="../embeddings/oleObject27.bin"/><Relationship Id="rId5" Type="http://schemas.openxmlformats.org/officeDocument/2006/relationships/tags" Target="../tags/tag444.xml"/><Relationship Id="rId10" Type="http://schemas.openxmlformats.org/officeDocument/2006/relationships/slideMaster" Target="../slideMasters/slideMaster3.xml"/><Relationship Id="rId4" Type="http://schemas.openxmlformats.org/officeDocument/2006/relationships/tags" Target="../tags/tag443.xml"/><Relationship Id="rId9" Type="http://schemas.openxmlformats.org/officeDocument/2006/relationships/tags" Target="../tags/tag448.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456.xml"/><Relationship Id="rId3" Type="http://schemas.openxmlformats.org/officeDocument/2006/relationships/tags" Target="../tags/tag451.xml"/><Relationship Id="rId7" Type="http://schemas.openxmlformats.org/officeDocument/2006/relationships/tags" Target="../tags/tag455.xml"/><Relationship Id="rId12" Type="http://schemas.openxmlformats.org/officeDocument/2006/relationships/image" Target="../media/image1.emf"/><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tags" Target="../tags/tag454.xml"/><Relationship Id="rId11" Type="http://schemas.openxmlformats.org/officeDocument/2006/relationships/oleObject" Target="../embeddings/oleObject28.bin"/><Relationship Id="rId5" Type="http://schemas.openxmlformats.org/officeDocument/2006/relationships/tags" Target="../tags/tag453.xml"/><Relationship Id="rId10" Type="http://schemas.openxmlformats.org/officeDocument/2006/relationships/slideMaster" Target="../slideMasters/slideMaster3.xml"/><Relationship Id="rId4" Type="http://schemas.openxmlformats.org/officeDocument/2006/relationships/tags" Target="../tags/tag452.xml"/><Relationship Id="rId9" Type="http://schemas.openxmlformats.org/officeDocument/2006/relationships/tags" Target="../tags/tag457.xml"/></Relationships>
</file>

<file path=ppt/slideLayouts/_rels/slideLayout58.xml.rels><?xml version="1.0" encoding="UTF-8" standalone="yes"?>
<Relationships xmlns="http://schemas.openxmlformats.org/package/2006/relationships"><Relationship Id="rId8" Type="http://schemas.openxmlformats.org/officeDocument/2006/relationships/tags" Target="../tags/tag465.xml"/><Relationship Id="rId3" Type="http://schemas.openxmlformats.org/officeDocument/2006/relationships/tags" Target="../tags/tag460.xml"/><Relationship Id="rId7" Type="http://schemas.openxmlformats.org/officeDocument/2006/relationships/tags" Target="../tags/tag464.xml"/><Relationship Id="rId12" Type="http://schemas.openxmlformats.org/officeDocument/2006/relationships/image" Target="../media/image7.emf"/><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tags" Target="../tags/tag463.xml"/><Relationship Id="rId11" Type="http://schemas.openxmlformats.org/officeDocument/2006/relationships/oleObject" Target="../embeddings/oleObject29.bin"/><Relationship Id="rId5" Type="http://schemas.openxmlformats.org/officeDocument/2006/relationships/tags" Target="../tags/tag462.xml"/><Relationship Id="rId10" Type="http://schemas.openxmlformats.org/officeDocument/2006/relationships/slideMaster" Target="../slideMasters/slideMaster3.xml"/><Relationship Id="rId4" Type="http://schemas.openxmlformats.org/officeDocument/2006/relationships/tags" Target="../tags/tag461.xml"/><Relationship Id="rId9" Type="http://schemas.openxmlformats.org/officeDocument/2006/relationships/tags" Target="../tags/tag466.xml"/></Relationships>
</file>

<file path=ppt/slideLayouts/_rels/slideLayout5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469.xml"/><Relationship Id="rId7" Type="http://schemas.openxmlformats.org/officeDocument/2006/relationships/tags" Target="../tags/tag473.xml"/><Relationship Id="rId2" Type="http://schemas.openxmlformats.org/officeDocument/2006/relationships/tags" Target="../tags/tag468.xml"/><Relationship Id="rId1" Type="http://schemas.openxmlformats.org/officeDocument/2006/relationships/tags" Target="../tags/tag467.xml"/><Relationship Id="rId6" Type="http://schemas.openxmlformats.org/officeDocument/2006/relationships/tags" Target="../tags/tag472.xml"/><Relationship Id="rId5" Type="http://schemas.openxmlformats.org/officeDocument/2006/relationships/tags" Target="../tags/tag471.xml"/><Relationship Id="rId10" Type="http://schemas.openxmlformats.org/officeDocument/2006/relationships/image" Target="../media/image7.emf"/><Relationship Id="rId4" Type="http://schemas.openxmlformats.org/officeDocument/2006/relationships/tags" Target="../tags/tag470.xml"/><Relationship Id="rId9" Type="http://schemas.openxmlformats.org/officeDocument/2006/relationships/oleObject" Target="../embeddings/oleObject30.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75.xml"/><Relationship Id="rId1" Type="http://schemas.openxmlformats.org/officeDocument/2006/relationships/tags" Target="../tags/tag474.xml"/><Relationship Id="rId6" Type="http://schemas.openxmlformats.org/officeDocument/2006/relationships/image" Target="../media/image12.png"/><Relationship Id="rId5" Type="http://schemas.openxmlformats.org/officeDocument/2006/relationships/image" Target="../media/image7.emf"/><Relationship Id="rId4" Type="http://schemas.openxmlformats.org/officeDocument/2006/relationships/oleObject" Target="../embeddings/oleObject31.bin"/></Relationships>
</file>

<file path=ppt/slideLayouts/_rels/slideLayout61.xml.rels><?xml version="1.0" encoding="UTF-8" standalone="yes"?>
<Relationships xmlns="http://schemas.openxmlformats.org/package/2006/relationships"><Relationship Id="rId8" Type="http://schemas.openxmlformats.org/officeDocument/2006/relationships/tags" Target="../tags/tag483.xml"/><Relationship Id="rId13" Type="http://schemas.openxmlformats.org/officeDocument/2006/relationships/tags" Target="../tags/tag488.xml"/><Relationship Id="rId3" Type="http://schemas.openxmlformats.org/officeDocument/2006/relationships/tags" Target="../tags/tag478.xml"/><Relationship Id="rId7" Type="http://schemas.openxmlformats.org/officeDocument/2006/relationships/tags" Target="../tags/tag482.xml"/><Relationship Id="rId12" Type="http://schemas.openxmlformats.org/officeDocument/2006/relationships/tags" Target="../tags/tag487.xml"/><Relationship Id="rId17" Type="http://schemas.openxmlformats.org/officeDocument/2006/relationships/image" Target="../media/image1.emf"/><Relationship Id="rId2" Type="http://schemas.openxmlformats.org/officeDocument/2006/relationships/tags" Target="../tags/tag477.xml"/><Relationship Id="rId16" Type="http://schemas.openxmlformats.org/officeDocument/2006/relationships/oleObject" Target="../embeddings/oleObject8.bin"/><Relationship Id="rId1" Type="http://schemas.openxmlformats.org/officeDocument/2006/relationships/tags" Target="../tags/tag476.xml"/><Relationship Id="rId6" Type="http://schemas.openxmlformats.org/officeDocument/2006/relationships/tags" Target="../tags/tag481.xml"/><Relationship Id="rId11" Type="http://schemas.openxmlformats.org/officeDocument/2006/relationships/tags" Target="../tags/tag486.xml"/><Relationship Id="rId5" Type="http://schemas.openxmlformats.org/officeDocument/2006/relationships/tags" Target="../tags/tag480.xml"/><Relationship Id="rId15" Type="http://schemas.openxmlformats.org/officeDocument/2006/relationships/slideMaster" Target="../slideMasters/slideMaster3.xml"/><Relationship Id="rId10" Type="http://schemas.openxmlformats.org/officeDocument/2006/relationships/tags" Target="../tags/tag485.xml"/><Relationship Id="rId4" Type="http://schemas.openxmlformats.org/officeDocument/2006/relationships/tags" Target="../tags/tag479.xml"/><Relationship Id="rId9" Type="http://schemas.openxmlformats.org/officeDocument/2006/relationships/tags" Target="../tags/tag484.xml"/><Relationship Id="rId14" Type="http://schemas.openxmlformats.org/officeDocument/2006/relationships/tags" Target="../tags/tag489.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497.xml"/><Relationship Id="rId3" Type="http://schemas.openxmlformats.org/officeDocument/2006/relationships/tags" Target="../tags/tag492.xml"/><Relationship Id="rId7" Type="http://schemas.openxmlformats.org/officeDocument/2006/relationships/tags" Target="../tags/tag496.xml"/><Relationship Id="rId12" Type="http://schemas.openxmlformats.org/officeDocument/2006/relationships/image" Target="../media/image18.emf"/><Relationship Id="rId2" Type="http://schemas.openxmlformats.org/officeDocument/2006/relationships/tags" Target="../tags/tag491.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image" Target="../media/image1.emf"/><Relationship Id="rId5" Type="http://schemas.openxmlformats.org/officeDocument/2006/relationships/tags" Target="../tags/tag494.xml"/><Relationship Id="rId10" Type="http://schemas.openxmlformats.org/officeDocument/2006/relationships/oleObject" Target="../embeddings/oleObject36.bin"/><Relationship Id="rId4" Type="http://schemas.openxmlformats.org/officeDocument/2006/relationships/tags" Target="../tags/tag493.xml"/><Relationship Id="rId9"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tags" Target="../tags/tag500.xml"/><Relationship Id="rId7" Type="http://schemas.openxmlformats.org/officeDocument/2006/relationships/image" Target="../media/image7.emf"/><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oleObject" Target="../embeddings/oleObject37.bin"/><Relationship Id="rId5" Type="http://schemas.openxmlformats.org/officeDocument/2006/relationships/slideMaster" Target="../slideMasters/slideMaster3.xml"/><Relationship Id="rId4" Type="http://schemas.openxmlformats.org/officeDocument/2006/relationships/tags" Target="../tags/tag501.xml"/></Relationships>
</file>

<file path=ppt/slideLayouts/_rels/slideLayout64.xml.rels><?xml version="1.0" encoding="UTF-8" standalone="yes"?>
<Relationships xmlns="http://schemas.openxmlformats.org/package/2006/relationships"><Relationship Id="rId8" Type="http://schemas.openxmlformats.org/officeDocument/2006/relationships/tags" Target="../tags/tag509.xml"/><Relationship Id="rId3" Type="http://schemas.openxmlformats.org/officeDocument/2006/relationships/tags" Target="../tags/tag504.xml"/><Relationship Id="rId7" Type="http://schemas.openxmlformats.org/officeDocument/2006/relationships/tags" Target="../tags/tag508.xml"/><Relationship Id="rId12" Type="http://schemas.openxmlformats.org/officeDocument/2006/relationships/image" Target="../media/image18.emf"/><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tags" Target="../tags/tag507.xml"/><Relationship Id="rId11" Type="http://schemas.openxmlformats.org/officeDocument/2006/relationships/image" Target="../media/image5.emf"/><Relationship Id="rId5" Type="http://schemas.openxmlformats.org/officeDocument/2006/relationships/tags" Target="../tags/tag506.xml"/><Relationship Id="rId10" Type="http://schemas.openxmlformats.org/officeDocument/2006/relationships/oleObject" Target="../embeddings/oleObject38.bin"/><Relationship Id="rId4" Type="http://schemas.openxmlformats.org/officeDocument/2006/relationships/tags" Target="../tags/tag505.xml"/><Relationship Id="rId9"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533.xml"/><Relationship Id="rId7" Type="http://schemas.openxmlformats.org/officeDocument/2006/relationships/oleObject" Target="../embeddings/oleObject40.bin"/><Relationship Id="rId2" Type="http://schemas.openxmlformats.org/officeDocument/2006/relationships/tags" Target="../tags/tag532.xml"/><Relationship Id="rId1" Type="http://schemas.openxmlformats.org/officeDocument/2006/relationships/tags" Target="../tags/tag531.xml"/><Relationship Id="rId6" Type="http://schemas.openxmlformats.org/officeDocument/2006/relationships/slideMaster" Target="../slideMasters/slideMaster4.xml"/><Relationship Id="rId5" Type="http://schemas.openxmlformats.org/officeDocument/2006/relationships/tags" Target="../tags/tag535.xml"/><Relationship Id="rId4" Type="http://schemas.openxmlformats.org/officeDocument/2006/relationships/tags" Target="../tags/tag534.xml"/><Relationship Id="rId9" Type="http://schemas.openxmlformats.org/officeDocument/2006/relationships/image" Target="../media/image19.svg"/></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543.xml"/><Relationship Id="rId3" Type="http://schemas.openxmlformats.org/officeDocument/2006/relationships/tags" Target="../tags/tag538.xml"/><Relationship Id="rId7" Type="http://schemas.openxmlformats.org/officeDocument/2006/relationships/tags" Target="../tags/tag542.xml"/><Relationship Id="rId12" Type="http://schemas.openxmlformats.org/officeDocument/2006/relationships/image" Target="../media/image20.svg"/><Relationship Id="rId2" Type="http://schemas.openxmlformats.org/officeDocument/2006/relationships/tags" Target="../tags/tag537.xml"/><Relationship Id="rId1" Type="http://schemas.openxmlformats.org/officeDocument/2006/relationships/tags" Target="../tags/tag536.xml"/><Relationship Id="rId6" Type="http://schemas.openxmlformats.org/officeDocument/2006/relationships/tags" Target="../tags/tag541.xml"/><Relationship Id="rId11" Type="http://schemas.openxmlformats.org/officeDocument/2006/relationships/image" Target="../media/image1.emf"/><Relationship Id="rId5" Type="http://schemas.openxmlformats.org/officeDocument/2006/relationships/tags" Target="../tags/tag540.xml"/><Relationship Id="rId10" Type="http://schemas.openxmlformats.org/officeDocument/2006/relationships/oleObject" Target="../embeddings/oleObject41.bin"/><Relationship Id="rId4" Type="http://schemas.openxmlformats.org/officeDocument/2006/relationships/tags" Target="../tags/tag539.xml"/><Relationship Id="rId9"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tags" Target="../tags/tag546.xml"/><Relationship Id="rId7" Type="http://schemas.openxmlformats.org/officeDocument/2006/relationships/slideMaster" Target="../slideMasters/slideMaster4.xml"/><Relationship Id="rId2" Type="http://schemas.openxmlformats.org/officeDocument/2006/relationships/tags" Target="../tags/tag545.xml"/><Relationship Id="rId1" Type="http://schemas.openxmlformats.org/officeDocument/2006/relationships/tags" Target="../tags/tag544.xml"/><Relationship Id="rId6" Type="http://schemas.openxmlformats.org/officeDocument/2006/relationships/tags" Target="../tags/tag549.xml"/><Relationship Id="rId5" Type="http://schemas.openxmlformats.org/officeDocument/2006/relationships/tags" Target="../tags/tag548.xml"/><Relationship Id="rId10" Type="http://schemas.openxmlformats.org/officeDocument/2006/relationships/image" Target="../media/image19.svg"/><Relationship Id="rId4" Type="http://schemas.openxmlformats.org/officeDocument/2006/relationships/tags" Target="../tags/tag547.xml"/><Relationship Id="rId9" Type="http://schemas.openxmlformats.org/officeDocument/2006/relationships/image" Target="../media/image7.emf"/></Relationships>
</file>

<file path=ppt/slideLayouts/_rels/slideLayout68.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tags" Target="../tags/tag552.xml"/><Relationship Id="rId7" Type="http://schemas.openxmlformats.org/officeDocument/2006/relationships/slideMaster" Target="../slideMasters/slideMaster4.xml"/><Relationship Id="rId2" Type="http://schemas.openxmlformats.org/officeDocument/2006/relationships/tags" Target="../tags/tag551.xml"/><Relationship Id="rId1" Type="http://schemas.openxmlformats.org/officeDocument/2006/relationships/tags" Target="../tags/tag550.xml"/><Relationship Id="rId6" Type="http://schemas.openxmlformats.org/officeDocument/2006/relationships/tags" Target="../tags/tag555.xml"/><Relationship Id="rId5" Type="http://schemas.openxmlformats.org/officeDocument/2006/relationships/tags" Target="../tags/tag554.xml"/><Relationship Id="rId10" Type="http://schemas.openxmlformats.org/officeDocument/2006/relationships/image" Target="../media/image19.svg"/><Relationship Id="rId4" Type="http://schemas.openxmlformats.org/officeDocument/2006/relationships/tags" Target="../tags/tag553.xml"/><Relationship Id="rId9"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563.xml"/><Relationship Id="rId3" Type="http://schemas.openxmlformats.org/officeDocument/2006/relationships/tags" Target="../tags/tag558.xml"/><Relationship Id="rId7" Type="http://schemas.openxmlformats.org/officeDocument/2006/relationships/tags" Target="../tags/tag562.xml"/><Relationship Id="rId12" Type="http://schemas.openxmlformats.org/officeDocument/2006/relationships/image" Target="../media/image20.svg"/><Relationship Id="rId2" Type="http://schemas.openxmlformats.org/officeDocument/2006/relationships/tags" Target="../tags/tag557.xml"/><Relationship Id="rId1" Type="http://schemas.openxmlformats.org/officeDocument/2006/relationships/tags" Target="../tags/tag556.xml"/><Relationship Id="rId6" Type="http://schemas.openxmlformats.org/officeDocument/2006/relationships/tags" Target="../tags/tag561.xml"/><Relationship Id="rId11" Type="http://schemas.openxmlformats.org/officeDocument/2006/relationships/image" Target="../media/image7.emf"/><Relationship Id="rId5" Type="http://schemas.openxmlformats.org/officeDocument/2006/relationships/tags" Target="../tags/tag560.xml"/><Relationship Id="rId10" Type="http://schemas.openxmlformats.org/officeDocument/2006/relationships/oleObject" Target="../embeddings/oleObject44.bin"/><Relationship Id="rId4" Type="http://schemas.openxmlformats.org/officeDocument/2006/relationships/tags" Target="../tags/tag559.xml"/><Relationship Id="rId9"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571.xml"/><Relationship Id="rId13" Type="http://schemas.openxmlformats.org/officeDocument/2006/relationships/image" Target="../media/image20.svg"/><Relationship Id="rId3" Type="http://schemas.openxmlformats.org/officeDocument/2006/relationships/tags" Target="../tags/tag566.xml"/><Relationship Id="rId7" Type="http://schemas.openxmlformats.org/officeDocument/2006/relationships/tags" Target="../tags/tag570.xml"/><Relationship Id="rId12" Type="http://schemas.openxmlformats.org/officeDocument/2006/relationships/image" Target="../media/image1.emf"/><Relationship Id="rId2" Type="http://schemas.openxmlformats.org/officeDocument/2006/relationships/tags" Target="../tags/tag565.xml"/><Relationship Id="rId1" Type="http://schemas.openxmlformats.org/officeDocument/2006/relationships/tags" Target="../tags/tag564.xml"/><Relationship Id="rId6" Type="http://schemas.openxmlformats.org/officeDocument/2006/relationships/tags" Target="../tags/tag569.xml"/><Relationship Id="rId11" Type="http://schemas.openxmlformats.org/officeDocument/2006/relationships/oleObject" Target="../embeddings/oleObject45.bin"/><Relationship Id="rId5" Type="http://schemas.openxmlformats.org/officeDocument/2006/relationships/tags" Target="../tags/tag568.xml"/><Relationship Id="rId10" Type="http://schemas.openxmlformats.org/officeDocument/2006/relationships/slideMaster" Target="../slideMasters/slideMaster4.xml"/><Relationship Id="rId4" Type="http://schemas.openxmlformats.org/officeDocument/2006/relationships/tags" Target="../tags/tag567.xml"/><Relationship Id="rId9" Type="http://schemas.openxmlformats.org/officeDocument/2006/relationships/tags" Target="../tags/tag572.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580.xml"/><Relationship Id="rId13" Type="http://schemas.openxmlformats.org/officeDocument/2006/relationships/image" Target="../media/image20.svg"/><Relationship Id="rId3" Type="http://schemas.openxmlformats.org/officeDocument/2006/relationships/tags" Target="../tags/tag575.xml"/><Relationship Id="rId7" Type="http://schemas.openxmlformats.org/officeDocument/2006/relationships/tags" Target="../tags/tag579.xml"/><Relationship Id="rId12" Type="http://schemas.openxmlformats.org/officeDocument/2006/relationships/image" Target="../media/image1.emf"/><Relationship Id="rId2" Type="http://schemas.openxmlformats.org/officeDocument/2006/relationships/tags" Target="../tags/tag574.xml"/><Relationship Id="rId1" Type="http://schemas.openxmlformats.org/officeDocument/2006/relationships/tags" Target="../tags/tag573.xml"/><Relationship Id="rId6" Type="http://schemas.openxmlformats.org/officeDocument/2006/relationships/tags" Target="../tags/tag578.xml"/><Relationship Id="rId11" Type="http://schemas.openxmlformats.org/officeDocument/2006/relationships/oleObject" Target="../embeddings/oleObject46.bin"/><Relationship Id="rId5" Type="http://schemas.openxmlformats.org/officeDocument/2006/relationships/tags" Target="../tags/tag577.xml"/><Relationship Id="rId10" Type="http://schemas.openxmlformats.org/officeDocument/2006/relationships/slideMaster" Target="../slideMasters/slideMaster4.xml"/><Relationship Id="rId4" Type="http://schemas.openxmlformats.org/officeDocument/2006/relationships/tags" Target="../tags/tag576.xml"/><Relationship Id="rId9" Type="http://schemas.openxmlformats.org/officeDocument/2006/relationships/tags" Target="../tags/tag581.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589.xml"/><Relationship Id="rId13" Type="http://schemas.openxmlformats.org/officeDocument/2006/relationships/image" Target="../media/image20.svg"/><Relationship Id="rId3" Type="http://schemas.openxmlformats.org/officeDocument/2006/relationships/tags" Target="../tags/tag584.xml"/><Relationship Id="rId7" Type="http://schemas.openxmlformats.org/officeDocument/2006/relationships/tags" Target="../tags/tag588.xml"/><Relationship Id="rId12" Type="http://schemas.openxmlformats.org/officeDocument/2006/relationships/image" Target="../media/image1.emf"/><Relationship Id="rId2" Type="http://schemas.openxmlformats.org/officeDocument/2006/relationships/tags" Target="../tags/tag583.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oleObject" Target="../embeddings/oleObject47.bin"/><Relationship Id="rId5" Type="http://schemas.openxmlformats.org/officeDocument/2006/relationships/tags" Target="../tags/tag586.xml"/><Relationship Id="rId10" Type="http://schemas.openxmlformats.org/officeDocument/2006/relationships/slideMaster" Target="../slideMasters/slideMaster4.xml"/><Relationship Id="rId4" Type="http://schemas.openxmlformats.org/officeDocument/2006/relationships/tags" Target="../tags/tag585.xml"/><Relationship Id="rId9" Type="http://schemas.openxmlformats.org/officeDocument/2006/relationships/tags" Target="../tags/tag590.xml"/></Relationships>
</file>

<file path=ppt/slideLayouts/_rels/slideLayout73.xml.rels><?xml version="1.0" encoding="UTF-8" standalone="yes"?>
<Relationships xmlns="http://schemas.openxmlformats.org/package/2006/relationships"><Relationship Id="rId8" Type="http://schemas.openxmlformats.org/officeDocument/2006/relationships/tags" Target="../tags/tag598.xml"/><Relationship Id="rId13" Type="http://schemas.openxmlformats.org/officeDocument/2006/relationships/image" Target="../media/image20.svg"/><Relationship Id="rId3" Type="http://schemas.openxmlformats.org/officeDocument/2006/relationships/tags" Target="../tags/tag593.xml"/><Relationship Id="rId7" Type="http://schemas.openxmlformats.org/officeDocument/2006/relationships/tags" Target="../tags/tag597.xml"/><Relationship Id="rId12" Type="http://schemas.openxmlformats.org/officeDocument/2006/relationships/image" Target="../media/image5.emf"/><Relationship Id="rId2" Type="http://schemas.openxmlformats.org/officeDocument/2006/relationships/tags" Target="../tags/tag592.xml"/><Relationship Id="rId1" Type="http://schemas.openxmlformats.org/officeDocument/2006/relationships/tags" Target="../tags/tag591.xml"/><Relationship Id="rId6" Type="http://schemas.openxmlformats.org/officeDocument/2006/relationships/tags" Target="../tags/tag596.xml"/><Relationship Id="rId11" Type="http://schemas.openxmlformats.org/officeDocument/2006/relationships/oleObject" Target="../embeddings/oleObject48.bin"/><Relationship Id="rId5" Type="http://schemas.openxmlformats.org/officeDocument/2006/relationships/tags" Target="../tags/tag595.xml"/><Relationship Id="rId10" Type="http://schemas.openxmlformats.org/officeDocument/2006/relationships/slideMaster" Target="../slideMasters/slideMaster4.xml"/><Relationship Id="rId4" Type="http://schemas.openxmlformats.org/officeDocument/2006/relationships/tags" Target="../tags/tag594.xml"/><Relationship Id="rId9" Type="http://schemas.openxmlformats.org/officeDocument/2006/relationships/tags" Target="../tags/tag599.xml"/></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607.xml"/><Relationship Id="rId13" Type="http://schemas.openxmlformats.org/officeDocument/2006/relationships/image" Target="../media/image20.svg"/><Relationship Id="rId3" Type="http://schemas.openxmlformats.org/officeDocument/2006/relationships/tags" Target="../tags/tag602.xml"/><Relationship Id="rId7" Type="http://schemas.openxmlformats.org/officeDocument/2006/relationships/tags" Target="../tags/tag606.xml"/><Relationship Id="rId12" Type="http://schemas.openxmlformats.org/officeDocument/2006/relationships/image" Target="../media/image1.emf"/><Relationship Id="rId2" Type="http://schemas.openxmlformats.org/officeDocument/2006/relationships/tags" Target="../tags/tag601.xml"/><Relationship Id="rId1" Type="http://schemas.openxmlformats.org/officeDocument/2006/relationships/tags" Target="../tags/tag600.xml"/><Relationship Id="rId6" Type="http://schemas.openxmlformats.org/officeDocument/2006/relationships/tags" Target="../tags/tag605.xml"/><Relationship Id="rId11" Type="http://schemas.openxmlformats.org/officeDocument/2006/relationships/oleObject" Target="../embeddings/oleObject49.bin"/><Relationship Id="rId5" Type="http://schemas.openxmlformats.org/officeDocument/2006/relationships/tags" Target="../tags/tag604.xml"/><Relationship Id="rId10" Type="http://schemas.openxmlformats.org/officeDocument/2006/relationships/slideMaster" Target="../slideMasters/slideMaster4.xml"/><Relationship Id="rId4" Type="http://schemas.openxmlformats.org/officeDocument/2006/relationships/tags" Target="../tags/tag603.xml"/><Relationship Id="rId9" Type="http://schemas.openxmlformats.org/officeDocument/2006/relationships/tags" Target="../tags/tag608.xml"/></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611.xml"/><Relationship Id="rId7" Type="http://schemas.openxmlformats.org/officeDocument/2006/relationships/image" Target="../media/image21.svg"/><Relationship Id="rId2" Type="http://schemas.openxmlformats.org/officeDocument/2006/relationships/tags" Target="../tags/tag610.xml"/><Relationship Id="rId1" Type="http://schemas.openxmlformats.org/officeDocument/2006/relationships/tags" Target="../tags/tag609.xml"/><Relationship Id="rId6" Type="http://schemas.openxmlformats.org/officeDocument/2006/relationships/image" Target="../media/image7.emf"/><Relationship Id="rId5" Type="http://schemas.openxmlformats.org/officeDocument/2006/relationships/oleObject" Target="../embeddings/oleObject50.bin"/><Relationship Id="rId4"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4.xml"/><Relationship Id="rId1" Type="http://schemas.openxmlformats.org/officeDocument/2006/relationships/tags" Target="../tags/tag612.xml"/><Relationship Id="rId4" Type="http://schemas.openxmlformats.org/officeDocument/2006/relationships/image" Target="../media/image4.emf"/></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615.xml"/><Relationship Id="rId7" Type="http://schemas.openxmlformats.org/officeDocument/2006/relationships/oleObject" Target="../embeddings/oleObject16.bin"/><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slideMaster" Target="../slideMasters/slideMaster4.xml"/><Relationship Id="rId5" Type="http://schemas.openxmlformats.org/officeDocument/2006/relationships/tags" Target="../tags/tag617.xml"/><Relationship Id="rId10" Type="http://schemas.openxmlformats.org/officeDocument/2006/relationships/image" Target="../media/image8.png"/><Relationship Id="rId4" Type="http://schemas.openxmlformats.org/officeDocument/2006/relationships/tags" Target="../tags/tag616.xml"/><Relationship Id="rId9"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pic>
        <p:nvPicPr>
          <p:cNvPr id="16" name="Partnership">
            <a:extLst>
              <a:ext uri="{FF2B5EF4-FFF2-40B4-BE49-F238E27FC236}">
                <a16:creationId xmlns:a16="http://schemas.microsoft.com/office/drawing/2014/main" id="{2DB70230-A6B5-4979-8308-8CA8DA9D9514}"/>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4" name="LogoImage">
            <a:extLst>
              <a:ext uri="{FF2B5EF4-FFF2-40B4-BE49-F238E27FC236}">
                <a16:creationId xmlns:a16="http://schemas.microsoft.com/office/drawing/2014/main" id="{275CA5E5-0CE7-4325-8DA5-DA17C9380A0C}"/>
              </a:ext>
            </a:extLst>
          </p:cNvPr>
          <p:cNvGrpSpPr>
            <a:grpSpLocks noChangeAspect="1"/>
          </p:cNvGrpSpPr>
          <p:nvPr userDrawn="1">
            <p:custDataLst>
              <p:tags r:id="rId3"/>
            </p:custDataLst>
          </p:nvPr>
        </p:nvGrpSpPr>
        <p:grpSpPr bwMode="black">
          <a:xfrm>
            <a:off x="551942" y="481160"/>
            <a:ext cx="1893201" cy="585216"/>
            <a:chOff x="0" y="973"/>
            <a:chExt cx="7680" cy="2374"/>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PASHA Bank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6"/>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8"/>
            </p:custDataLst>
          </p:nvPr>
        </p:nvSpPr>
        <p:spPr bwMode="black">
          <a:xfrm>
            <a:off x="551942" y="6190488"/>
            <a:ext cx="2322576"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tx1"/>
                </a:solidFill>
                <a:latin typeface="+mn-lt"/>
              </a:rPr>
              <a:t>CONFIDENTIAL AND PROPRIETARY</a:t>
            </a:r>
          </a:p>
          <a:p>
            <a:pPr defTabSz="804863" eaLnBrk="0" hangingPunct="0"/>
            <a:r>
              <a:rPr lang="en-US" sz="800">
                <a:solidFill>
                  <a:schemeClr val="tx1"/>
                </a:solidFill>
                <a:latin typeface="+mn-lt"/>
              </a:rPr>
              <a:t>Any use of this material without specific permission of McKinsey &amp; Company is strictly prohibited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76999"/>
          </a:xfrm>
        </p:spPr>
        <p:txBody>
          <a:bodyPr anchor="ctr" anchorCtr="0"/>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3370"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CC7EE236-F5C9-45E4-A938-FB794BCDD026}"/>
              </a:ext>
            </a:extLst>
          </p:cNvPr>
          <p:cNvGrpSpPr>
            <a:grpSpLocks noChangeAspect="1"/>
          </p:cNvGrpSpPr>
          <p:nvPr userDrawn="1">
            <p:custDataLst>
              <p:tags r:id="rId2"/>
            </p:custDataLst>
          </p:nvPr>
        </p:nvGrpSpPr>
        <p:grpSpPr bwMode="black">
          <a:xfrm>
            <a:off x="549271" y="481160"/>
            <a:ext cx="1893201" cy="585216"/>
            <a:chOff x="0" y="973"/>
            <a:chExt cx="7680" cy="2374"/>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112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pic>
        <p:nvPicPr>
          <p:cNvPr id="3" name="Partnership">
            <a:extLst>
              <a:ext uri="{FF2B5EF4-FFF2-40B4-BE49-F238E27FC236}">
                <a16:creationId xmlns:a16="http://schemas.microsoft.com/office/drawing/2014/main" id="{406BABA0-9DFC-49A9-8EAF-33E4D637F91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51537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600" b="0" baseline="0" dirty="0"/>
            </a:lvl1pPr>
          </a:lstStyle>
          <a:p>
            <a:pPr lvl="0"/>
            <a:r>
              <a:rPr lang="en-US"/>
              <a:t>Click to edit Master subtitle style</a:t>
            </a:r>
            <a:endParaRPr lang="en-AU"/>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AU"/>
              <a:t>Source: …</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endParaRPr lang="en-AU"/>
          </a:p>
        </p:txBody>
      </p:sp>
    </p:spTree>
    <p:extLst>
      <p:ext uri="{BB962C8B-B14F-4D97-AF65-F5344CB8AC3E}">
        <p14:creationId xmlns:p14="http://schemas.microsoft.com/office/powerpoint/2010/main" val="2047430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895270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587363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2031325"/>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9"/>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489538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_3D_01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38061326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9"/>
          <a:stretch>
            <a:fillRect/>
          </a:stretch>
        </p:blipFill>
        <p:spPr>
          <a:xfrm>
            <a:off x="459581" y="365875"/>
            <a:ext cx="2699257" cy="591169"/>
          </a:xfrm>
          <a:prstGeom prst="rect">
            <a:avLst/>
          </a:prstGeom>
        </p:spPr>
      </p:pic>
      <p:pic>
        <p:nvPicPr>
          <p:cNvPr id="12" name="Picture 11">
            <a:extLst>
              <a:ext uri="{FF2B5EF4-FFF2-40B4-BE49-F238E27FC236}">
                <a16:creationId xmlns:a16="http://schemas.microsoft.com/office/drawing/2014/main" id="{EEA41769-4610-4C36-865C-C4F8E4431B0E}"/>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2380342" y="1338942"/>
            <a:ext cx="9811657" cy="5519057"/>
          </a:xfrm>
          <a:prstGeom prst="rect">
            <a:avLst/>
          </a:prstGeom>
        </p:spPr>
      </p:pic>
    </p:spTree>
    <p:extLst>
      <p:ext uri="{BB962C8B-B14F-4D97-AF65-F5344CB8AC3E}">
        <p14:creationId xmlns:p14="http://schemas.microsoft.com/office/powerpoint/2010/main" val="890530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58024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_3D_03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417096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51E7B6FD-0DB7-4EF2-A30E-B31DFF3F7F5C}"/>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95535" y="1034142"/>
            <a:ext cx="5796465" cy="5823857"/>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75614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7641242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11037646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2263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101929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5111476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1534511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40779300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1017719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9814942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2253214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a:xfrm>
            <a:off x="554736" y="2744369"/>
            <a:ext cx="2514600" cy="769441"/>
          </a:xfrm>
        </p:spPr>
        <p:txBody>
          <a:bodyPr vert="horz" anchor="b">
            <a:noAutofit/>
          </a:bodyPr>
          <a:lstStyle>
            <a:lvl1pPr rtl="0">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628A29A-7140-4215-AAD3-408E4038DE47}"/>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5289155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698297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a:xfrm>
            <a:off x="554736" y="2744369"/>
            <a:ext cx="3465576" cy="769441"/>
          </a:xfrm>
          <a:prstGeom prst="rect">
            <a:avLst/>
          </a:prstGeom>
        </p:spPr>
        <p:txBody>
          <a:bodyPr vert="horz" wrap="square" anchor="b">
            <a:noAutofit/>
          </a:bodyPr>
          <a:lstStyle>
            <a:lvl1pPr algn="l"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a:xfrm>
            <a:off x="554735" y="41597"/>
            <a:ext cx="3465575"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5B234232-A4C2-47B6-8806-916ADD0C18BF}"/>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7991747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966874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DBB81CC-F849-4BD4-88CE-334EE9B3F27D}"/>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2796310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108911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a:xfrm>
            <a:off x="554736" y="172212"/>
            <a:ext cx="6967728" cy="731520"/>
          </a:xfrm>
        </p:spPr>
        <p:txBody>
          <a:bodyPr vert="horz"/>
          <a:lstStyle>
            <a:lvl1pPr rtl="0">
              <a:defRPr>
                <a:solidFill>
                  <a:schemeClr val="bg2"/>
                </a:solidFill>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978A8CD-047D-490F-98D5-36F9E9BD9913}"/>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543102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4139673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7918704"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bg2"/>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C296B58-AF91-49AF-AE35-151C07ADA47C}"/>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144643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17199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000000"/>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1"/>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BCD6AC10-5155-4024-A132-5D89A66014FA}"/>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7290786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787425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000000"/>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a:xfrm>
            <a:off x="554735" y="41597"/>
            <a:ext cx="3465576"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A2A8C6A2-26B8-46D0-B6A4-4D8C91B2772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rtl="0">
              <a:defRPr>
                <a:solidFill>
                  <a:schemeClr val="tx1"/>
                </a:solidFill>
              </a:defRPr>
            </a:lvl1pPr>
          </a:lstStyle>
          <a:p>
            <a:r>
              <a:rPr lang="en-US"/>
              <a:t>Click to edit Master title style</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8"/>
            </p:custDataLst>
          </p:nvPr>
        </p:nvSpPr>
        <p:spPr>
          <a:xfrm>
            <a:off x="554734" y="3659644"/>
            <a:ext cx="3465576"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C36A9C0C-DA66-4674-9323-83DEFB4A0ECE}"/>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8581921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965868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7"/>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8"/>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4C2FE976-3D2A-414C-9AC4-4E279E2274DB}"/>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6148934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2097155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5171"/>
            <a:ext cx="11082528" cy="989512"/>
          </a:xfrm>
        </p:spPr>
        <p:txBody>
          <a:bodyPr vert="horz">
            <a:no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9" name="SlideLogoText">
            <a:extLst>
              <a:ext uri="{FF2B5EF4-FFF2-40B4-BE49-F238E27FC236}">
                <a16:creationId xmlns:a16="http://schemas.microsoft.com/office/drawing/2014/main" id="{B07A955C-5768-4F78-BCD2-EEC29CDF1A10}"/>
              </a:ext>
            </a:extLst>
          </p:cNvPr>
          <p:cNvSpPr>
            <a:spLocks noChangeArrowheads="1"/>
          </p:cNvSpPr>
          <p:nvPr userDrawn="1">
            <p:custDataLst>
              <p:tags r:id="rId7"/>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636484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2537375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pic>
        <p:nvPicPr>
          <p:cNvPr id="6" name="Picture 5">
            <a:extLst>
              <a:ext uri="{FF2B5EF4-FFF2-40B4-BE49-F238E27FC236}">
                <a16:creationId xmlns:a16="http://schemas.microsoft.com/office/drawing/2014/main" id="{E083E61E-A3D9-46A9-AE4D-7B9F5BDF9747}"/>
              </a:ext>
            </a:extLst>
          </p:cNvPr>
          <p:cNvPicPr>
            <a:picLocks/>
          </p:cNvPicPr>
          <p:nvPr userDrawn="1"/>
        </p:nvPicPr>
        <p:blipFill>
          <a:blip r:embed="rId6" cstate="print">
            <a:extLst>
              <a:ext uri="{28A0092B-C50C-407E-A947-70E740481C1C}">
                <a14:useLocalDpi xmlns:a14="http://schemas.microsoft.com/office/drawing/2010/main"/>
              </a:ext>
            </a:extLst>
          </a:blip>
          <a:stretch>
            <a:fillRect/>
          </a:stretch>
        </p:blipFill>
        <p:spPr>
          <a:xfrm>
            <a:off x="376456" y="2912908"/>
            <a:ext cx="4712917" cy="1032184"/>
          </a:xfrm>
          <a:prstGeom prst="rect">
            <a:avLst/>
          </a:prstGeom>
        </p:spPr>
      </p:pic>
    </p:spTree>
    <p:extLst>
      <p:ext uri="{BB962C8B-B14F-4D97-AF65-F5344CB8AC3E}">
        <p14:creationId xmlns:p14="http://schemas.microsoft.com/office/powerpoint/2010/main" val="2810872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5. Source" hidden="1">
            <a:extLst>
              <a:ext uri="{FF2B5EF4-FFF2-40B4-BE49-F238E27FC236}">
                <a16:creationId xmlns:a16="http://schemas.microsoft.com/office/drawing/2014/main" id="{F5E9C22A-A356-4521-A359-338A663DFEA2}"/>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12"/>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13"/>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14"/>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3995305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82887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endParaRPr lang="en-AU"/>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AU"/>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6FB94245-3BA8-4AE3-B1BC-906ADE1CBFC5}"/>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Tree>
    <p:extLst>
      <p:ext uri="{BB962C8B-B14F-4D97-AF65-F5344CB8AC3E}">
        <p14:creationId xmlns:p14="http://schemas.microsoft.com/office/powerpoint/2010/main" val="3211298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76999"/>
          </a:xfrm>
        </p:spPr>
        <p:txBody>
          <a:bodyPr anchor="ctr" anchorCtr="0"/>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6146139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_D. Four column red">
    <p:bg>
      <p:bgPr>
        <a:gradFill>
          <a:gsLst>
            <a:gs pos="0">
              <a:schemeClr val="accent1">
                <a:lumMod val="90000"/>
                <a:lumOff val="10000"/>
              </a:schemeClr>
            </a:gs>
            <a:gs pos="100000">
              <a:schemeClr val="accent1"/>
            </a:gs>
          </a:gsLst>
          <a:lin ang="8100000" scaled="1"/>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E3ED851-68F7-E66E-0EEF-3B3788D58C8E}"/>
              </a:ext>
            </a:extLst>
          </p:cNvPr>
          <p:cNvGraphicFramePr>
            <a:graphicFrameLocks noChangeAspect="1"/>
          </p:cNvGraphicFramePr>
          <p:nvPr userDrawn="1">
            <p:custDataLst>
              <p:tags r:id="rId1"/>
            </p:custDataLst>
            <p:extLst>
              <p:ext uri="{D42A27DB-BD31-4B8C-83A1-F6EECF244321}">
                <p14:modId xmlns:p14="http://schemas.microsoft.com/office/powerpoint/2010/main" val="1872109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7" imgH="307" progId="TCLayout.ActiveDocument.1">
                  <p:embed/>
                </p:oleObj>
              </mc:Choice>
              <mc:Fallback>
                <p:oleObj name="think-cell Slide" r:id="rId3" imgW="307" imgH="307" progId="TCLayout.ActiveDocument.1">
                  <p:embed/>
                  <p:pic>
                    <p:nvPicPr>
                      <p:cNvPr id="8" name="think-cell data - do not delete" hidden="1">
                        <a:extLst>
                          <a:ext uri="{FF2B5EF4-FFF2-40B4-BE49-F238E27FC236}">
                            <a16:creationId xmlns:a16="http://schemas.microsoft.com/office/drawing/2014/main" id="{4E3ED851-68F7-E66E-0EEF-3B3788D58C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8101584" cy="387798"/>
          </a:xfrm>
          <a:prstGeom prst="rect">
            <a:avLst/>
          </a:prstGeom>
        </p:spPr>
        <p:txBody>
          <a:bodyPr vert="horz"/>
          <a:lstStyle>
            <a:lvl1pPr>
              <a:defRPr sz="2800">
                <a:solidFill>
                  <a:schemeClr val="accent1"/>
                </a:solidFill>
                <a:latin typeface="+mj-lt"/>
                <a:sym typeface="Trebuchet MS" panose="020B0603020202020204" pitchFamily="34" charset="0"/>
              </a:defRPr>
            </a:lvl1pPr>
          </a:lstStyle>
          <a:p>
            <a:r>
              <a:rPr lang="en-US"/>
              <a:t>Click to add title</a:t>
            </a:r>
          </a:p>
        </p:txBody>
      </p:sp>
      <p:sp>
        <p:nvSpPr>
          <p:cNvPr id="3" name="TextBox 2">
            <a:extLst>
              <a:ext uri="{FF2B5EF4-FFF2-40B4-BE49-F238E27FC236}">
                <a16:creationId xmlns:a16="http://schemas.microsoft.com/office/drawing/2014/main" id="{0B6E2861-5E7D-9D62-64C3-48584E4B37EE}"/>
              </a:ext>
            </a:extLst>
          </p:cNvPr>
          <p:cNvSpPr txBox="1"/>
          <p:nvPr userDrawn="1"/>
        </p:nvSpPr>
        <p:spPr>
          <a:xfrm>
            <a:off x="628650" y="6405036"/>
            <a:ext cx="381000" cy="153888"/>
          </a:xfrm>
          <a:prstGeom prst="rect">
            <a:avLst/>
          </a:prstGeom>
          <a:noFill/>
        </p:spPr>
        <p:txBody>
          <a:bodyPr wrap="square" lIns="0" tIns="0" rIns="0" bIns="0" rtlCol="0" anchor="b">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5" name="Text Placeholder 7">
            <a:extLst>
              <a:ext uri="{FF2B5EF4-FFF2-40B4-BE49-F238E27FC236}">
                <a16:creationId xmlns:a16="http://schemas.microsoft.com/office/drawing/2014/main" id="{2CEDB14E-B9CE-D55D-84EB-9F4BDCA1ABD4}"/>
              </a:ext>
            </a:extLst>
          </p:cNvPr>
          <p:cNvSpPr>
            <a:spLocks noGrp="1"/>
          </p:cNvSpPr>
          <p:nvPr>
            <p:ph type="body" sz="quarter" idx="11" hasCustomPrompt="1"/>
          </p:nvPr>
        </p:nvSpPr>
        <p:spPr>
          <a:xfrm>
            <a:off x="871269" y="6213469"/>
            <a:ext cx="7860316" cy="338108"/>
          </a:xfrm>
        </p:spPr>
        <p:txBody>
          <a:bodyPr anchor="b"/>
          <a:lstStyle>
            <a:lvl1pPr>
              <a:lnSpc>
                <a:spcPct val="100000"/>
              </a:lnSpc>
              <a:spcBef>
                <a:spcPts val="0"/>
              </a:spcBef>
              <a:spcAft>
                <a:spcPts val="0"/>
              </a:spcAft>
              <a:defRPr sz="1000">
                <a:solidFill>
                  <a:schemeClr val="tx1">
                    <a:lumMod val="60000"/>
                    <a:lumOff val="40000"/>
                  </a:schemeClr>
                </a:solidFill>
              </a:defRPr>
            </a:lvl1pPr>
          </a:lstStyle>
          <a:p>
            <a:pPr lvl="0"/>
            <a:r>
              <a:rPr lang="en-AU"/>
              <a:t>1. </a:t>
            </a:r>
            <a:r>
              <a:rPr lang="en-AU" err="1"/>
              <a:t>xxxx</a:t>
            </a:r>
            <a:r>
              <a:rPr lang="en-AU"/>
              <a:t>  2. </a:t>
            </a:r>
            <a:r>
              <a:rPr lang="en-AU" err="1"/>
              <a:t>xxxx</a:t>
            </a:r>
            <a:r>
              <a:rPr lang="en-AU"/>
              <a:t>  3. List footnotes in numerical order. Footnote numbers are not bracketed. Use 10pt font</a:t>
            </a:r>
            <a:br>
              <a:rPr lang="en-AU"/>
            </a:br>
            <a:r>
              <a:rPr lang="en-AU"/>
              <a:t>Source: Include a source for every chart that you use. Separate sources with a semicolon; Medibank-related sources go at the end</a:t>
            </a:r>
          </a:p>
        </p:txBody>
      </p:sp>
      <p:pic>
        <p:nvPicPr>
          <p:cNvPr id="6" name="Picture 5" descr="Medibank Live Better Lock Up">
            <a:extLst>
              <a:ext uri="{FF2B5EF4-FFF2-40B4-BE49-F238E27FC236}">
                <a16:creationId xmlns:a16="http://schemas.microsoft.com/office/drawing/2014/main" id="{CF5DCE5F-CD88-856A-1361-EE86F94A818C}"/>
              </a:ext>
            </a:extLst>
          </p:cNvPr>
          <p:cNvPicPr>
            <a:picLocks noChangeAspect="1"/>
          </p:cNvPicPr>
          <p:nvPr userDrawn="1"/>
        </p:nvPicPr>
        <p:blipFill>
          <a:blip r:embed="rId6"/>
          <a:stretch>
            <a:fillRect/>
          </a:stretch>
        </p:blipFill>
        <p:spPr>
          <a:xfrm>
            <a:off x="10590028" y="6131392"/>
            <a:ext cx="1424172" cy="598521"/>
          </a:xfrm>
          <a:prstGeom prst="rect">
            <a:avLst/>
          </a:prstGeom>
        </p:spPr>
      </p:pic>
    </p:spTree>
    <p:extLst>
      <p:ext uri="{BB962C8B-B14F-4D97-AF65-F5344CB8AC3E}">
        <p14:creationId xmlns:p14="http://schemas.microsoft.com/office/powerpoint/2010/main" val="33396490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red">
    <p:bg>
      <p:bgPr>
        <a:gradFill>
          <a:gsLst>
            <a:gs pos="0">
              <a:schemeClr val="accent1">
                <a:lumMod val="90000"/>
                <a:lumOff val="10000"/>
              </a:schemeClr>
            </a:gs>
            <a:gs pos="100000">
              <a:schemeClr val="accent1"/>
            </a:gs>
          </a:gsLst>
          <a:lin ang="81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5AF535-37F6-9291-F102-F3B767CD00C4}"/>
              </a:ext>
            </a:extLst>
          </p:cNvPr>
          <p:cNvSpPr txBox="1"/>
          <p:nvPr userDrawn="1"/>
        </p:nvSpPr>
        <p:spPr>
          <a:xfrm>
            <a:off x="628650" y="6405036"/>
            <a:ext cx="381000" cy="153888"/>
          </a:xfrm>
          <a:prstGeom prst="rect">
            <a:avLst/>
          </a:prstGeom>
          <a:noFill/>
        </p:spPr>
        <p:txBody>
          <a:bodyPr wrap="square" lIns="0" tIns="0" rIns="0" bIns="0" rtlCol="0" anchor="b">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2" name="Picture 1" descr="Medibank Live Better Lock Up">
            <a:extLst>
              <a:ext uri="{FF2B5EF4-FFF2-40B4-BE49-F238E27FC236}">
                <a16:creationId xmlns:a16="http://schemas.microsoft.com/office/drawing/2014/main" id="{A17446B1-DE1F-FE37-F37C-894CF2AAB2E2}"/>
              </a:ext>
            </a:extLst>
          </p:cNvPr>
          <p:cNvPicPr>
            <a:picLocks noChangeAspect="1"/>
          </p:cNvPicPr>
          <p:nvPr userDrawn="1"/>
        </p:nvPicPr>
        <p:blipFill>
          <a:blip r:embed="rId2"/>
          <a:stretch>
            <a:fillRect/>
          </a:stretch>
        </p:blipFill>
        <p:spPr>
          <a:xfrm>
            <a:off x="10590028" y="6131392"/>
            <a:ext cx="1424172" cy="598521"/>
          </a:xfrm>
          <a:prstGeom prst="rect">
            <a:avLst/>
          </a:prstGeom>
        </p:spPr>
      </p:pic>
    </p:spTree>
    <p:extLst>
      <p:ext uri="{BB962C8B-B14F-4D97-AF65-F5344CB8AC3E}">
        <p14:creationId xmlns:p14="http://schemas.microsoft.com/office/powerpoint/2010/main" val="24589749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787428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79424" y="925221"/>
            <a:ext cx="11233151"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424592" y="6246836"/>
            <a:ext cx="288000" cy="288000"/>
          </a:xfrm>
          <a:prstGeom prst="rect">
            <a:avLst/>
          </a:prstGeom>
          <a:noFill/>
          <a:ln w="9525" algn="ctr">
            <a:noFill/>
            <a:miter lim="800000"/>
            <a:headEnd/>
            <a:tailEnd/>
          </a:ln>
          <a:effectLst/>
        </p:spPr>
        <p:txBody>
          <a:bodyPr wrap="square" lIns="0" tIns="0" rIns="0" bIns="0" anchor="b">
            <a:noAutofit/>
          </a:bodyPr>
          <a:lstStyle/>
          <a:p>
            <a:pPr algn="r" defTabSz="610744" rtl="0" fontAlgn="auto">
              <a:spcBef>
                <a:spcPts val="0"/>
              </a:spcBef>
              <a:spcAft>
                <a:spcPts val="0"/>
              </a:spcAft>
              <a:defRPr/>
            </a:pPr>
            <a:fld id="{4ABDCABE-3F10-B64C-92F1-862014417034}" type="slidenum">
              <a:rPr lang="en-US" sz="800" b="0" smtClean="0">
                <a:solidFill>
                  <a:schemeClr val="bg2"/>
                </a:solidFill>
                <a:latin typeface="+mn-lt"/>
                <a:ea typeface="+mn-ea"/>
                <a:cs typeface="Arial" panose="020B0604020202020204" pitchFamily="34" charset="0"/>
              </a:rPr>
              <a:pPr algn="r" defTabSz="610744" rtl="0" fontAlgn="auto">
                <a:spcBef>
                  <a:spcPts val="0"/>
                </a:spcBef>
                <a:spcAft>
                  <a:spcPts val="0"/>
                </a:spcAft>
                <a:defRPr/>
              </a:pPr>
              <a:t>‹#›</a:t>
            </a:fld>
            <a:endParaRPr lang="en-US" sz="800" b="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1884117" y="6411725"/>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79424"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79424" y="477000"/>
            <a:ext cx="11233151"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dirty="0">
                <a:solidFill>
                  <a:schemeClr val="accent1"/>
                </a:solidFill>
              </a:defRPr>
            </a:lvl1pPr>
          </a:lstStyle>
          <a:p>
            <a:pPr lvl="0"/>
            <a:r>
              <a:rPr lang="en-US"/>
              <a:t>Click to edit Master title style</a:t>
            </a:r>
          </a:p>
        </p:txBody>
      </p:sp>
      <p:pic>
        <p:nvPicPr>
          <p:cNvPr id="13" name="Grafik 2068">
            <a:extLst>
              <a:ext uri="{FF2B5EF4-FFF2-40B4-BE49-F238E27FC236}">
                <a16:creationId xmlns:a16="http://schemas.microsoft.com/office/drawing/2014/main" id="{ABDAEDB3-545A-B477-5C10-DDA4E88CFA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bwMode="gray">
          <a:xfrm>
            <a:off x="479424" y="6165000"/>
            <a:ext cx="1234800" cy="372727"/>
          </a:xfrm>
          <a:prstGeom prst="rect">
            <a:avLst/>
          </a:prstGeom>
        </p:spPr>
      </p:pic>
      <p:sp>
        <p:nvSpPr>
          <p:cNvPr id="34" name="Footer Placeholder 33">
            <a:extLst>
              <a:ext uri="{FF2B5EF4-FFF2-40B4-BE49-F238E27FC236}">
                <a16:creationId xmlns:a16="http://schemas.microsoft.com/office/drawing/2014/main" id="{2CD16132-3387-6F17-D02F-1763FD9DC5E8}"/>
              </a:ext>
            </a:extLst>
          </p:cNvPr>
          <p:cNvSpPr>
            <a:spLocks noGrp="1"/>
          </p:cNvSpPr>
          <p:nvPr>
            <p:ph type="ftr" sz="quarter" idx="11"/>
          </p:nvPr>
        </p:nvSpPr>
        <p:spPr/>
        <p:txBody>
          <a:bodyPr/>
          <a:lstStyle/>
          <a:p>
            <a:r>
              <a:rPr lang="en-US"/>
              <a:t>Presentation title    |    ONLY FOR INTERNAL USE</a:t>
            </a:r>
          </a:p>
        </p:txBody>
      </p:sp>
    </p:spTree>
    <p:extLst>
      <p:ext uri="{BB962C8B-B14F-4D97-AF65-F5344CB8AC3E}">
        <p14:creationId xmlns:p14="http://schemas.microsoft.com/office/powerpoint/2010/main" val="1580483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587363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2031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9"/>
          <a:stretch>
            <a:fillRect/>
          </a:stretch>
        </p:blipFill>
        <p:spPr>
          <a:xfrm>
            <a:off x="459581" y="365875"/>
            <a:ext cx="2699257" cy="591169"/>
          </a:xfrm>
          <a:prstGeom prst="rect">
            <a:avLst/>
          </a:prstGeom>
        </p:spPr>
      </p:pic>
    </p:spTree>
    <p:extLst>
      <p:ext uri="{BB962C8B-B14F-4D97-AF65-F5344CB8AC3E}">
        <p14:creationId xmlns:p14="http://schemas.microsoft.com/office/powerpoint/2010/main" val="249551805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_3D_01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38061326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9"/>
          <a:stretch>
            <a:fillRect/>
          </a:stretch>
        </p:blipFill>
        <p:spPr>
          <a:xfrm>
            <a:off x="459581" y="365875"/>
            <a:ext cx="2699257" cy="591169"/>
          </a:xfrm>
          <a:prstGeom prst="rect">
            <a:avLst/>
          </a:prstGeom>
        </p:spPr>
      </p:pic>
      <p:pic>
        <p:nvPicPr>
          <p:cNvPr id="12" name="Picture 11">
            <a:extLst>
              <a:ext uri="{FF2B5EF4-FFF2-40B4-BE49-F238E27FC236}">
                <a16:creationId xmlns:a16="http://schemas.microsoft.com/office/drawing/2014/main" id="{EEA41769-4610-4C36-865C-C4F8E4431B0E}"/>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2380342" y="1338942"/>
            <a:ext cx="9811657" cy="5519057"/>
          </a:xfrm>
          <a:prstGeom prst="rect">
            <a:avLst/>
          </a:prstGeom>
        </p:spPr>
      </p:pic>
    </p:spTree>
    <p:extLst>
      <p:ext uri="{BB962C8B-B14F-4D97-AF65-F5344CB8AC3E}">
        <p14:creationId xmlns:p14="http://schemas.microsoft.com/office/powerpoint/2010/main" val="298911879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6848843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_3D_03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417096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51E7B6FD-0DB7-4EF2-A30E-B31DFF3F7F5C}"/>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6395535" y="1034142"/>
            <a:ext cx="5796465" cy="5823857"/>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96419315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a:cs typeface="+mn-cs"/>
              </a:defRPr>
            </a:lvl1pPr>
          </a:lstStyle>
          <a:p>
            <a:pPr lvl="0">
              <a:buNone/>
            </a:pPr>
            <a:r>
              <a:rPr lang="en-US"/>
              <a:t>Add tracker</a:t>
            </a:r>
          </a:p>
        </p:txBody>
      </p:sp>
    </p:spTree>
    <p:extLst>
      <p:ext uri="{BB962C8B-B14F-4D97-AF65-F5344CB8AC3E}">
        <p14:creationId xmlns:p14="http://schemas.microsoft.com/office/powerpoint/2010/main" val="170294664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11037646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761693313"/>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101929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19656299"/>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1534511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2220124635"/>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1017719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575542486"/>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2253214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a:xfrm>
            <a:off x="554736" y="2744369"/>
            <a:ext cx="2514600" cy="769441"/>
          </a:xfrm>
        </p:spPr>
        <p:txBody>
          <a:bodyPr vert="horz" anchor="b">
            <a:noAutofit/>
          </a:bodyPr>
          <a:lstStyle>
            <a:lvl1pPr rtl="0">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628A29A-7140-4215-AAD3-408E4038DE47}"/>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745482190"/>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698297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a:xfrm>
            <a:off x="554736" y="2744369"/>
            <a:ext cx="3465576" cy="769441"/>
          </a:xfrm>
          <a:prstGeom prst="rect">
            <a:avLst/>
          </a:prstGeom>
        </p:spPr>
        <p:txBody>
          <a:bodyPr vert="horz" wrap="square" anchor="b">
            <a:noAutofit/>
          </a:bodyPr>
          <a:lstStyle>
            <a:lvl1pPr algn="l"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a:xfrm>
            <a:off x="554735" y="41597"/>
            <a:ext cx="3465575"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5B234232-A4C2-47B6-8806-916ADD0C18BF}"/>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710332375"/>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966874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DBB81CC-F849-4BD4-88CE-334EE9B3F27D}"/>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053143833"/>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108911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a:xfrm>
            <a:off x="554736" y="172212"/>
            <a:ext cx="6967728" cy="731520"/>
          </a:xfrm>
        </p:spPr>
        <p:txBody>
          <a:bodyPr vert="horz"/>
          <a:lstStyle>
            <a:lvl1pPr rtl="0">
              <a:defRPr>
                <a:solidFill>
                  <a:schemeClr val="bg2"/>
                </a:solidFill>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978A8CD-047D-490F-98D5-36F9E9BD9913}"/>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7388377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4139673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marL="0" marR="0" lvl="0" indent="0" algn="r" defTabSz="610744" rtl="0" eaLnBrk="1" fontAlgn="auto" latinLnBrk="0" hangingPunct="1">
              <a:lnSpc>
                <a:spcPct val="100000"/>
              </a:lnSpc>
              <a:spcBef>
                <a:spcPct val="0"/>
              </a:spcBef>
              <a:spcAft>
                <a:spcPct val="0"/>
              </a:spcAft>
              <a:buClrTx/>
              <a:buSzTx/>
              <a:buFontTx/>
              <a:buNone/>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ct val="0"/>
                </a:spcBef>
                <a:spcAft>
                  <a:spcPct val="0"/>
                </a:spcAft>
                <a:buClrTx/>
                <a:buSzTx/>
                <a:buFontTx/>
                <a:buNone/>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7918704"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defRPr/>
            </a:pPr>
            <a:r>
              <a:rPr kumimoji="0" lang="en-US" sz="800" b="0" i="0" u="none" strike="noStrike" kern="1200" cap="none" spc="0" normalizeH="0" baseline="0" noProof="0">
                <a:ln>
                  <a:noFill/>
                </a:ln>
                <a:solidFill>
                  <a:schemeClr val="bg2"/>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C296B58-AF91-49AF-AE35-151C07ADA47C}"/>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523628275"/>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17199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rgbClr val="000000"/>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tx1"/>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BCD6AC10-5155-4024-A132-5D89A66014FA}"/>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53481379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787425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rgbClr val="000000"/>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a:xfrm>
            <a:off x="554735" y="41597"/>
            <a:ext cx="3465576" cy="123111"/>
          </a:xfrm>
          <a:prstGeom prst="rect">
            <a:avLst/>
          </a:prstGeom>
          <a:ln w="6350">
            <a:noFill/>
            <a:miter lim="800000"/>
          </a:ln>
        </p:spPr>
        <p:txBody>
          <a:bodyPr vert="horz" wrap="square" lIns="0" tIns="0" rIns="0" bIns="0" rtlCol="0">
            <a:noAutofit/>
          </a:bodyPr>
          <a:lstStyle>
            <a:lvl1pPr rtl="0">
              <a:defRPr lang="en-US" sz="800" b="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A2A8C6A2-26B8-46D0-B6A4-4D8C91B2772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rtl="0">
              <a:defRPr>
                <a:solidFill>
                  <a:schemeClr val="tx1"/>
                </a:solidFill>
              </a:defRPr>
            </a:lvl1pPr>
          </a:lstStyle>
          <a:p>
            <a:r>
              <a:rPr lang="en-US"/>
              <a:t>Click to edit Master title style</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8"/>
            </p:custDataLst>
          </p:nvPr>
        </p:nvSpPr>
        <p:spPr>
          <a:xfrm>
            <a:off x="554734" y="3659644"/>
            <a:ext cx="3465576"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C36A9C0C-DA66-4674-9323-83DEFB4A0ECE}"/>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93404825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965868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marL="0" marR="0" lvl="0" indent="0" algn="r" defTabSz="610744" rtl="0" eaLnBrk="1" fontAlgn="auto" latinLnBrk="0" hangingPunct="1">
              <a:lnSpc>
                <a:spcPct val="100000"/>
              </a:lnSpc>
              <a:spcBef>
                <a:spcPct val="0"/>
              </a:spcBef>
              <a:spcAft>
                <a:spcPct val="0"/>
              </a:spcAft>
              <a:buClrTx/>
              <a:buSzTx/>
              <a:buFontTx/>
              <a:buNone/>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ct val="0"/>
                </a:spcBef>
                <a:spcAft>
                  <a:spcPct val="0"/>
                </a:spcAft>
                <a:buClrTx/>
                <a:buSzTx/>
                <a:buFontTx/>
                <a:buNone/>
                <a:defRPr/>
              </a:pPr>
              <a:t>‹#›</a:t>
            </a:fld>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7"/>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8"/>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4C2FE976-3D2A-414C-9AC4-4E279E2274DB}"/>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3770319629"/>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2097155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5171"/>
            <a:ext cx="11082528" cy="989512"/>
          </a:xfrm>
        </p:spPr>
        <p:txBody>
          <a:bodyPr vert="horz">
            <a:no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
        <p:nvSpPr>
          <p:cNvPr id="9" name="SlideLogoText">
            <a:extLst>
              <a:ext uri="{FF2B5EF4-FFF2-40B4-BE49-F238E27FC236}">
                <a16:creationId xmlns:a16="http://schemas.microsoft.com/office/drawing/2014/main" id="{B07A955C-5768-4F78-BCD2-EEC29CDF1A10}"/>
              </a:ext>
            </a:extLst>
          </p:cNvPr>
          <p:cNvSpPr>
            <a:spLocks noChangeArrowheads="1"/>
          </p:cNvSpPr>
          <p:nvPr userDrawn="1">
            <p:custDataLst>
              <p:tags r:id="rId7"/>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176640644"/>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2537375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pic>
        <p:nvPicPr>
          <p:cNvPr id="6" name="Picture 5">
            <a:extLst>
              <a:ext uri="{FF2B5EF4-FFF2-40B4-BE49-F238E27FC236}">
                <a16:creationId xmlns:a16="http://schemas.microsoft.com/office/drawing/2014/main" id="{E083E61E-A3D9-46A9-AE4D-7B9F5BDF9747}"/>
              </a:ext>
            </a:extLst>
          </p:cNvPr>
          <p:cNvPicPr/>
          <p:nvPr userDrawn="1"/>
        </p:nvPicPr>
        <p:blipFill>
          <a:blip r:embed="rId6">
            <a:extLst>
              <a:ext uri="{28A0092B-C50C-407E-A947-70E740481C1C}">
                <a14:useLocalDpi xmlns:a14="http://schemas.microsoft.com/office/drawing/2010/main"/>
              </a:ext>
            </a:extLst>
          </a:blip>
          <a:stretch>
            <a:fillRect/>
          </a:stretch>
        </p:blipFill>
        <p:spPr>
          <a:xfrm>
            <a:off x="376456" y="2912908"/>
            <a:ext cx="4712917" cy="1032184"/>
          </a:xfrm>
          <a:prstGeom prst="rect">
            <a:avLst/>
          </a:prstGeom>
        </p:spPr>
      </p:pic>
    </p:spTree>
    <p:extLst>
      <p:ext uri="{BB962C8B-B14F-4D97-AF65-F5344CB8AC3E}">
        <p14:creationId xmlns:p14="http://schemas.microsoft.com/office/powerpoint/2010/main" val="4089985406"/>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5. Source" hidden="1">
            <a:extLst>
              <a:ext uri="{FF2B5EF4-FFF2-40B4-BE49-F238E27FC236}">
                <a16:creationId xmlns:a16="http://schemas.microsoft.com/office/drawing/2014/main" id="{F5E9C22A-A356-4521-A359-338A663DFEA2}"/>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12"/>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13"/>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14"/>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19656709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287299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GB"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DBECF9"/>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GB"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vl1pPr>
          </a:lstStyle>
          <a:p>
            <a:r>
              <a:rPr lang="en-US"/>
              <a:t>Click to edit Master title style</a:t>
            </a:r>
            <a:endParaRPr lang="en-GB"/>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i="1" baseline="0" dirty="0">
                <a:solidFill>
                  <a:srgbClr val="7F7F7F"/>
                </a:solidFill>
              </a:defRPr>
            </a:lvl1pPr>
          </a:lstStyle>
          <a:p>
            <a:pPr lvl="0">
              <a:buNone/>
            </a:pPr>
            <a:r>
              <a:rPr lang="en-US"/>
              <a:t>Click to edit Master subtitle style</a:t>
            </a:r>
            <a:endParaRPr lang="en-GB"/>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5" name="Picture 4">
            <a:extLst>
              <a:ext uri="{FF2B5EF4-FFF2-40B4-BE49-F238E27FC236}">
                <a16:creationId xmlns:a16="http://schemas.microsoft.com/office/drawing/2014/main" id="{57C83DFC-6BAD-FC74-ED85-075215376A7D}"/>
              </a:ext>
            </a:extLst>
          </p:cNvPr>
          <p:cNvPicPr>
            <a:picLocks noChangeAspect="1"/>
          </p:cNvPicPr>
          <p:nvPr userDrawn="1"/>
        </p:nvPicPr>
        <p:blipFill>
          <a:blip r:embed="rId12"/>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13255106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2406061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GB"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GB" sz="900" b="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GB" sz="800"/>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3" name="Picture 2">
            <a:extLst>
              <a:ext uri="{FF2B5EF4-FFF2-40B4-BE49-F238E27FC236}">
                <a16:creationId xmlns:a16="http://schemas.microsoft.com/office/drawing/2014/main" id="{6284D420-45F4-2EF4-78AC-2602BB3D9C99}"/>
              </a:ext>
            </a:extLst>
          </p:cNvPr>
          <p:cNvPicPr>
            <a:picLocks noChangeAspect="1"/>
          </p:cNvPicPr>
          <p:nvPr userDrawn="1"/>
        </p:nvPicPr>
        <p:blipFill>
          <a:blip r:embed="rId8"/>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29190936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36952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GB"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vl1pPr>
          </a:lstStyle>
          <a:p>
            <a:r>
              <a:rPr lang="en-US"/>
              <a:t>Click to edit Master title style</a:t>
            </a:r>
            <a:endParaRPr lang="en-GB"/>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DBECF9"/>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GB">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GB"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GB" sz="900"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i="1" baseline="0" dirty="0">
                <a:solidFill>
                  <a:srgbClr val="7F7F7F"/>
                </a:solidFill>
              </a:defRPr>
            </a:lvl1pPr>
          </a:lstStyle>
          <a:p>
            <a:pPr lvl="0">
              <a:buNone/>
            </a:pPr>
            <a:r>
              <a:rPr lang="en-US"/>
              <a:t>Click to edit Master subtitle style</a:t>
            </a:r>
            <a:endParaRPr lang="en-GB"/>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GB" sz="800">
                <a:solidFill>
                  <a:schemeClr val="tx1"/>
                </a:solidFill>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2" name="Picture 1">
            <a:extLst>
              <a:ext uri="{FF2B5EF4-FFF2-40B4-BE49-F238E27FC236}">
                <a16:creationId xmlns:a16="http://schemas.microsoft.com/office/drawing/2014/main" id="{D9F13DB6-3A51-1009-573F-F97ADB6CE245}"/>
              </a:ext>
            </a:extLst>
          </p:cNvPr>
          <p:cNvPicPr>
            <a:picLocks noChangeAspect="1"/>
          </p:cNvPicPr>
          <p:nvPr userDrawn="1"/>
        </p:nvPicPr>
        <p:blipFill>
          <a:blip r:embed="rId12"/>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1464707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105818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000" b="1" i="0" baseline="0">
              <a:solidFill>
                <a:schemeClr val="bg1"/>
              </a:solidFill>
              <a:latin typeface="Georgia" panose="02040502050405020303" pitchFamily="18" charset="0"/>
              <a:ea typeface="Cambria" panose="02040503050406030204" pitchFamily="18" charset="0"/>
              <a:cs typeface="Times New Roman" panose="02020603050405020304" pitchFamily="18" charset="0"/>
              <a:sym typeface="Georgia" panose="02040502050405020303" pitchFamily="18" charset="0"/>
            </a:endParaRPr>
          </a:p>
        </p:txBody>
      </p:sp>
      <p:sp>
        <p:nvSpPr>
          <p:cNvPr id="32" name="Background">
            <a:extLst>
              <a:ext uri="{FF2B5EF4-FFF2-40B4-BE49-F238E27FC236}">
                <a16:creationId xmlns:a16="http://schemas.microsoft.com/office/drawing/2014/main" id="{1D980268-7BA9-4779-810B-9A371BD3036C}"/>
              </a:ext>
            </a:extLst>
          </p:cNvPr>
          <p:cNvSpPr/>
          <p:nvPr userDrawn="1"/>
        </p:nvSpPr>
        <p:spPr>
          <a:xfrm>
            <a:off x="0" y="1587"/>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mn-lt"/>
            </a:endParaRPr>
          </a:p>
        </p:txBody>
      </p:sp>
      <p:grpSp>
        <p:nvGrpSpPr>
          <p:cNvPr id="104" name="Group 103">
            <a:extLst>
              <a:ext uri="{FF2B5EF4-FFF2-40B4-BE49-F238E27FC236}">
                <a16:creationId xmlns:a16="http://schemas.microsoft.com/office/drawing/2014/main" id="{E0307DC1-89A8-4F19-831F-D7727709D848}"/>
              </a:ext>
            </a:extLst>
          </p:cNvPr>
          <p:cNvGrpSpPr/>
          <p:nvPr userDrawn="1"/>
        </p:nvGrpSpPr>
        <p:grpSpPr>
          <a:xfrm>
            <a:off x="0" y="3305867"/>
            <a:ext cx="6648374" cy="3337021"/>
            <a:chOff x="0" y="0"/>
            <a:chExt cx="6648374" cy="3337021"/>
          </a:xfrm>
        </p:grpSpPr>
        <p:pic>
          <p:nvPicPr>
            <p:cNvPr id="105" name="Graphic 104">
              <a:extLst>
                <a:ext uri="{FF2B5EF4-FFF2-40B4-BE49-F238E27FC236}">
                  <a16:creationId xmlns:a16="http://schemas.microsoft.com/office/drawing/2014/main" id="{21BADBE0-EF9D-4335-AF16-0F5531396DC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106" name="Graphic 105">
              <a:extLst>
                <a:ext uri="{FF2B5EF4-FFF2-40B4-BE49-F238E27FC236}">
                  <a16:creationId xmlns:a16="http://schemas.microsoft.com/office/drawing/2014/main" id="{FE9D55BB-E0CB-44EB-987D-AAEB678C205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pic>
        <p:nvPicPr>
          <p:cNvPr id="107" name="Graphic 106">
            <a:extLst>
              <a:ext uri="{FF2B5EF4-FFF2-40B4-BE49-F238E27FC236}">
                <a16:creationId xmlns:a16="http://schemas.microsoft.com/office/drawing/2014/main" id="{24BBA23F-C71E-46C1-96BF-AB67B8254A0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3305867"/>
            <a:ext cx="3337021" cy="3337021"/>
          </a:xfrm>
          <a:prstGeom prst="rect">
            <a:avLst/>
          </a:prstGeom>
        </p:spPr>
      </p:pic>
      <p:pic>
        <p:nvPicPr>
          <p:cNvPr id="108" name="Graphic 107">
            <a:extLst>
              <a:ext uri="{FF2B5EF4-FFF2-40B4-BE49-F238E27FC236}">
                <a16:creationId xmlns:a16="http://schemas.microsoft.com/office/drawing/2014/main" id="{86098EE8-AB18-4F28-AC02-491CA6F90929}"/>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3305867"/>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120" name="Graphic 119">
            <a:extLst>
              <a:ext uri="{FF2B5EF4-FFF2-40B4-BE49-F238E27FC236}">
                <a16:creationId xmlns:a16="http://schemas.microsoft.com/office/drawing/2014/main" id="{2A9E46F3-7EEF-45EC-B7C9-FAFF412582B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118" name="Graphic 117">
            <a:extLst>
              <a:ext uri="{FF2B5EF4-FFF2-40B4-BE49-F238E27FC236}">
                <a16:creationId xmlns:a16="http://schemas.microsoft.com/office/drawing/2014/main" id="{F0B558E2-8155-4161-A0C3-8A3F8D9B29C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3311353"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7" name="Graphic 116">
            <a:extLst>
              <a:ext uri="{FF2B5EF4-FFF2-40B4-BE49-F238E27FC236}">
                <a16:creationId xmlns:a16="http://schemas.microsoft.com/office/drawing/2014/main" id="{7F35D97E-A39C-4F02-8745-F5C3640709F8}"/>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6605762"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6" name="Graphic 115">
            <a:extLst>
              <a:ext uri="{FF2B5EF4-FFF2-40B4-BE49-F238E27FC236}">
                <a16:creationId xmlns:a16="http://schemas.microsoft.com/office/drawing/2014/main" id="{F5B3FA40-9DF6-443D-B910-DB34568AAA8C}"/>
              </a:ext>
            </a:extLst>
          </p:cNvPr>
          <p:cNvPicPr>
            <a:picLocks noChangeAspect="1"/>
          </p:cNvPicPr>
          <p:nvPr userDrawn="1"/>
        </p:nvPicPr>
        <p:blipFill>
          <a:blip>
            <a:extLst>
              <a:ext uri="{96DAC541-7B7A-43D3-8B79-37D633B846F1}">
                <asvg:svgBlip xmlns:asvg="http://schemas.microsoft.com/office/drawing/2016/SVG/main" r:embed="rId9"/>
              </a:ext>
            </a:extLst>
          </a:blip>
          <a:srcRect r="31829" b="92389"/>
          <a:stretch>
            <a:fillRect/>
          </a:stretch>
        </p:blipFill>
        <p:spPr>
          <a:xfrm>
            <a:off x="9917115" y="6604027"/>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14" name="Rectangle 1">
            <a:extLst>
              <a:ext uri="{FF2B5EF4-FFF2-40B4-BE49-F238E27FC236}">
                <a16:creationId xmlns:a16="http://schemas.microsoft.com/office/drawing/2014/main" id="{74DBAC4F-5C86-458F-88E1-115AA10C0759}"/>
              </a:ext>
            </a:extLst>
          </p:cNvPr>
          <p:cNvGrpSpPr/>
          <p:nvPr userDrawn="1"/>
        </p:nvGrpSpPr>
        <p:grpSpPr>
          <a:xfrm>
            <a:off x="0" y="0"/>
            <a:ext cx="6648374" cy="3337021"/>
            <a:chOff x="0" y="0"/>
            <a:chExt cx="6648374" cy="3337021"/>
          </a:xfrm>
        </p:grpSpPr>
        <p:pic>
          <p:nvPicPr>
            <p:cNvPr id="12" name="Graphic 11">
              <a:extLst>
                <a:ext uri="{FF2B5EF4-FFF2-40B4-BE49-F238E27FC236}">
                  <a16:creationId xmlns:a16="http://schemas.microsoft.com/office/drawing/2014/main" id="{C03C966D-E0F6-499D-B964-1BBA7BCCCE2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98" name="Graphic 97">
              <a:extLst>
                <a:ext uri="{FF2B5EF4-FFF2-40B4-BE49-F238E27FC236}">
                  <a16:creationId xmlns:a16="http://schemas.microsoft.com/office/drawing/2014/main" id="{363F64DD-88CA-4D07-A7DC-636636F8D2D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sp>
        <p:nvSpPr>
          <p:cNvPr id="63" name="Background">
            <a:extLst>
              <a:ext uri="{FF2B5EF4-FFF2-40B4-BE49-F238E27FC236}">
                <a16:creationId xmlns:a16="http://schemas.microsoft.com/office/drawing/2014/main" id="{425469C0-55E0-44DD-A565-3DED7D7E7D79}"/>
              </a:ext>
            </a:extLst>
          </p:cNvPr>
          <p:cNvSpPr/>
          <p:nvPr userDrawn="1"/>
        </p:nvSpPr>
        <p:spPr bwMode="ltGray">
          <a:xfrm rot="10800000">
            <a:off x="-2115" y="0"/>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sp>
        <p:nvSpPr>
          <p:cNvPr id="31" name="Background">
            <a:extLst>
              <a:ext uri="{FF2B5EF4-FFF2-40B4-BE49-F238E27FC236}">
                <a16:creationId xmlns:a16="http://schemas.microsoft.com/office/drawing/2014/main" id="{0E2068AF-9C8C-490E-B5B3-460EC8A03D94}"/>
              </a:ext>
            </a:extLst>
          </p:cNvPr>
          <p:cNvSpPr/>
          <p:nvPr userDrawn="1"/>
        </p:nvSpPr>
        <p:spPr bwMode="ltGray">
          <a:xfrm>
            <a:off x="0" y="207233"/>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grpSp>
        <p:nvGrpSpPr>
          <p:cNvPr id="35" name="Group 34">
            <a:extLst>
              <a:ext uri="{FF2B5EF4-FFF2-40B4-BE49-F238E27FC236}">
                <a16:creationId xmlns:a16="http://schemas.microsoft.com/office/drawing/2014/main" id="{1A210679-AAFE-4A37-B347-17F73F4FE03C}"/>
              </a:ext>
            </a:extLst>
          </p:cNvPr>
          <p:cNvGrpSpPr/>
          <p:nvPr userDrawn="1"/>
        </p:nvGrpSpPr>
        <p:grpSpPr>
          <a:xfrm>
            <a:off x="558977" y="509609"/>
            <a:ext cx="1550169" cy="633391"/>
            <a:chOff x="1568450" y="-1222375"/>
            <a:chExt cx="2327275" cy="950912"/>
          </a:xfrm>
          <a:solidFill>
            <a:schemeClr val="bg1"/>
          </a:solidFill>
        </p:grpSpPr>
        <p:sp>
          <p:nvSpPr>
            <p:cNvPr id="36" name="Freeform 568">
              <a:extLst>
                <a:ext uri="{FF2B5EF4-FFF2-40B4-BE49-F238E27FC236}">
                  <a16:creationId xmlns:a16="http://schemas.microsoft.com/office/drawing/2014/main" id="{3C220D7C-BB8A-448D-B566-ED3009C0941B}"/>
                </a:ext>
              </a:extLst>
            </p:cNvPr>
            <p:cNvSpPr>
              <a:spLocks noEditPoints="1"/>
            </p:cNvSpPr>
            <p:nvPr userDrawn="1"/>
          </p:nvSpPr>
          <p:spPr bwMode="auto">
            <a:xfrm>
              <a:off x="2643188" y="-682625"/>
              <a:ext cx="215900" cy="269875"/>
            </a:xfrm>
            <a:custGeom>
              <a:avLst/>
              <a:gdLst>
                <a:gd name="T0" fmla="*/ 0 w 77"/>
                <a:gd name="T1" fmla="*/ 0 h 96"/>
                <a:gd name="T2" fmla="*/ 34 w 77"/>
                <a:gd name="T3" fmla="*/ 0 h 96"/>
                <a:gd name="T4" fmla="*/ 70 w 77"/>
                <a:gd name="T5" fmla="*/ 27 h 96"/>
                <a:gd name="T6" fmla="*/ 60 w 77"/>
                <a:gd name="T7" fmla="*/ 44 h 96"/>
                <a:gd name="T8" fmla="*/ 60 w 77"/>
                <a:gd name="T9" fmla="*/ 44 h 96"/>
                <a:gd name="T10" fmla="*/ 77 w 77"/>
                <a:gd name="T11" fmla="*/ 67 h 96"/>
                <a:gd name="T12" fmla="*/ 38 w 77"/>
                <a:gd name="T13" fmla="*/ 96 h 96"/>
                <a:gd name="T14" fmla="*/ 0 w 77"/>
                <a:gd name="T15" fmla="*/ 96 h 96"/>
                <a:gd name="T16" fmla="*/ 0 w 77"/>
                <a:gd name="T17" fmla="*/ 0 h 96"/>
                <a:gd name="T18" fmla="*/ 32 w 77"/>
                <a:gd name="T19" fmla="*/ 40 h 96"/>
                <a:gd name="T20" fmla="*/ 47 w 77"/>
                <a:gd name="T21" fmla="*/ 29 h 96"/>
                <a:gd name="T22" fmla="*/ 30 w 77"/>
                <a:gd name="T23" fmla="*/ 18 h 96"/>
                <a:gd name="T24" fmla="*/ 23 w 77"/>
                <a:gd name="T25" fmla="*/ 18 h 96"/>
                <a:gd name="T26" fmla="*/ 23 w 77"/>
                <a:gd name="T27" fmla="*/ 40 h 96"/>
                <a:gd name="T28" fmla="*/ 32 w 77"/>
                <a:gd name="T29" fmla="*/ 40 h 96"/>
                <a:gd name="T30" fmla="*/ 35 w 77"/>
                <a:gd name="T31" fmla="*/ 78 h 96"/>
                <a:gd name="T32" fmla="*/ 53 w 77"/>
                <a:gd name="T33" fmla="*/ 67 h 96"/>
                <a:gd name="T34" fmla="*/ 33 w 77"/>
                <a:gd name="T35" fmla="*/ 55 h 96"/>
                <a:gd name="T36" fmla="*/ 23 w 77"/>
                <a:gd name="T37" fmla="*/ 55 h 96"/>
                <a:gd name="T38" fmla="*/ 23 w 77"/>
                <a:gd name="T39" fmla="*/ 78 h 96"/>
                <a:gd name="T40" fmla="*/ 35 w 77"/>
                <a:gd name="T41"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 h="96">
                  <a:moveTo>
                    <a:pt x="0" y="0"/>
                  </a:moveTo>
                  <a:cubicBezTo>
                    <a:pt x="34" y="0"/>
                    <a:pt x="34" y="0"/>
                    <a:pt x="34" y="0"/>
                  </a:cubicBezTo>
                  <a:cubicBezTo>
                    <a:pt x="57" y="0"/>
                    <a:pt x="70" y="9"/>
                    <a:pt x="70" y="27"/>
                  </a:cubicBezTo>
                  <a:cubicBezTo>
                    <a:pt x="70" y="35"/>
                    <a:pt x="65" y="41"/>
                    <a:pt x="60" y="44"/>
                  </a:cubicBezTo>
                  <a:cubicBezTo>
                    <a:pt x="60" y="44"/>
                    <a:pt x="60" y="44"/>
                    <a:pt x="60" y="44"/>
                  </a:cubicBezTo>
                  <a:cubicBezTo>
                    <a:pt x="66" y="46"/>
                    <a:pt x="77" y="54"/>
                    <a:pt x="77" y="67"/>
                  </a:cubicBezTo>
                  <a:cubicBezTo>
                    <a:pt x="77" y="84"/>
                    <a:pt x="66" y="96"/>
                    <a:pt x="38" y="96"/>
                  </a:cubicBezTo>
                  <a:cubicBezTo>
                    <a:pt x="0" y="96"/>
                    <a:pt x="0" y="96"/>
                    <a:pt x="0" y="96"/>
                  </a:cubicBezTo>
                  <a:lnTo>
                    <a:pt x="0" y="0"/>
                  </a:lnTo>
                  <a:close/>
                  <a:moveTo>
                    <a:pt x="32" y="40"/>
                  </a:moveTo>
                  <a:cubicBezTo>
                    <a:pt x="42" y="40"/>
                    <a:pt x="47" y="38"/>
                    <a:pt x="47" y="29"/>
                  </a:cubicBezTo>
                  <a:cubicBezTo>
                    <a:pt x="47" y="21"/>
                    <a:pt x="41" y="18"/>
                    <a:pt x="30" y="18"/>
                  </a:cubicBezTo>
                  <a:cubicBezTo>
                    <a:pt x="23" y="18"/>
                    <a:pt x="23" y="18"/>
                    <a:pt x="23" y="18"/>
                  </a:cubicBezTo>
                  <a:cubicBezTo>
                    <a:pt x="23" y="40"/>
                    <a:pt x="23" y="40"/>
                    <a:pt x="23" y="40"/>
                  </a:cubicBezTo>
                  <a:lnTo>
                    <a:pt x="32" y="40"/>
                  </a:lnTo>
                  <a:close/>
                  <a:moveTo>
                    <a:pt x="35" y="78"/>
                  </a:moveTo>
                  <a:cubicBezTo>
                    <a:pt x="47" y="78"/>
                    <a:pt x="53" y="75"/>
                    <a:pt x="53" y="67"/>
                  </a:cubicBezTo>
                  <a:cubicBezTo>
                    <a:pt x="53" y="59"/>
                    <a:pt x="47" y="55"/>
                    <a:pt x="33" y="55"/>
                  </a:cubicBezTo>
                  <a:cubicBezTo>
                    <a:pt x="23" y="55"/>
                    <a:pt x="23" y="55"/>
                    <a:pt x="23" y="55"/>
                  </a:cubicBezTo>
                  <a:cubicBezTo>
                    <a:pt x="23" y="78"/>
                    <a:pt x="23" y="78"/>
                    <a:pt x="23" y="78"/>
                  </a:cubicBezTo>
                  <a:lnTo>
                    <a:pt x="35"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7" name="Freeform 569">
              <a:extLst>
                <a:ext uri="{FF2B5EF4-FFF2-40B4-BE49-F238E27FC236}">
                  <a16:creationId xmlns:a16="http://schemas.microsoft.com/office/drawing/2014/main" id="{56955F2B-3B04-43A0-ABB2-69888FCB71B8}"/>
                </a:ext>
              </a:extLst>
            </p:cNvPr>
            <p:cNvSpPr>
              <a:spLocks noEditPoints="1"/>
            </p:cNvSpPr>
            <p:nvPr userDrawn="1"/>
          </p:nvSpPr>
          <p:spPr bwMode="auto">
            <a:xfrm>
              <a:off x="2879725" y="-627063"/>
              <a:ext cx="204788" cy="220662"/>
            </a:xfrm>
            <a:custGeom>
              <a:avLst/>
              <a:gdLst>
                <a:gd name="T0" fmla="*/ 0 w 73"/>
                <a:gd name="T1" fmla="*/ 55 h 78"/>
                <a:gd name="T2" fmla="*/ 32 w 73"/>
                <a:gd name="T3" fmla="*/ 33 h 78"/>
                <a:gd name="T4" fmla="*/ 45 w 73"/>
                <a:gd name="T5" fmla="*/ 33 h 78"/>
                <a:gd name="T6" fmla="*/ 45 w 73"/>
                <a:gd name="T7" fmla="*/ 28 h 78"/>
                <a:gd name="T8" fmla="*/ 31 w 73"/>
                <a:gd name="T9" fmla="*/ 20 h 78"/>
                <a:gd name="T10" fmla="*/ 9 w 73"/>
                <a:gd name="T11" fmla="*/ 23 h 78"/>
                <a:gd name="T12" fmla="*/ 4 w 73"/>
                <a:gd name="T13" fmla="*/ 6 h 78"/>
                <a:gd name="T14" fmla="*/ 35 w 73"/>
                <a:gd name="T15" fmla="*/ 0 h 78"/>
                <a:gd name="T16" fmla="*/ 67 w 73"/>
                <a:gd name="T17" fmla="*/ 24 h 78"/>
                <a:gd name="T18" fmla="*/ 67 w 73"/>
                <a:gd name="T19" fmla="*/ 57 h 78"/>
                <a:gd name="T20" fmla="*/ 73 w 73"/>
                <a:gd name="T21" fmla="*/ 60 h 78"/>
                <a:gd name="T22" fmla="*/ 73 w 73"/>
                <a:gd name="T23" fmla="*/ 77 h 78"/>
                <a:gd name="T24" fmla="*/ 67 w 73"/>
                <a:gd name="T25" fmla="*/ 77 h 78"/>
                <a:gd name="T26" fmla="*/ 47 w 73"/>
                <a:gd name="T27" fmla="*/ 69 h 78"/>
                <a:gd name="T28" fmla="*/ 25 w 73"/>
                <a:gd name="T29" fmla="*/ 78 h 78"/>
                <a:gd name="T30" fmla="*/ 0 w 73"/>
                <a:gd name="T31" fmla="*/ 55 h 78"/>
                <a:gd name="T32" fmla="*/ 45 w 73"/>
                <a:gd name="T33" fmla="*/ 58 h 78"/>
                <a:gd name="T34" fmla="*/ 45 w 73"/>
                <a:gd name="T35" fmla="*/ 46 h 78"/>
                <a:gd name="T36" fmla="*/ 33 w 73"/>
                <a:gd name="T37" fmla="*/ 46 h 78"/>
                <a:gd name="T38" fmla="*/ 22 w 73"/>
                <a:gd name="T39" fmla="*/ 54 h 78"/>
                <a:gd name="T40" fmla="*/ 30 w 73"/>
                <a:gd name="T41" fmla="*/ 60 h 78"/>
                <a:gd name="T42" fmla="*/ 45 w 73"/>
                <a:gd name="T4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3" h="78">
                  <a:moveTo>
                    <a:pt x="0" y="55"/>
                  </a:moveTo>
                  <a:cubicBezTo>
                    <a:pt x="0" y="36"/>
                    <a:pt x="17" y="33"/>
                    <a:pt x="32" y="33"/>
                  </a:cubicBezTo>
                  <a:cubicBezTo>
                    <a:pt x="45" y="33"/>
                    <a:pt x="45" y="33"/>
                    <a:pt x="45" y="33"/>
                  </a:cubicBezTo>
                  <a:cubicBezTo>
                    <a:pt x="45" y="28"/>
                    <a:pt x="45" y="28"/>
                    <a:pt x="45" y="28"/>
                  </a:cubicBezTo>
                  <a:cubicBezTo>
                    <a:pt x="45" y="21"/>
                    <a:pt x="40" y="20"/>
                    <a:pt x="31" y="20"/>
                  </a:cubicBezTo>
                  <a:cubicBezTo>
                    <a:pt x="24" y="20"/>
                    <a:pt x="16" y="21"/>
                    <a:pt x="9" y="23"/>
                  </a:cubicBezTo>
                  <a:cubicBezTo>
                    <a:pt x="4" y="6"/>
                    <a:pt x="4" y="6"/>
                    <a:pt x="4" y="6"/>
                  </a:cubicBezTo>
                  <a:cubicBezTo>
                    <a:pt x="13" y="3"/>
                    <a:pt x="23" y="0"/>
                    <a:pt x="35" y="0"/>
                  </a:cubicBezTo>
                  <a:cubicBezTo>
                    <a:pt x="58" y="0"/>
                    <a:pt x="67" y="7"/>
                    <a:pt x="67" y="24"/>
                  </a:cubicBezTo>
                  <a:cubicBezTo>
                    <a:pt x="67" y="57"/>
                    <a:pt x="67" y="57"/>
                    <a:pt x="67" y="57"/>
                  </a:cubicBezTo>
                  <a:cubicBezTo>
                    <a:pt x="67" y="59"/>
                    <a:pt x="69" y="60"/>
                    <a:pt x="73" y="60"/>
                  </a:cubicBezTo>
                  <a:cubicBezTo>
                    <a:pt x="73" y="77"/>
                    <a:pt x="73" y="77"/>
                    <a:pt x="73" y="77"/>
                  </a:cubicBezTo>
                  <a:cubicBezTo>
                    <a:pt x="71" y="77"/>
                    <a:pt x="69" y="77"/>
                    <a:pt x="67" y="77"/>
                  </a:cubicBezTo>
                  <a:cubicBezTo>
                    <a:pt x="58" y="77"/>
                    <a:pt x="49" y="76"/>
                    <a:pt x="47" y="69"/>
                  </a:cubicBezTo>
                  <a:cubicBezTo>
                    <a:pt x="41" y="73"/>
                    <a:pt x="34" y="78"/>
                    <a:pt x="25" y="78"/>
                  </a:cubicBezTo>
                  <a:cubicBezTo>
                    <a:pt x="9" y="78"/>
                    <a:pt x="0" y="70"/>
                    <a:pt x="0" y="55"/>
                  </a:cubicBezTo>
                  <a:moveTo>
                    <a:pt x="45" y="58"/>
                  </a:moveTo>
                  <a:cubicBezTo>
                    <a:pt x="45" y="46"/>
                    <a:pt x="45" y="46"/>
                    <a:pt x="45" y="46"/>
                  </a:cubicBezTo>
                  <a:cubicBezTo>
                    <a:pt x="33" y="46"/>
                    <a:pt x="33" y="46"/>
                    <a:pt x="33" y="46"/>
                  </a:cubicBezTo>
                  <a:cubicBezTo>
                    <a:pt x="27" y="46"/>
                    <a:pt x="22" y="48"/>
                    <a:pt x="22" y="54"/>
                  </a:cubicBezTo>
                  <a:cubicBezTo>
                    <a:pt x="22" y="58"/>
                    <a:pt x="26" y="60"/>
                    <a:pt x="30" y="60"/>
                  </a:cubicBezTo>
                  <a:cubicBezTo>
                    <a:pt x="35" y="60"/>
                    <a:pt x="40" y="59"/>
                    <a:pt x="45" y="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8" name="Freeform 570">
              <a:extLst>
                <a:ext uri="{FF2B5EF4-FFF2-40B4-BE49-F238E27FC236}">
                  <a16:creationId xmlns:a16="http://schemas.microsoft.com/office/drawing/2014/main" id="{AB576AAF-61A1-45F3-B605-3C184D4B1CCD}"/>
                </a:ext>
              </a:extLst>
            </p:cNvPr>
            <p:cNvSpPr>
              <a:spLocks/>
            </p:cNvSpPr>
            <p:nvPr userDrawn="1"/>
          </p:nvSpPr>
          <p:spPr bwMode="auto">
            <a:xfrm>
              <a:off x="3117850" y="-627063"/>
              <a:ext cx="200025" cy="214312"/>
            </a:xfrm>
            <a:custGeom>
              <a:avLst/>
              <a:gdLst>
                <a:gd name="T0" fmla="*/ 0 w 71"/>
                <a:gd name="T1" fmla="*/ 2 h 76"/>
                <a:gd name="T2" fmla="*/ 22 w 71"/>
                <a:gd name="T3" fmla="*/ 2 h 76"/>
                <a:gd name="T4" fmla="*/ 22 w 71"/>
                <a:gd name="T5" fmla="*/ 10 h 76"/>
                <a:gd name="T6" fmla="*/ 46 w 71"/>
                <a:gd name="T7" fmla="*/ 0 h 76"/>
                <a:gd name="T8" fmla="*/ 71 w 71"/>
                <a:gd name="T9" fmla="*/ 30 h 76"/>
                <a:gd name="T10" fmla="*/ 71 w 71"/>
                <a:gd name="T11" fmla="*/ 76 h 76"/>
                <a:gd name="T12" fmla="*/ 49 w 71"/>
                <a:gd name="T13" fmla="*/ 76 h 76"/>
                <a:gd name="T14" fmla="*/ 49 w 71"/>
                <a:gd name="T15" fmla="*/ 32 h 76"/>
                <a:gd name="T16" fmla="*/ 39 w 71"/>
                <a:gd name="T17" fmla="*/ 20 h 76"/>
                <a:gd name="T18" fmla="*/ 22 w 71"/>
                <a:gd name="T19" fmla="*/ 24 h 76"/>
                <a:gd name="T20" fmla="*/ 22 w 71"/>
                <a:gd name="T21" fmla="*/ 76 h 76"/>
                <a:gd name="T22" fmla="*/ 0 w 71"/>
                <a:gd name="T23" fmla="*/ 76 h 76"/>
                <a:gd name="T24" fmla="*/ 0 w 71"/>
                <a:gd name="T25"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6">
                  <a:moveTo>
                    <a:pt x="0" y="2"/>
                  </a:moveTo>
                  <a:cubicBezTo>
                    <a:pt x="22" y="2"/>
                    <a:pt x="22" y="2"/>
                    <a:pt x="22" y="2"/>
                  </a:cubicBezTo>
                  <a:cubicBezTo>
                    <a:pt x="22" y="10"/>
                    <a:pt x="22" y="10"/>
                    <a:pt x="22" y="10"/>
                  </a:cubicBezTo>
                  <a:cubicBezTo>
                    <a:pt x="27" y="6"/>
                    <a:pt x="37" y="0"/>
                    <a:pt x="46" y="0"/>
                  </a:cubicBezTo>
                  <a:cubicBezTo>
                    <a:pt x="70" y="0"/>
                    <a:pt x="71" y="13"/>
                    <a:pt x="71" y="30"/>
                  </a:cubicBezTo>
                  <a:cubicBezTo>
                    <a:pt x="71" y="76"/>
                    <a:pt x="71" y="76"/>
                    <a:pt x="71" y="76"/>
                  </a:cubicBezTo>
                  <a:cubicBezTo>
                    <a:pt x="49" y="76"/>
                    <a:pt x="49" y="76"/>
                    <a:pt x="49" y="76"/>
                  </a:cubicBezTo>
                  <a:cubicBezTo>
                    <a:pt x="49" y="32"/>
                    <a:pt x="49" y="32"/>
                    <a:pt x="49" y="32"/>
                  </a:cubicBezTo>
                  <a:cubicBezTo>
                    <a:pt x="49" y="22"/>
                    <a:pt x="46" y="20"/>
                    <a:pt x="39" y="20"/>
                  </a:cubicBezTo>
                  <a:cubicBezTo>
                    <a:pt x="32" y="20"/>
                    <a:pt x="26" y="22"/>
                    <a:pt x="22" y="24"/>
                  </a:cubicBezTo>
                  <a:cubicBezTo>
                    <a:pt x="22" y="76"/>
                    <a:pt x="22" y="76"/>
                    <a:pt x="22" y="76"/>
                  </a:cubicBezTo>
                  <a:cubicBezTo>
                    <a:pt x="0" y="76"/>
                    <a:pt x="0" y="76"/>
                    <a:pt x="0" y="76"/>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9" name="Freeform 571">
              <a:extLst>
                <a:ext uri="{FF2B5EF4-FFF2-40B4-BE49-F238E27FC236}">
                  <a16:creationId xmlns:a16="http://schemas.microsoft.com/office/drawing/2014/main" id="{3DF65FB0-FFED-471C-A0DF-2DDA327C3BFF}"/>
                </a:ext>
              </a:extLst>
            </p:cNvPr>
            <p:cNvSpPr>
              <a:spLocks/>
            </p:cNvSpPr>
            <p:nvPr userDrawn="1"/>
          </p:nvSpPr>
          <p:spPr bwMode="auto">
            <a:xfrm>
              <a:off x="3359150" y="-700088"/>
              <a:ext cx="203200" cy="287337"/>
            </a:xfrm>
            <a:custGeom>
              <a:avLst/>
              <a:gdLst>
                <a:gd name="T0" fmla="*/ 0 w 128"/>
                <a:gd name="T1" fmla="*/ 0 h 181"/>
                <a:gd name="T2" fmla="*/ 41 w 128"/>
                <a:gd name="T3" fmla="*/ 0 h 181"/>
                <a:gd name="T4" fmla="*/ 41 w 128"/>
                <a:gd name="T5" fmla="*/ 99 h 181"/>
                <a:gd name="T6" fmla="*/ 76 w 128"/>
                <a:gd name="T7" fmla="*/ 50 h 181"/>
                <a:gd name="T8" fmla="*/ 121 w 128"/>
                <a:gd name="T9" fmla="*/ 50 h 181"/>
                <a:gd name="T10" fmla="*/ 73 w 128"/>
                <a:gd name="T11" fmla="*/ 110 h 181"/>
                <a:gd name="T12" fmla="*/ 128 w 128"/>
                <a:gd name="T13" fmla="*/ 181 h 181"/>
                <a:gd name="T14" fmla="*/ 78 w 128"/>
                <a:gd name="T15" fmla="*/ 181 h 181"/>
                <a:gd name="T16" fmla="*/ 41 w 128"/>
                <a:gd name="T17" fmla="*/ 128 h 181"/>
                <a:gd name="T18" fmla="*/ 41 w 128"/>
                <a:gd name="T19" fmla="*/ 181 h 181"/>
                <a:gd name="T20" fmla="*/ 0 w 128"/>
                <a:gd name="T21" fmla="*/ 181 h 181"/>
                <a:gd name="T22" fmla="*/ 0 w 128"/>
                <a:gd name="T23"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181">
                  <a:moveTo>
                    <a:pt x="0" y="0"/>
                  </a:moveTo>
                  <a:lnTo>
                    <a:pt x="41" y="0"/>
                  </a:lnTo>
                  <a:lnTo>
                    <a:pt x="41" y="99"/>
                  </a:lnTo>
                  <a:lnTo>
                    <a:pt x="76" y="50"/>
                  </a:lnTo>
                  <a:lnTo>
                    <a:pt x="121" y="50"/>
                  </a:lnTo>
                  <a:lnTo>
                    <a:pt x="73" y="110"/>
                  </a:lnTo>
                  <a:lnTo>
                    <a:pt x="128" y="181"/>
                  </a:lnTo>
                  <a:lnTo>
                    <a:pt x="78" y="181"/>
                  </a:lnTo>
                  <a:lnTo>
                    <a:pt x="41" y="128"/>
                  </a:lnTo>
                  <a:lnTo>
                    <a:pt x="41" y="181"/>
                  </a:lnTo>
                  <a:lnTo>
                    <a:pt x="0" y="18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0" name="Freeform 572">
              <a:extLst>
                <a:ext uri="{FF2B5EF4-FFF2-40B4-BE49-F238E27FC236}">
                  <a16:creationId xmlns:a16="http://schemas.microsoft.com/office/drawing/2014/main" id="{4B9153B3-CE76-463A-840E-55087279F23A}"/>
                </a:ext>
              </a:extLst>
            </p:cNvPr>
            <p:cNvSpPr>
              <a:spLocks/>
            </p:cNvSpPr>
            <p:nvPr userDrawn="1"/>
          </p:nvSpPr>
          <p:spPr bwMode="auto">
            <a:xfrm>
              <a:off x="2105025" y="-1081088"/>
              <a:ext cx="268288" cy="269875"/>
            </a:xfrm>
            <a:custGeom>
              <a:avLst/>
              <a:gdLst>
                <a:gd name="T0" fmla="*/ 65 w 169"/>
                <a:gd name="T1" fmla="*/ 0 h 170"/>
                <a:gd name="T2" fmla="*/ 169 w 169"/>
                <a:gd name="T3" fmla="*/ 0 h 170"/>
                <a:gd name="T4" fmla="*/ 169 w 169"/>
                <a:gd name="T5" fmla="*/ 170 h 170"/>
                <a:gd name="T6" fmla="*/ 0 w 169"/>
                <a:gd name="T7" fmla="*/ 170 h 170"/>
                <a:gd name="T8" fmla="*/ 0 w 169"/>
                <a:gd name="T9" fmla="*/ 131 h 170"/>
                <a:gd name="T10" fmla="*/ 93 w 169"/>
                <a:gd name="T11" fmla="*/ 37 h 170"/>
                <a:gd name="T12" fmla="*/ 97 w 169"/>
                <a:gd name="T13" fmla="*/ 32 h 170"/>
                <a:gd name="T14" fmla="*/ 65 w 169"/>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9" h="170">
                  <a:moveTo>
                    <a:pt x="65" y="0"/>
                  </a:moveTo>
                  <a:lnTo>
                    <a:pt x="169" y="0"/>
                  </a:lnTo>
                  <a:lnTo>
                    <a:pt x="169" y="170"/>
                  </a:lnTo>
                  <a:lnTo>
                    <a:pt x="0" y="170"/>
                  </a:lnTo>
                  <a:lnTo>
                    <a:pt x="0" y="131"/>
                  </a:lnTo>
                  <a:lnTo>
                    <a:pt x="93" y="37"/>
                  </a:lnTo>
                  <a:lnTo>
                    <a:pt x="97" y="32"/>
                  </a:lnTo>
                  <a:lnTo>
                    <a:pt x="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1" name="Freeform 573">
              <a:extLst>
                <a:ext uri="{FF2B5EF4-FFF2-40B4-BE49-F238E27FC236}">
                  <a16:creationId xmlns:a16="http://schemas.microsoft.com/office/drawing/2014/main" id="{D5E88290-50BA-4495-B221-8D6AC5095EDA}"/>
                </a:ext>
              </a:extLst>
            </p:cNvPr>
            <p:cNvSpPr>
              <a:spLocks/>
            </p:cNvSpPr>
            <p:nvPr userDrawn="1"/>
          </p:nvSpPr>
          <p:spPr bwMode="auto">
            <a:xfrm>
              <a:off x="1922463" y="-1222375"/>
              <a:ext cx="307975" cy="384175"/>
            </a:xfrm>
            <a:custGeom>
              <a:avLst/>
              <a:gdLst>
                <a:gd name="T0" fmla="*/ 74 w 194"/>
                <a:gd name="T1" fmla="*/ 0 h 242"/>
                <a:gd name="T2" fmla="*/ 194 w 194"/>
                <a:gd name="T3" fmla="*/ 121 h 242"/>
                <a:gd name="T4" fmla="*/ 74 w 194"/>
                <a:gd name="T5" fmla="*/ 242 h 242"/>
                <a:gd name="T6" fmla="*/ 47 w 194"/>
                <a:gd name="T7" fmla="*/ 215 h 242"/>
                <a:gd name="T8" fmla="*/ 47 w 194"/>
                <a:gd name="T9" fmla="*/ 74 h 242"/>
                <a:gd name="T10" fmla="*/ 0 w 194"/>
                <a:gd name="T11" fmla="*/ 74 h 242"/>
                <a:gd name="T12" fmla="*/ 74 w 194"/>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74" y="0"/>
                  </a:moveTo>
                  <a:lnTo>
                    <a:pt x="194" y="121"/>
                  </a:lnTo>
                  <a:lnTo>
                    <a:pt x="74" y="242"/>
                  </a:lnTo>
                  <a:lnTo>
                    <a:pt x="47" y="215"/>
                  </a:lnTo>
                  <a:lnTo>
                    <a:pt x="47" y="74"/>
                  </a:lnTo>
                  <a:lnTo>
                    <a:pt x="0" y="74"/>
                  </a:lnTo>
                  <a:lnTo>
                    <a:pt x="7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2" name="Freeform 574">
              <a:extLst>
                <a:ext uri="{FF2B5EF4-FFF2-40B4-BE49-F238E27FC236}">
                  <a16:creationId xmlns:a16="http://schemas.microsoft.com/office/drawing/2014/main" id="{6C993C06-AA95-4443-B724-8B34E551B56D}"/>
                </a:ext>
              </a:extLst>
            </p:cNvPr>
            <p:cNvSpPr>
              <a:spLocks/>
            </p:cNvSpPr>
            <p:nvPr userDrawn="1"/>
          </p:nvSpPr>
          <p:spPr bwMode="auto">
            <a:xfrm>
              <a:off x="1704975" y="-1081088"/>
              <a:ext cx="269875" cy="269875"/>
            </a:xfrm>
            <a:custGeom>
              <a:avLst/>
              <a:gdLst>
                <a:gd name="T0" fmla="*/ 0 w 170"/>
                <a:gd name="T1" fmla="*/ 0 h 170"/>
                <a:gd name="T2" fmla="*/ 0 w 170"/>
                <a:gd name="T3" fmla="*/ 105 h 170"/>
                <a:gd name="T4" fmla="*/ 29 w 170"/>
                <a:gd name="T5" fmla="*/ 76 h 170"/>
                <a:gd name="T6" fmla="*/ 34 w 170"/>
                <a:gd name="T7" fmla="*/ 71 h 170"/>
                <a:gd name="T8" fmla="*/ 133 w 170"/>
                <a:gd name="T9" fmla="*/ 170 h 170"/>
                <a:gd name="T10" fmla="*/ 170 w 170"/>
                <a:gd name="T11" fmla="*/ 170 h 170"/>
                <a:gd name="T12" fmla="*/ 170 w 170"/>
                <a:gd name="T13" fmla="*/ 0 h 170"/>
                <a:gd name="T14" fmla="*/ 0 w 170"/>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0">
                  <a:moveTo>
                    <a:pt x="0" y="0"/>
                  </a:moveTo>
                  <a:lnTo>
                    <a:pt x="0" y="105"/>
                  </a:lnTo>
                  <a:lnTo>
                    <a:pt x="29" y="76"/>
                  </a:lnTo>
                  <a:lnTo>
                    <a:pt x="34" y="71"/>
                  </a:lnTo>
                  <a:lnTo>
                    <a:pt x="133" y="170"/>
                  </a:lnTo>
                  <a:lnTo>
                    <a:pt x="170" y="170"/>
                  </a:lnTo>
                  <a:lnTo>
                    <a:pt x="17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3" name="Freeform 575">
              <a:extLst>
                <a:ext uri="{FF2B5EF4-FFF2-40B4-BE49-F238E27FC236}">
                  <a16:creationId xmlns:a16="http://schemas.microsoft.com/office/drawing/2014/main" id="{87C29E33-DC8E-4D5E-9508-281A33404871}"/>
                </a:ext>
              </a:extLst>
            </p:cNvPr>
            <p:cNvSpPr>
              <a:spLocks/>
            </p:cNvSpPr>
            <p:nvPr userDrawn="1"/>
          </p:nvSpPr>
          <p:spPr bwMode="auto">
            <a:xfrm>
              <a:off x="1568450" y="-939800"/>
              <a:ext cx="381000" cy="309562"/>
            </a:xfrm>
            <a:custGeom>
              <a:avLst/>
              <a:gdLst>
                <a:gd name="T0" fmla="*/ 0 w 240"/>
                <a:gd name="T1" fmla="*/ 122 h 195"/>
                <a:gd name="T2" fmla="*/ 120 w 240"/>
                <a:gd name="T3" fmla="*/ 0 h 195"/>
                <a:gd name="T4" fmla="*/ 240 w 240"/>
                <a:gd name="T5" fmla="*/ 122 h 195"/>
                <a:gd name="T6" fmla="*/ 214 w 240"/>
                <a:gd name="T7" fmla="*/ 149 h 195"/>
                <a:gd name="T8" fmla="*/ 74 w 240"/>
                <a:gd name="T9" fmla="*/ 149 h 195"/>
                <a:gd name="T10" fmla="*/ 74 w 240"/>
                <a:gd name="T11" fmla="*/ 195 h 195"/>
                <a:gd name="T12" fmla="*/ 0 w 240"/>
                <a:gd name="T13" fmla="*/ 122 h 195"/>
              </a:gdLst>
              <a:ahLst/>
              <a:cxnLst>
                <a:cxn ang="0">
                  <a:pos x="T0" y="T1"/>
                </a:cxn>
                <a:cxn ang="0">
                  <a:pos x="T2" y="T3"/>
                </a:cxn>
                <a:cxn ang="0">
                  <a:pos x="T4" y="T5"/>
                </a:cxn>
                <a:cxn ang="0">
                  <a:pos x="T6" y="T7"/>
                </a:cxn>
                <a:cxn ang="0">
                  <a:pos x="T8" y="T9"/>
                </a:cxn>
                <a:cxn ang="0">
                  <a:pos x="T10" y="T11"/>
                </a:cxn>
                <a:cxn ang="0">
                  <a:pos x="T12" y="T13"/>
                </a:cxn>
              </a:cxnLst>
              <a:rect l="0" t="0" r="r" b="b"/>
              <a:pathLst>
                <a:path w="240" h="195">
                  <a:moveTo>
                    <a:pt x="0" y="122"/>
                  </a:moveTo>
                  <a:lnTo>
                    <a:pt x="120" y="0"/>
                  </a:lnTo>
                  <a:lnTo>
                    <a:pt x="240" y="122"/>
                  </a:lnTo>
                  <a:lnTo>
                    <a:pt x="214" y="149"/>
                  </a:lnTo>
                  <a:lnTo>
                    <a:pt x="74" y="149"/>
                  </a:lnTo>
                  <a:lnTo>
                    <a:pt x="74" y="195"/>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4" name="Freeform 576">
              <a:extLst>
                <a:ext uri="{FF2B5EF4-FFF2-40B4-BE49-F238E27FC236}">
                  <a16:creationId xmlns:a16="http://schemas.microsoft.com/office/drawing/2014/main" id="{14508571-8E23-401B-9B85-0763784D45B5}"/>
                </a:ext>
              </a:extLst>
            </p:cNvPr>
            <p:cNvSpPr>
              <a:spLocks/>
            </p:cNvSpPr>
            <p:nvPr userDrawn="1"/>
          </p:nvSpPr>
          <p:spPr bwMode="auto">
            <a:xfrm>
              <a:off x="1704975" y="-682625"/>
              <a:ext cx="269875" cy="269875"/>
            </a:xfrm>
            <a:custGeom>
              <a:avLst/>
              <a:gdLst>
                <a:gd name="T0" fmla="*/ 0 w 170"/>
                <a:gd name="T1" fmla="*/ 170 h 170"/>
                <a:gd name="T2" fmla="*/ 0 w 170"/>
                <a:gd name="T3" fmla="*/ 0 h 170"/>
                <a:gd name="T4" fmla="*/ 170 w 170"/>
                <a:gd name="T5" fmla="*/ 0 h 170"/>
                <a:gd name="T6" fmla="*/ 170 w 170"/>
                <a:gd name="T7" fmla="*/ 39 h 170"/>
                <a:gd name="T8" fmla="*/ 76 w 170"/>
                <a:gd name="T9" fmla="*/ 133 h 170"/>
                <a:gd name="T10" fmla="*/ 73 w 170"/>
                <a:gd name="T11" fmla="*/ 138 h 170"/>
                <a:gd name="T12" fmla="*/ 76 w 170"/>
                <a:gd name="T13" fmla="*/ 142 h 170"/>
                <a:gd name="T14" fmla="*/ 105 w 170"/>
                <a:gd name="T15" fmla="*/ 170 h 170"/>
                <a:gd name="T16" fmla="*/ 0 w 170"/>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70">
                  <a:moveTo>
                    <a:pt x="0" y="170"/>
                  </a:moveTo>
                  <a:lnTo>
                    <a:pt x="0" y="0"/>
                  </a:lnTo>
                  <a:lnTo>
                    <a:pt x="170" y="0"/>
                  </a:lnTo>
                  <a:lnTo>
                    <a:pt x="170" y="39"/>
                  </a:lnTo>
                  <a:lnTo>
                    <a:pt x="76" y="133"/>
                  </a:lnTo>
                  <a:lnTo>
                    <a:pt x="73" y="138"/>
                  </a:lnTo>
                  <a:lnTo>
                    <a:pt x="76" y="142"/>
                  </a:lnTo>
                  <a:lnTo>
                    <a:pt x="105" y="170"/>
                  </a:lnTo>
                  <a:lnTo>
                    <a:pt x="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5" name="Freeform 577">
              <a:extLst>
                <a:ext uri="{FF2B5EF4-FFF2-40B4-BE49-F238E27FC236}">
                  <a16:creationId xmlns:a16="http://schemas.microsoft.com/office/drawing/2014/main" id="{D75DFA95-69BA-452A-B53B-93057F5ADF2A}"/>
                </a:ext>
              </a:extLst>
            </p:cNvPr>
            <p:cNvSpPr>
              <a:spLocks/>
            </p:cNvSpPr>
            <p:nvPr userDrawn="1"/>
          </p:nvSpPr>
          <p:spPr bwMode="auto">
            <a:xfrm>
              <a:off x="1849438" y="-655638"/>
              <a:ext cx="307975" cy="384175"/>
            </a:xfrm>
            <a:custGeom>
              <a:avLst/>
              <a:gdLst>
                <a:gd name="T0" fmla="*/ 120 w 194"/>
                <a:gd name="T1" fmla="*/ 242 h 242"/>
                <a:gd name="T2" fmla="*/ 0 w 194"/>
                <a:gd name="T3" fmla="*/ 121 h 242"/>
                <a:gd name="T4" fmla="*/ 120 w 194"/>
                <a:gd name="T5" fmla="*/ 0 h 242"/>
                <a:gd name="T6" fmla="*/ 146 w 194"/>
                <a:gd name="T7" fmla="*/ 27 h 242"/>
                <a:gd name="T8" fmla="*/ 146 w 194"/>
                <a:gd name="T9" fmla="*/ 168 h 242"/>
                <a:gd name="T10" fmla="*/ 194 w 194"/>
                <a:gd name="T11" fmla="*/ 168 h 242"/>
                <a:gd name="T12" fmla="*/ 120 w 194"/>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120" y="242"/>
                  </a:moveTo>
                  <a:lnTo>
                    <a:pt x="0" y="121"/>
                  </a:lnTo>
                  <a:lnTo>
                    <a:pt x="120" y="0"/>
                  </a:lnTo>
                  <a:lnTo>
                    <a:pt x="146" y="27"/>
                  </a:lnTo>
                  <a:lnTo>
                    <a:pt x="146" y="168"/>
                  </a:lnTo>
                  <a:lnTo>
                    <a:pt x="194" y="168"/>
                  </a:lnTo>
                  <a:lnTo>
                    <a:pt x="120" y="2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6" name="Freeform 578">
              <a:extLst>
                <a:ext uri="{FF2B5EF4-FFF2-40B4-BE49-F238E27FC236}">
                  <a16:creationId xmlns:a16="http://schemas.microsoft.com/office/drawing/2014/main" id="{6291102D-0F2C-486C-ACE9-E05B63C55FCA}"/>
                </a:ext>
              </a:extLst>
            </p:cNvPr>
            <p:cNvSpPr>
              <a:spLocks/>
            </p:cNvSpPr>
            <p:nvPr userDrawn="1"/>
          </p:nvSpPr>
          <p:spPr bwMode="auto">
            <a:xfrm>
              <a:off x="2105025" y="-682625"/>
              <a:ext cx="268288" cy="269875"/>
            </a:xfrm>
            <a:custGeom>
              <a:avLst/>
              <a:gdLst>
                <a:gd name="T0" fmla="*/ 169 w 169"/>
                <a:gd name="T1" fmla="*/ 170 h 170"/>
                <a:gd name="T2" fmla="*/ 0 w 169"/>
                <a:gd name="T3" fmla="*/ 170 h 170"/>
                <a:gd name="T4" fmla="*/ 0 w 169"/>
                <a:gd name="T5" fmla="*/ 0 h 170"/>
                <a:gd name="T6" fmla="*/ 37 w 169"/>
                <a:gd name="T7" fmla="*/ 0 h 170"/>
                <a:gd name="T8" fmla="*/ 130 w 169"/>
                <a:gd name="T9" fmla="*/ 94 h 170"/>
                <a:gd name="T10" fmla="*/ 136 w 169"/>
                <a:gd name="T11" fmla="*/ 99 h 170"/>
                <a:gd name="T12" fmla="*/ 141 w 169"/>
                <a:gd name="T13" fmla="*/ 94 h 170"/>
                <a:gd name="T14" fmla="*/ 169 w 169"/>
                <a:gd name="T15" fmla="*/ 65 h 170"/>
                <a:gd name="T16" fmla="*/ 169 w 169"/>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170">
                  <a:moveTo>
                    <a:pt x="169" y="170"/>
                  </a:moveTo>
                  <a:lnTo>
                    <a:pt x="0" y="170"/>
                  </a:lnTo>
                  <a:lnTo>
                    <a:pt x="0" y="0"/>
                  </a:lnTo>
                  <a:lnTo>
                    <a:pt x="37" y="0"/>
                  </a:lnTo>
                  <a:lnTo>
                    <a:pt x="130" y="94"/>
                  </a:lnTo>
                  <a:lnTo>
                    <a:pt x="136" y="99"/>
                  </a:lnTo>
                  <a:lnTo>
                    <a:pt x="141" y="94"/>
                  </a:lnTo>
                  <a:lnTo>
                    <a:pt x="169" y="65"/>
                  </a:lnTo>
                  <a:lnTo>
                    <a:pt x="169"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7" name="Freeform 579">
              <a:extLst>
                <a:ext uri="{FF2B5EF4-FFF2-40B4-BE49-F238E27FC236}">
                  <a16:creationId xmlns:a16="http://schemas.microsoft.com/office/drawing/2014/main" id="{85BDF893-5B04-4A7A-9D6B-F541182B09F7}"/>
                </a:ext>
              </a:extLst>
            </p:cNvPr>
            <p:cNvSpPr>
              <a:spLocks/>
            </p:cNvSpPr>
            <p:nvPr userDrawn="1"/>
          </p:nvSpPr>
          <p:spPr bwMode="auto">
            <a:xfrm>
              <a:off x="2128838" y="-863600"/>
              <a:ext cx="382588" cy="309562"/>
            </a:xfrm>
            <a:custGeom>
              <a:avLst/>
              <a:gdLst>
                <a:gd name="T0" fmla="*/ 121 w 241"/>
                <a:gd name="T1" fmla="*/ 195 h 195"/>
                <a:gd name="T2" fmla="*/ 0 w 241"/>
                <a:gd name="T3" fmla="*/ 74 h 195"/>
                <a:gd name="T4" fmla="*/ 27 w 241"/>
                <a:gd name="T5" fmla="*/ 46 h 195"/>
                <a:gd name="T6" fmla="*/ 167 w 241"/>
                <a:gd name="T7" fmla="*/ 46 h 195"/>
                <a:gd name="T8" fmla="*/ 167 w 241"/>
                <a:gd name="T9" fmla="*/ 0 h 195"/>
                <a:gd name="T10" fmla="*/ 241 w 241"/>
                <a:gd name="T11" fmla="*/ 74 h 195"/>
                <a:gd name="T12" fmla="*/ 121 w 241"/>
                <a:gd name="T13" fmla="*/ 195 h 195"/>
              </a:gdLst>
              <a:ahLst/>
              <a:cxnLst>
                <a:cxn ang="0">
                  <a:pos x="T0" y="T1"/>
                </a:cxn>
                <a:cxn ang="0">
                  <a:pos x="T2" y="T3"/>
                </a:cxn>
                <a:cxn ang="0">
                  <a:pos x="T4" y="T5"/>
                </a:cxn>
                <a:cxn ang="0">
                  <a:pos x="T6" y="T7"/>
                </a:cxn>
                <a:cxn ang="0">
                  <a:pos x="T8" y="T9"/>
                </a:cxn>
                <a:cxn ang="0">
                  <a:pos x="T10" y="T11"/>
                </a:cxn>
                <a:cxn ang="0">
                  <a:pos x="T12" y="T13"/>
                </a:cxn>
              </a:cxnLst>
              <a:rect l="0" t="0" r="r" b="b"/>
              <a:pathLst>
                <a:path w="241" h="195">
                  <a:moveTo>
                    <a:pt x="121" y="195"/>
                  </a:moveTo>
                  <a:lnTo>
                    <a:pt x="0" y="74"/>
                  </a:lnTo>
                  <a:lnTo>
                    <a:pt x="27" y="46"/>
                  </a:lnTo>
                  <a:lnTo>
                    <a:pt x="167" y="46"/>
                  </a:lnTo>
                  <a:lnTo>
                    <a:pt x="167" y="0"/>
                  </a:lnTo>
                  <a:lnTo>
                    <a:pt x="241" y="74"/>
                  </a:lnTo>
                  <a:lnTo>
                    <a:pt x="121"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8" name="Freeform 580">
              <a:extLst>
                <a:ext uri="{FF2B5EF4-FFF2-40B4-BE49-F238E27FC236}">
                  <a16:creationId xmlns:a16="http://schemas.microsoft.com/office/drawing/2014/main" id="{3A7EEDE8-CD2A-4758-A390-91258C0A1469}"/>
                </a:ext>
              </a:extLst>
            </p:cNvPr>
            <p:cNvSpPr>
              <a:spLocks noEditPoints="1"/>
            </p:cNvSpPr>
            <p:nvPr userDrawn="1"/>
          </p:nvSpPr>
          <p:spPr bwMode="auto">
            <a:xfrm>
              <a:off x="2643188" y="-1081088"/>
              <a:ext cx="211138" cy="269875"/>
            </a:xfrm>
            <a:custGeom>
              <a:avLst/>
              <a:gdLst>
                <a:gd name="T0" fmla="*/ 0 w 75"/>
                <a:gd name="T1" fmla="*/ 0 h 96"/>
                <a:gd name="T2" fmla="*/ 38 w 75"/>
                <a:gd name="T3" fmla="*/ 0 h 96"/>
                <a:gd name="T4" fmla="*/ 75 w 75"/>
                <a:gd name="T5" fmla="*/ 34 h 96"/>
                <a:gd name="T6" fmla="*/ 30 w 75"/>
                <a:gd name="T7" fmla="*/ 69 h 96"/>
                <a:gd name="T8" fmla="*/ 23 w 75"/>
                <a:gd name="T9" fmla="*/ 69 h 96"/>
                <a:gd name="T10" fmla="*/ 23 w 75"/>
                <a:gd name="T11" fmla="*/ 96 h 96"/>
                <a:gd name="T12" fmla="*/ 0 w 75"/>
                <a:gd name="T13" fmla="*/ 96 h 96"/>
                <a:gd name="T14" fmla="*/ 0 w 75"/>
                <a:gd name="T15" fmla="*/ 0 h 96"/>
                <a:gd name="T16" fmla="*/ 31 w 75"/>
                <a:gd name="T17" fmla="*/ 51 h 96"/>
                <a:gd name="T18" fmla="*/ 51 w 75"/>
                <a:gd name="T19" fmla="*/ 34 h 96"/>
                <a:gd name="T20" fmla="*/ 34 w 75"/>
                <a:gd name="T21" fmla="*/ 18 h 96"/>
                <a:gd name="T22" fmla="*/ 23 w 75"/>
                <a:gd name="T23" fmla="*/ 18 h 96"/>
                <a:gd name="T24" fmla="*/ 23 w 75"/>
                <a:gd name="T25" fmla="*/ 51 h 96"/>
                <a:gd name="T26" fmla="*/ 31 w 75"/>
                <a:gd name="T27"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 h="96">
                  <a:moveTo>
                    <a:pt x="0" y="0"/>
                  </a:moveTo>
                  <a:cubicBezTo>
                    <a:pt x="38" y="0"/>
                    <a:pt x="38" y="0"/>
                    <a:pt x="38" y="0"/>
                  </a:cubicBezTo>
                  <a:cubicBezTo>
                    <a:pt x="59" y="0"/>
                    <a:pt x="75" y="12"/>
                    <a:pt x="75" y="34"/>
                  </a:cubicBezTo>
                  <a:cubicBezTo>
                    <a:pt x="75" y="53"/>
                    <a:pt x="59" y="69"/>
                    <a:pt x="30" y="69"/>
                  </a:cubicBezTo>
                  <a:cubicBezTo>
                    <a:pt x="23" y="69"/>
                    <a:pt x="23" y="69"/>
                    <a:pt x="23" y="69"/>
                  </a:cubicBezTo>
                  <a:cubicBezTo>
                    <a:pt x="23" y="96"/>
                    <a:pt x="23" y="96"/>
                    <a:pt x="23" y="96"/>
                  </a:cubicBezTo>
                  <a:cubicBezTo>
                    <a:pt x="0" y="96"/>
                    <a:pt x="0" y="96"/>
                    <a:pt x="0" y="96"/>
                  </a:cubicBezTo>
                  <a:lnTo>
                    <a:pt x="0" y="0"/>
                  </a:lnTo>
                  <a:close/>
                  <a:moveTo>
                    <a:pt x="31" y="51"/>
                  </a:moveTo>
                  <a:cubicBezTo>
                    <a:pt x="46" y="51"/>
                    <a:pt x="51" y="43"/>
                    <a:pt x="51" y="34"/>
                  </a:cubicBezTo>
                  <a:cubicBezTo>
                    <a:pt x="51" y="25"/>
                    <a:pt x="47" y="18"/>
                    <a:pt x="34" y="18"/>
                  </a:cubicBezTo>
                  <a:cubicBezTo>
                    <a:pt x="23" y="18"/>
                    <a:pt x="23" y="18"/>
                    <a:pt x="23" y="18"/>
                  </a:cubicBezTo>
                  <a:cubicBezTo>
                    <a:pt x="23" y="51"/>
                    <a:pt x="23" y="51"/>
                    <a:pt x="23" y="51"/>
                  </a:cubicBezTo>
                  <a:lnTo>
                    <a:pt x="31"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9" name="Freeform 581">
              <a:extLst>
                <a:ext uri="{FF2B5EF4-FFF2-40B4-BE49-F238E27FC236}">
                  <a16:creationId xmlns:a16="http://schemas.microsoft.com/office/drawing/2014/main" id="{04E86433-E0D9-41BF-9B41-4EE805D5DDA0}"/>
                </a:ext>
              </a:extLst>
            </p:cNvPr>
            <p:cNvSpPr>
              <a:spLocks/>
            </p:cNvSpPr>
            <p:nvPr userDrawn="1"/>
          </p:nvSpPr>
          <p:spPr bwMode="auto">
            <a:xfrm>
              <a:off x="3128963" y="-1087438"/>
              <a:ext cx="203200" cy="279400"/>
            </a:xfrm>
            <a:custGeom>
              <a:avLst/>
              <a:gdLst>
                <a:gd name="T0" fmla="*/ 0 w 72"/>
                <a:gd name="T1" fmla="*/ 92 h 99"/>
                <a:gd name="T2" fmla="*/ 6 w 72"/>
                <a:gd name="T3" fmla="*/ 76 h 99"/>
                <a:gd name="T4" fmla="*/ 32 w 72"/>
                <a:gd name="T5" fmla="*/ 80 h 99"/>
                <a:gd name="T6" fmla="*/ 48 w 72"/>
                <a:gd name="T7" fmla="*/ 71 h 99"/>
                <a:gd name="T8" fmla="*/ 3 w 72"/>
                <a:gd name="T9" fmla="*/ 27 h 99"/>
                <a:gd name="T10" fmla="*/ 37 w 72"/>
                <a:gd name="T11" fmla="*/ 0 h 99"/>
                <a:gd name="T12" fmla="*/ 67 w 72"/>
                <a:gd name="T13" fmla="*/ 7 h 99"/>
                <a:gd name="T14" fmla="*/ 61 w 72"/>
                <a:gd name="T15" fmla="*/ 23 h 99"/>
                <a:gd name="T16" fmla="*/ 38 w 72"/>
                <a:gd name="T17" fmla="*/ 19 h 99"/>
                <a:gd name="T18" fmla="*/ 25 w 72"/>
                <a:gd name="T19" fmla="*/ 27 h 99"/>
                <a:gd name="T20" fmla="*/ 72 w 72"/>
                <a:gd name="T21" fmla="*/ 70 h 99"/>
                <a:gd name="T22" fmla="*/ 32 w 72"/>
                <a:gd name="T23" fmla="*/ 99 h 99"/>
                <a:gd name="T24" fmla="*/ 0 w 72"/>
                <a:gd name="T25" fmla="*/ 9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99">
                  <a:moveTo>
                    <a:pt x="0" y="92"/>
                  </a:moveTo>
                  <a:cubicBezTo>
                    <a:pt x="6" y="76"/>
                    <a:pt x="6" y="76"/>
                    <a:pt x="6" y="76"/>
                  </a:cubicBezTo>
                  <a:cubicBezTo>
                    <a:pt x="15" y="79"/>
                    <a:pt x="21" y="80"/>
                    <a:pt x="32" y="80"/>
                  </a:cubicBezTo>
                  <a:cubicBezTo>
                    <a:pt x="43" y="80"/>
                    <a:pt x="48" y="77"/>
                    <a:pt x="48" y="71"/>
                  </a:cubicBezTo>
                  <a:cubicBezTo>
                    <a:pt x="48" y="55"/>
                    <a:pt x="3" y="59"/>
                    <a:pt x="3" y="27"/>
                  </a:cubicBezTo>
                  <a:cubicBezTo>
                    <a:pt x="3" y="8"/>
                    <a:pt x="20" y="0"/>
                    <a:pt x="37" y="0"/>
                  </a:cubicBezTo>
                  <a:cubicBezTo>
                    <a:pt x="52" y="0"/>
                    <a:pt x="60" y="3"/>
                    <a:pt x="67" y="7"/>
                  </a:cubicBezTo>
                  <a:cubicBezTo>
                    <a:pt x="61" y="23"/>
                    <a:pt x="61" y="23"/>
                    <a:pt x="61" y="23"/>
                  </a:cubicBezTo>
                  <a:cubicBezTo>
                    <a:pt x="54" y="21"/>
                    <a:pt x="48" y="19"/>
                    <a:pt x="38" y="19"/>
                  </a:cubicBezTo>
                  <a:cubicBezTo>
                    <a:pt x="28" y="19"/>
                    <a:pt x="25" y="22"/>
                    <a:pt x="25" y="27"/>
                  </a:cubicBezTo>
                  <a:cubicBezTo>
                    <a:pt x="25" y="39"/>
                    <a:pt x="72" y="39"/>
                    <a:pt x="72" y="70"/>
                  </a:cubicBezTo>
                  <a:cubicBezTo>
                    <a:pt x="72" y="91"/>
                    <a:pt x="52" y="99"/>
                    <a:pt x="32" y="99"/>
                  </a:cubicBezTo>
                  <a:cubicBezTo>
                    <a:pt x="16" y="99"/>
                    <a:pt x="7" y="96"/>
                    <a:pt x="0" y="9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0" name="Freeform 582">
              <a:extLst>
                <a:ext uri="{FF2B5EF4-FFF2-40B4-BE49-F238E27FC236}">
                  <a16:creationId xmlns:a16="http://schemas.microsoft.com/office/drawing/2014/main" id="{1AB69417-2FD1-4742-8DCA-CD3E13C707B7}"/>
                </a:ext>
              </a:extLst>
            </p:cNvPr>
            <p:cNvSpPr>
              <a:spLocks/>
            </p:cNvSpPr>
            <p:nvPr userDrawn="1"/>
          </p:nvSpPr>
          <p:spPr bwMode="auto">
            <a:xfrm>
              <a:off x="3365500" y="-1081088"/>
              <a:ext cx="234950" cy="269875"/>
            </a:xfrm>
            <a:custGeom>
              <a:avLst/>
              <a:gdLst>
                <a:gd name="T0" fmla="*/ 0 w 148"/>
                <a:gd name="T1" fmla="*/ 0 h 170"/>
                <a:gd name="T2" fmla="*/ 41 w 148"/>
                <a:gd name="T3" fmla="*/ 0 h 170"/>
                <a:gd name="T4" fmla="*/ 41 w 148"/>
                <a:gd name="T5" fmla="*/ 69 h 170"/>
                <a:gd name="T6" fmla="*/ 108 w 148"/>
                <a:gd name="T7" fmla="*/ 69 h 170"/>
                <a:gd name="T8" fmla="*/ 108 w 148"/>
                <a:gd name="T9" fmla="*/ 0 h 170"/>
                <a:gd name="T10" fmla="*/ 148 w 148"/>
                <a:gd name="T11" fmla="*/ 0 h 170"/>
                <a:gd name="T12" fmla="*/ 148 w 148"/>
                <a:gd name="T13" fmla="*/ 170 h 170"/>
                <a:gd name="T14" fmla="*/ 108 w 148"/>
                <a:gd name="T15" fmla="*/ 170 h 170"/>
                <a:gd name="T16" fmla="*/ 108 w 148"/>
                <a:gd name="T17" fmla="*/ 99 h 170"/>
                <a:gd name="T18" fmla="*/ 41 w 148"/>
                <a:gd name="T19" fmla="*/ 99 h 170"/>
                <a:gd name="T20" fmla="*/ 41 w 148"/>
                <a:gd name="T21" fmla="*/ 170 h 170"/>
                <a:gd name="T22" fmla="*/ 0 w 148"/>
                <a:gd name="T23" fmla="*/ 170 h 170"/>
                <a:gd name="T24" fmla="*/ 0 w 148"/>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8" h="170">
                  <a:moveTo>
                    <a:pt x="0" y="0"/>
                  </a:moveTo>
                  <a:lnTo>
                    <a:pt x="41" y="0"/>
                  </a:lnTo>
                  <a:lnTo>
                    <a:pt x="41" y="69"/>
                  </a:lnTo>
                  <a:lnTo>
                    <a:pt x="108" y="69"/>
                  </a:lnTo>
                  <a:lnTo>
                    <a:pt x="108" y="0"/>
                  </a:lnTo>
                  <a:lnTo>
                    <a:pt x="148" y="0"/>
                  </a:lnTo>
                  <a:lnTo>
                    <a:pt x="148" y="170"/>
                  </a:lnTo>
                  <a:lnTo>
                    <a:pt x="108" y="170"/>
                  </a:lnTo>
                  <a:lnTo>
                    <a:pt x="108" y="99"/>
                  </a:lnTo>
                  <a:lnTo>
                    <a:pt x="41" y="99"/>
                  </a:lnTo>
                  <a:lnTo>
                    <a:pt x="41" y="170"/>
                  </a:lnTo>
                  <a:lnTo>
                    <a:pt x="0" y="17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1" name="Freeform 583">
              <a:extLst>
                <a:ext uri="{FF2B5EF4-FFF2-40B4-BE49-F238E27FC236}">
                  <a16:creationId xmlns:a16="http://schemas.microsoft.com/office/drawing/2014/main" id="{D94CA590-82AB-49B3-B576-C780D59F8938}"/>
                </a:ext>
              </a:extLst>
            </p:cNvPr>
            <p:cNvSpPr>
              <a:spLocks noEditPoints="1"/>
            </p:cNvSpPr>
            <p:nvPr userDrawn="1"/>
          </p:nvSpPr>
          <p:spPr bwMode="auto">
            <a:xfrm>
              <a:off x="3625850" y="-1081088"/>
              <a:ext cx="269875" cy="269875"/>
            </a:xfrm>
            <a:custGeom>
              <a:avLst/>
              <a:gdLst>
                <a:gd name="T0" fmla="*/ 114 w 170"/>
                <a:gd name="T1" fmla="*/ 0 h 170"/>
                <a:gd name="T2" fmla="*/ 57 w 170"/>
                <a:gd name="T3" fmla="*/ 0 h 170"/>
                <a:gd name="T4" fmla="*/ 0 w 170"/>
                <a:gd name="T5" fmla="*/ 170 h 170"/>
                <a:gd name="T6" fmla="*/ 43 w 170"/>
                <a:gd name="T7" fmla="*/ 170 h 170"/>
                <a:gd name="T8" fmla="*/ 59 w 170"/>
                <a:gd name="T9" fmla="*/ 121 h 170"/>
                <a:gd name="T10" fmla="*/ 112 w 170"/>
                <a:gd name="T11" fmla="*/ 121 h 170"/>
                <a:gd name="T12" fmla="*/ 128 w 170"/>
                <a:gd name="T13" fmla="*/ 170 h 170"/>
                <a:gd name="T14" fmla="*/ 170 w 170"/>
                <a:gd name="T15" fmla="*/ 170 h 170"/>
                <a:gd name="T16" fmla="*/ 114 w 170"/>
                <a:gd name="T17" fmla="*/ 0 h 170"/>
                <a:gd name="T18" fmla="*/ 68 w 170"/>
                <a:gd name="T19" fmla="*/ 90 h 170"/>
                <a:gd name="T20" fmla="*/ 85 w 170"/>
                <a:gd name="T21" fmla="*/ 25 h 170"/>
                <a:gd name="T22" fmla="*/ 101 w 170"/>
                <a:gd name="T23" fmla="*/ 90 h 170"/>
                <a:gd name="T24" fmla="*/ 68 w 170"/>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14" y="0"/>
                  </a:moveTo>
                  <a:lnTo>
                    <a:pt x="57" y="0"/>
                  </a:lnTo>
                  <a:lnTo>
                    <a:pt x="0" y="170"/>
                  </a:lnTo>
                  <a:lnTo>
                    <a:pt x="43" y="170"/>
                  </a:lnTo>
                  <a:lnTo>
                    <a:pt x="59" y="121"/>
                  </a:lnTo>
                  <a:lnTo>
                    <a:pt x="112" y="121"/>
                  </a:lnTo>
                  <a:lnTo>
                    <a:pt x="128" y="170"/>
                  </a:lnTo>
                  <a:lnTo>
                    <a:pt x="170" y="170"/>
                  </a:lnTo>
                  <a:lnTo>
                    <a:pt x="114" y="0"/>
                  </a:lnTo>
                  <a:close/>
                  <a:moveTo>
                    <a:pt x="68" y="90"/>
                  </a:moveTo>
                  <a:lnTo>
                    <a:pt x="85" y="25"/>
                  </a:lnTo>
                  <a:lnTo>
                    <a:pt x="101" y="90"/>
                  </a:lnTo>
                  <a:lnTo>
                    <a:pt x="68"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3" name="Freeform 584">
              <a:extLst>
                <a:ext uri="{FF2B5EF4-FFF2-40B4-BE49-F238E27FC236}">
                  <a16:creationId xmlns:a16="http://schemas.microsoft.com/office/drawing/2014/main" id="{655EE57A-4269-4A01-B46E-FA33432EFEC9}"/>
                </a:ext>
              </a:extLst>
            </p:cNvPr>
            <p:cNvSpPr>
              <a:spLocks noEditPoints="1"/>
            </p:cNvSpPr>
            <p:nvPr userDrawn="1"/>
          </p:nvSpPr>
          <p:spPr bwMode="auto">
            <a:xfrm>
              <a:off x="2843213" y="-1081088"/>
              <a:ext cx="271463" cy="269875"/>
            </a:xfrm>
            <a:custGeom>
              <a:avLst/>
              <a:gdLst>
                <a:gd name="T0" fmla="*/ 113 w 171"/>
                <a:gd name="T1" fmla="*/ 0 h 170"/>
                <a:gd name="T2" fmla="*/ 58 w 171"/>
                <a:gd name="T3" fmla="*/ 0 h 170"/>
                <a:gd name="T4" fmla="*/ 0 w 171"/>
                <a:gd name="T5" fmla="*/ 170 h 170"/>
                <a:gd name="T6" fmla="*/ 42 w 171"/>
                <a:gd name="T7" fmla="*/ 170 h 170"/>
                <a:gd name="T8" fmla="*/ 60 w 171"/>
                <a:gd name="T9" fmla="*/ 121 h 170"/>
                <a:gd name="T10" fmla="*/ 113 w 171"/>
                <a:gd name="T11" fmla="*/ 121 h 170"/>
                <a:gd name="T12" fmla="*/ 129 w 171"/>
                <a:gd name="T13" fmla="*/ 170 h 170"/>
                <a:gd name="T14" fmla="*/ 171 w 171"/>
                <a:gd name="T15" fmla="*/ 170 h 170"/>
                <a:gd name="T16" fmla="*/ 113 w 171"/>
                <a:gd name="T17" fmla="*/ 0 h 170"/>
                <a:gd name="T18" fmla="*/ 69 w 171"/>
                <a:gd name="T19" fmla="*/ 90 h 170"/>
                <a:gd name="T20" fmla="*/ 87 w 171"/>
                <a:gd name="T21" fmla="*/ 25 h 170"/>
                <a:gd name="T22" fmla="*/ 102 w 171"/>
                <a:gd name="T23" fmla="*/ 90 h 170"/>
                <a:gd name="T24" fmla="*/ 69 w 171"/>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70">
                  <a:moveTo>
                    <a:pt x="113" y="0"/>
                  </a:moveTo>
                  <a:lnTo>
                    <a:pt x="58" y="0"/>
                  </a:lnTo>
                  <a:lnTo>
                    <a:pt x="0" y="170"/>
                  </a:lnTo>
                  <a:lnTo>
                    <a:pt x="42" y="170"/>
                  </a:lnTo>
                  <a:lnTo>
                    <a:pt x="60" y="121"/>
                  </a:lnTo>
                  <a:lnTo>
                    <a:pt x="113" y="121"/>
                  </a:lnTo>
                  <a:lnTo>
                    <a:pt x="129" y="170"/>
                  </a:lnTo>
                  <a:lnTo>
                    <a:pt x="171" y="170"/>
                  </a:lnTo>
                  <a:lnTo>
                    <a:pt x="113" y="0"/>
                  </a:lnTo>
                  <a:close/>
                  <a:moveTo>
                    <a:pt x="69" y="90"/>
                  </a:moveTo>
                  <a:lnTo>
                    <a:pt x="87" y="25"/>
                  </a:lnTo>
                  <a:lnTo>
                    <a:pt x="102" y="90"/>
                  </a:lnTo>
                  <a:lnTo>
                    <a:pt x="69"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grpSp>
      <p:sp>
        <p:nvSpPr>
          <p:cNvPr id="16" name="Documenttype">
            <a:extLst>
              <a:ext uri="{FF2B5EF4-FFF2-40B4-BE49-F238E27FC236}">
                <a16:creationId xmlns:a16="http://schemas.microsoft.com/office/drawing/2014/main" id="{0CADA7EB-5C2E-4AD4-A32E-534A28817C8A}"/>
              </a:ext>
            </a:extLst>
          </p:cNvPr>
          <p:cNvSpPr>
            <a:spLocks noGrp="1"/>
          </p:cNvSpPr>
          <p:nvPr userDrawn="1">
            <p:ph type="body" sz="quarter" idx="13" hasCustomPrompt="1"/>
            <p:custDataLst>
              <p:tags r:id="rId3"/>
            </p:custDataLst>
          </p:nvPr>
        </p:nvSpPr>
        <p:spPr>
          <a:xfrm>
            <a:off x="558977" y="5658585"/>
            <a:ext cx="6578247"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400" kern="12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userDrawn="1">
            <p:ph type="subTitle" idx="1"/>
            <p:custDataLst>
              <p:tags r:id="rId4"/>
            </p:custDataLst>
          </p:nvPr>
        </p:nvSpPr>
        <p:spPr>
          <a:xfrm>
            <a:off x="558977" y="4141454"/>
            <a:ext cx="6578247"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800" kern="1200" spc="1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userDrawn="1">
            <p:ph type="title" hasCustomPrompt="1"/>
            <p:custDataLst>
              <p:tags r:id="rId5"/>
            </p:custDataLst>
          </p:nvPr>
        </p:nvSpPr>
        <p:spPr>
          <a:xfrm>
            <a:off x="558977" y="2180495"/>
            <a:ext cx="6578247" cy="184665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4000" b="1" i="0" kern="1200" spc="0" baseline="0" dirty="0">
                <a:ln w="6350" cap="flat">
                  <a:noFill/>
                  <a:miter lim="800000"/>
                </a:ln>
                <a:solidFill>
                  <a:schemeClr val="bg1"/>
                </a:solidFill>
                <a:latin typeface="Georgia" panose="02040502050405020303" pitchFamily="18" charset="0"/>
                <a:ea typeface="Cambria" panose="02040503050406030204" pitchFamily="18" charset="0"/>
                <a:cs typeface="Times New Roman" panose="02020603050405020304" pitchFamily="18" charset="0"/>
              </a:defRPr>
            </a:lvl1pPr>
          </a:lstStyle>
          <a:p>
            <a:pPr lvl="0"/>
            <a:r>
              <a:rPr lang="en-US"/>
              <a:t>Click to edit </a:t>
            </a:r>
            <a:br>
              <a:rPr lang="en-US"/>
            </a:br>
            <a:r>
              <a:rPr lang="en-US"/>
              <a:t>Master title </a:t>
            </a:r>
            <a:br>
              <a:rPr lang="en-US"/>
            </a:br>
            <a:r>
              <a:rPr lang="en-US"/>
              <a:t>style</a:t>
            </a:r>
          </a:p>
        </p:txBody>
      </p:sp>
      <p:grpSp>
        <p:nvGrpSpPr>
          <p:cNvPr id="6" name="Group 5">
            <a:extLst>
              <a:ext uri="{FF2B5EF4-FFF2-40B4-BE49-F238E27FC236}">
                <a16:creationId xmlns:a16="http://schemas.microsoft.com/office/drawing/2014/main" id="{93821A55-32CA-4C20-978C-9EE939DF1502}"/>
              </a:ext>
            </a:extLst>
          </p:cNvPr>
          <p:cNvGrpSpPr>
            <a:grpSpLocks/>
          </p:cNvGrpSpPr>
          <p:nvPr userDrawn="1"/>
        </p:nvGrpSpPr>
        <p:grpSpPr>
          <a:xfrm>
            <a:off x="6383063" y="595"/>
            <a:ext cx="5808938" cy="4147677"/>
            <a:chOff x="6383063" y="595"/>
            <a:chExt cx="5808938" cy="4147677"/>
          </a:xfrm>
        </p:grpSpPr>
        <p:sp>
          <p:nvSpPr>
            <p:cNvPr id="85" name="Freeform: Shape 84">
              <a:extLst>
                <a:ext uri="{FF2B5EF4-FFF2-40B4-BE49-F238E27FC236}">
                  <a16:creationId xmlns:a16="http://schemas.microsoft.com/office/drawing/2014/main" id="{222AA9FA-C878-45A7-B15B-AFD7E7204710}"/>
                </a:ext>
              </a:extLst>
            </p:cNvPr>
            <p:cNvSpPr/>
            <p:nvPr userDrawn="1"/>
          </p:nvSpPr>
          <p:spPr>
            <a:xfrm>
              <a:off x="6383063" y="595"/>
              <a:ext cx="3383879" cy="2929447"/>
            </a:xfrm>
            <a:custGeom>
              <a:avLst/>
              <a:gdLst>
                <a:gd name="connsiteX0" fmla="*/ 1237514 w 3383879"/>
                <a:gd name="connsiteY0" fmla="*/ 0 h 2929447"/>
                <a:gd name="connsiteX1" fmla="*/ 2146365 w 3383879"/>
                <a:gd name="connsiteY1" fmla="*/ 0 h 2929447"/>
                <a:gd name="connsiteX2" fmla="*/ 3383879 w 3383879"/>
                <a:gd name="connsiteY2" fmla="*/ 1237512 h 2929447"/>
                <a:gd name="connsiteX3" fmla="*/ 1691939 w 3383879"/>
                <a:gd name="connsiteY3" fmla="*/ 2929447 h 2929447"/>
                <a:gd name="connsiteX4" fmla="*/ 0 w 3383879"/>
                <a:gd name="connsiteY4" fmla="*/ 1237512 h 2929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3879" h="2929447">
                  <a:moveTo>
                    <a:pt x="1237514" y="0"/>
                  </a:moveTo>
                  <a:lnTo>
                    <a:pt x="2146365" y="0"/>
                  </a:lnTo>
                  <a:lnTo>
                    <a:pt x="3383879" y="1237512"/>
                  </a:lnTo>
                  <a:lnTo>
                    <a:pt x="1691939" y="2929447"/>
                  </a:lnTo>
                  <a:lnTo>
                    <a:pt x="0" y="1237512"/>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2" name="Freeform: Shape 111">
              <a:extLst>
                <a:ext uri="{FF2B5EF4-FFF2-40B4-BE49-F238E27FC236}">
                  <a16:creationId xmlns:a16="http://schemas.microsoft.com/office/drawing/2014/main" id="{61EF6E9D-72F5-4D05-90E5-E3BF873CC096}"/>
                </a:ext>
              </a:extLst>
            </p:cNvPr>
            <p:cNvSpPr/>
            <p:nvPr userDrawn="1"/>
          </p:nvSpPr>
          <p:spPr>
            <a:xfrm>
              <a:off x="11016064" y="1755490"/>
              <a:ext cx="1175937" cy="2392782"/>
            </a:xfrm>
            <a:custGeom>
              <a:avLst/>
              <a:gdLst>
                <a:gd name="connsiteX0" fmla="*/ 0 w 1175937"/>
                <a:gd name="connsiteY0" fmla="*/ 0 h 2392782"/>
                <a:gd name="connsiteX1" fmla="*/ 1175937 w 1175937"/>
                <a:gd name="connsiteY1" fmla="*/ 0 h 2392782"/>
                <a:gd name="connsiteX2" fmla="*/ 1175937 w 1175937"/>
                <a:gd name="connsiteY2" fmla="*/ 2392782 h 2392782"/>
                <a:gd name="connsiteX3" fmla="*/ 0 w 1175937"/>
                <a:gd name="connsiteY3" fmla="*/ 2392782 h 2392782"/>
              </a:gdLst>
              <a:ahLst/>
              <a:cxnLst>
                <a:cxn ang="0">
                  <a:pos x="connsiteX0" y="connsiteY0"/>
                </a:cxn>
                <a:cxn ang="0">
                  <a:pos x="connsiteX1" y="connsiteY1"/>
                </a:cxn>
                <a:cxn ang="0">
                  <a:pos x="connsiteX2" y="connsiteY2"/>
                </a:cxn>
                <a:cxn ang="0">
                  <a:pos x="connsiteX3" y="connsiteY3"/>
                </a:cxn>
              </a:cxnLst>
              <a:rect l="l" t="t" r="r" b="b"/>
              <a:pathLst>
                <a:path w="1175937" h="2392782">
                  <a:moveTo>
                    <a:pt x="0" y="0"/>
                  </a:moveTo>
                  <a:lnTo>
                    <a:pt x="1175937" y="0"/>
                  </a:lnTo>
                  <a:lnTo>
                    <a:pt x="1175937" y="2392782"/>
                  </a:lnTo>
                  <a:lnTo>
                    <a:pt x="0" y="2392782"/>
                  </a:lnTo>
                  <a:close/>
                </a:path>
              </a:pathLst>
            </a:custGeom>
            <a:solidFill>
              <a:schemeClr val="bg1">
                <a:alpha val="0"/>
              </a:schemeClr>
            </a:solidFill>
            <a:ln w="9525" cap="rnd">
              <a:gradFill>
                <a:gsLst>
                  <a:gs pos="0">
                    <a:schemeClr val="bg2"/>
                  </a:gs>
                  <a:gs pos="0">
                    <a:schemeClr val="accent6"/>
                  </a:gs>
                  <a:gs pos="100000">
                    <a:schemeClr val="accent6">
                      <a:lumMod val="50000"/>
                      <a:alpha val="0"/>
                    </a:schemeClr>
                  </a:gs>
                </a:gsLst>
                <a:lin ang="13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sp>
        <p:nvSpPr>
          <p:cNvPr id="5" name="Rectangle 4">
            <a:extLst>
              <a:ext uri="{FF2B5EF4-FFF2-40B4-BE49-F238E27FC236}">
                <a16:creationId xmlns:a16="http://schemas.microsoft.com/office/drawing/2014/main" id="{ED83665C-3679-4CF4-98E8-0A000EBB1A04}"/>
              </a:ext>
            </a:extLst>
          </p:cNvPr>
          <p:cNvSpPr>
            <a:spLocks/>
          </p:cNvSpPr>
          <p:nvPr userDrawn="1"/>
        </p:nvSpPr>
        <p:spPr>
          <a:xfrm>
            <a:off x="0" y="595"/>
            <a:ext cx="12184169" cy="36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pic>
        <p:nvPicPr>
          <p:cNvPr id="100" name="Graphic 99">
            <a:extLst>
              <a:ext uri="{FF2B5EF4-FFF2-40B4-BE49-F238E27FC236}">
                <a16:creationId xmlns:a16="http://schemas.microsoft.com/office/drawing/2014/main" id="{B0B766AD-28CA-43A5-845C-88234056238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0"/>
            <a:ext cx="3337021" cy="3337021"/>
          </a:xfrm>
          <a:prstGeom prst="rect">
            <a:avLst/>
          </a:prstGeom>
        </p:spPr>
      </p:pic>
      <p:pic>
        <p:nvPicPr>
          <p:cNvPr id="103" name="Graphic 102">
            <a:extLst>
              <a:ext uri="{FF2B5EF4-FFF2-40B4-BE49-F238E27FC236}">
                <a16:creationId xmlns:a16="http://schemas.microsoft.com/office/drawing/2014/main" id="{69B32686-5A0E-4496-BA51-B4D54B9B2474}"/>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0"/>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88" name="Freeform 87">
            <a:extLst>
              <a:ext uri="{FF2B5EF4-FFF2-40B4-BE49-F238E27FC236}">
                <a16:creationId xmlns:a16="http://schemas.microsoft.com/office/drawing/2014/main" id="{0869DF9D-C777-4747-8F7B-5731962C8D4F}"/>
              </a:ext>
            </a:extLst>
          </p:cNvPr>
          <p:cNvSpPr/>
          <p:nvPr userDrawn="1"/>
        </p:nvSpPr>
        <p:spPr>
          <a:xfrm>
            <a:off x="9993161" y="595"/>
            <a:ext cx="1011396" cy="505697"/>
          </a:xfrm>
          <a:custGeom>
            <a:avLst/>
            <a:gdLst>
              <a:gd name="connsiteX0" fmla="*/ 0 w 1011396"/>
              <a:gd name="connsiteY0" fmla="*/ 0 h 505697"/>
              <a:gd name="connsiteX1" fmla="*/ 1011396 w 1011396"/>
              <a:gd name="connsiteY1" fmla="*/ 0 h 505697"/>
              <a:gd name="connsiteX2" fmla="*/ 505698 w 1011396"/>
              <a:gd name="connsiteY2" fmla="*/ 505697 h 505697"/>
            </a:gdLst>
            <a:ahLst/>
            <a:cxnLst>
              <a:cxn ang="0">
                <a:pos x="connsiteX0" y="connsiteY0"/>
              </a:cxn>
              <a:cxn ang="0">
                <a:pos x="connsiteX1" y="connsiteY1"/>
              </a:cxn>
              <a:cxn ang="0">
                <a:pos x="connsiteX2" y="connsiteY2"/>
              </a:cxn>
            </a:cxnLst>
            <a:rect l="l" t="t" r="r" b="b"/>
            <a:pathLst>
              <a:path w="1011396" h="505697">
                <a:moveTo>
                  <a:pt x="0" y="0"/>
                </a:moveTo>
                <a:lnTo>
                  <a:pt x="1011396" y="0"/>
                </a:lnTo>
                <a:lnTo>
                  <a:pt x="505698" y="505697"/>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5" name="Freeform 74">
            <a:extLst>
              <a:ext uri="{FF2B5EF4-FFF2-40B4-BE49-F238E27FC236}">
                <a16:creationId xmlns:a16="http://schemas.microsoft.com/office/drawing/2014/main" id="{80D45143-5DB5-4CA9-8522-A078B2EB170C}"/>
              </a:ext>
            </a:extLst>
          </p:cNvPr>
          <p:cNvSpPr/>
          <p:nvPr userDrawn="1"/>
        </p:nvSpPr>
        <p:spPr>
          <a:xfrm>
            <a:off x="7588332" y="1755491"/>
            <a:ext cx="2350014" cy="2350011"/>
          </a:xfrm>
          <a:custGeom>
            <a:avLst/>
            <a:gdLst>
              <a:gd name="connsiteX0" fmla="*/ 0 w 1960608"/>
              <a:gd name="connsiteY0" fmla="*/ 0 h 1960606"/>
              <a:gd name="connsiteX1" fmla="*/ 1996292 w 1960608"/>
              <a:gd name="connsiteY1" fmla="*/ 0 h 1960606"/>
              <a:gd name="connsiteX2" fmla="*/ 1996292 w 1960608"/>
              <a:gd name="connsiteY2" fmla="*/ 1996290 h 1960606"/>
              <a:gd name="connsiteX3" fmla="*/ 0 w 1960608"/>
              <a:gd name="connsiteY3" fmla="*/ 1996290 h 1960606"/>
            </a:gdLst>
            <a:ahLst/>
            <a:cxnLst>
              <a:cxn ang="0">
                <a:pos x="connsiteX0" y="connsiteY0"/>
              </a:cxn>
              <a:cxn ang="0">
                <a:pos x="connsiteX1" y="connsiteY1"/>
              </a:cxn>
              <a:cxn ang="0">
                <a:pos x="connsiteX2" y="connsiteY2"/>
              </a:cxn>
              <a:cxn ang="0">
                <a:pos x="connsiteX3" y="connsiteY3"/>
              </a:cxn>
            </a:cxnLst>
            <a:rect l="l" t="t" r="r" b="b"/>
            <a:pathLst>
              <a:path w="1960608" h="1960606">
                <a:moveTo>
                  <a:pt x="0" y="0"/>
                </a:moveTo>
                <a:lnTo>
                  <a:pt x="1996292" y="0"/>
                </a:lnTo>
                <a:lnTo>
                  <a:pt x="1996292" y="1996290"/>
                </a:lnTo>
                <a:lnTo>
                  <a:pt x="0" y="1996290"/>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6" name="Freeform 75">
            <a:extLst>
              <a:ext uri="{FF2B5EF4-FFF2-40B4-BE49-F238E27FC236}">
                <a16:creationId xmlns:a16="http://schemas.microsoft.com/office/drawing/2014/main" id="{5A97CE16-259C-40C1-953B-BEE803A3F8DC}"/>
              </a:ext>
            </a:extLst>
          </p:cNvPr>
          <p:cNvSpPr/>
          <p:nvPr userDrawn="1"/>
        </p:nvSpPr>
        <p:spPr>
          <a:xfrm>
            <a:off x="8806817" y="1970017"/>
            <a:ext cx="3337021" cy="3337016"/>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01" name="Freeform 100">
            <a:extLst>
              <a:ext uri="{FF2B5EF4-FFF2-40B4-BE49-F238E27FC236}">
                <a16:creationId xmlns:a16="http://schemas.microsoft.com/office/drawing/2014/main" id="{CB47A23C-2784-4882-9742-4461F7DED76A}"/>
              </a:ext>
            </a:extLst>
          </p:cNvPr>
          <p:cNvSpPr/>
          <p:nvPr userDrawn="1"/>
        </p:nvSpPr>
        <p:spPr>
          <a:xfrm>
            <a:off x="11016063" y="593"/>
            <a:ext cx="1175937" cy="719952"/>
          </a:xfrm>
          <a:custGeom>
            <a:avLst/>
            <a:gdLst>
              <a:gd name="connsiteX0" fmla="*/ 0 w 1175937"/>
              <a:gd name="connsiteY0" fmla="*/ 0 h 719952"/>
              <a:gd name="connsiteX1" fmla="*/ 1175937 w 1175937"/>
              <a:gd name="connsiteY1" fmla="*/ 0 h 719952"/>
              <a:gd name="connsiteX2" fmla="*/ 1175937 w 1175937"/>
              <a:gd name="connsiteY2" fmla="*/ 719952 h 719952"/>
              <a:gd name="connsiteX3" fmla="*/ 0 w 1175937"/>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1175937" h="719952">
                <a:moveTo>
                  <a:pt x="0" y="0"/>
                </a:moveTo>
                <a:lnTo>
                  <a:pt x="1175937" y="0"/>
                </a:lnTo>
                <a:lnTo>
                  <a:pt x="1175937"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42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1" name="Freeform 80">
            <a:extLst>
              <a:ext uri="{FF2B5EF4-FFF2-40B4-BE49-F238E27FC236}">
                <a16:creationId xmlns:a16="http://schemas.microsoft.com/office/drawing/2014/main" id="{2FF91D16-63FA-4B04-A413-1294490DB2ED}"/>
              </a:ext>
            </a:extLst>
          </p:cNvPr>
          <p:cNvSpPr>
            <a:spLocks/>
          </p:cNvSpPr>
          <p:nvPr userDrawn="1"/>
        </p:nvSpPr>
        <p:spPr>
          <a:xfrm>
            <a:off x="6854020" y="17126"/>
            <a:ext cx="2395107" cy="2395103"/>
          </a:xfrm>
          <a:custGeom>
            <a:avLst/>
            <a:gdLst>
              <a:gd name="connsiteX0" fmla="*/ 0 w 2784064"/>
              <a:gd name="connsiteY0" fmla="*/ 1411577 h 2784061"/>
              <a:gd name="connsiteX1" fmla="*/ 1411578 w 2784064"/>
              <a:gd name="connsiteY1" fmla="*/ 0 h 2784061"/>
              <a:gd name="connsiteX2" fmla="*/ 2823157 w 2784064"/>
              <a:gd name="connsiteY2" fmla="*/ 1411577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7"/>
                </a:moveTo>
                <a:lnTo>
                  <a:pt x="1411578" y="0"/>
                </a:lnTo>
                <a:lnTo>
                  <a:pt x="2823157" y="1411577"/>
                </a:lnTo>
                <a:lnTo>
                  <a:pt x="1411578" y="2823153"/>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2" name="Freeform 81">
            <a:extLst>
              <a:ext uri="{FF2B5EF4-FFF2-40B4-BE49-F238E27FC236}">
                <a16:creationId xmlns:a16="http://schemas.microsoft.com/office/drawing/2014/main" id="{D862D366-97BF-48E7-A11D-16DF2A6B953C}"/>
              </a:ext>
            </a:extLst>
          </p:cNvPr>
          <p:cNvSpPr>
            <a:spLocks/>
          </p:cNvSpPr>
          <p:nvPr userDrawn="1"/>
        </p:nvSpPr>
        <p:spPr>
          <a:xfrm>
            <a:off x="9277774" y="2440973"/>
            <a:ext cx="2395107" cy="2395103"/>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1" name="Freeform 110">
            <a:extLst>
              <a:ext uri="{FF2B5EF4-FFF2-40B4-BE49-F238E27FC236}">
                <a16:creationId xmlns:a16="http://schemas.microsoft.com/office/drawing/2014/main" id="{CB510C81-EEA5-4E58-9BAF-398F91BB5EE8}"/>
              </a:ext>
            </a:extLst>
          </p:cNvPr>
          <p:cNvSpPr>
            <a:spLocks/>
          </p:cNvSpPr>
          <p:nvPr userDrawn="1"/>
        </p:nvSpPr>
        <p:spPr>
          <a:xfrm>
            <a:off x="11701624" y="741214"/>
            <a:ext cx="490377" cy="980752"/>
          </a:xfrm>
          <a:custGeom>
            <a:avLst/>
            <a:gdLst>
              <a:gd name="connsiteX0" fmla="*/ 490377 w 490377"/>
              <a:gd name="connsiteY0" fmla="*/ 0 h 980752"/>
              <a:gd name="connsiteX1" fmla="*/ 490377 w 490377"/>
              <a:gd name="connsiteY1" fmla="*/ 980752 h 980752"/>
              <a:gd name="connsiteX2" fmla="*/ 0 w 490377"/>
              <a:gd name="connsiteY2" fmla="*/ 490376 h 980752"/>
            </a:gdLst>
            <a:ahLst/>
            <a:cxnLst>
              <a:cxn ang="0">
                <a:pos x="connsiteX0" y="connsiteY0"/>
              </a:cxn>
              <a:cxn ang="0">
                <a:pos x="connsiteX1" y="connsiteY1"/>
              </a:cxn>
              <a:cxn ang="0">
                <a:pos x="connsiteX2" y="connsiteY2"/>
              </a:cxn>
            </a:cxnLst>
            <a:rect l="l" t="t" r="r" b="b"/>
            <a:pathLst>
              <a:path w="490377" h="980752">
                <a:moveTo>
                  <a:pt x="490377" y="0"/>
                </a:moveTo>
                <a:lnTo>
                  <a:pt x="490377" y="980752"/>
                </a:lnTo>
                <a:lnTo>
                  <a:pt x="0" y="490376"/>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93" name="Freeform 92">
            <a:extLst>
              <a:ext uri="{FF2B5EF4-FFF2-40B4-BE49-F238E27FC236}">
                <a16:creationId xmlns:a16="http://schemas.microsoft.com/office/drawing/2014/main" id="{1C75C64A-41E2-4F29-B489-3CE0F2E545A3}"/>
              </a:ext>
            </a:extLst>
          </p:cNvPr>
          <p:cNvSpPr>
            <a:spLocks/>
          </p:cNvSpPr>
          <p:nvPr userDrawn="1"/>
        </p:nvSpPr>
        <p:spPr>
          <a:xfrm>
            <a:off x="10470731" y="594"/>
            <a:ext cx="43029" cy="21514"/>
          </a:xfrm>
          <a:custGeom>
            <a:avLst/>
            <a:gdLst>
              <a:gd name="connsiteX0" fmla="*/ 0 w 43029"/>
              <a:gd name="connsiteY0" fmla="*/ 0 h 21514"/>
              <a:gd name="connsiteX1" fmla="*/ 43029 w 43029"/>
              <a:gd name="connsiteY1" fmla="*/ 0 h 21514"/>
              <a:gd name="connsiteX2" fmla="*/ 21514 w 43029"/>
              <a:gd name="connsiteY2" fmla="*/ 21514 h 21514"/>
            </a:gdLst>
            <a:ahLst/>
            <a:cxnLst>
              <a:cxn ang="0">
                <a:pos x="connsiteX0" y="connsiteY0"/>
              </a:cxn>
              <a:cxn ang="0">
                <a:pos x="connsiteX1" y="connsiteY1"/>
              </a:cxn>
              <a:cxn ang="0">
                <a:pos x="connsiteX2" y="connsiteY2"/>
              </a:cxn>
            </a:cxnLst>
            <a:rect l="l" t="t" r="r" b="b"/>
            <a:pathLst>
              <a:path w="43029" h="21514">
                <a:moveTo>
                  <a:pt x="0" y="0"/>
                </a:moveTo>
                <a:lnTo>
                  <a:pt x="43029" y="0"/>
                </a:lnTo>
                <a:lnTo>
                  <a:pt x="21514" y="21514"/>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nvGrpSpPr>
          <p:cNvPr id="13" name="Freeform 74">
            <a:extLst>
              <a:ext uri="{FF2B5EF4-FFF2-40B4-BE49-F238E27FC236}">
                <a16:creationId xmlns:a16="http://schemas.microsoft.com/office/drawing/2014/main" id="{379FA29E-5FD1-4A79-9B2B-F27D4B5F1CB8}"/>
              </a:ext>
            </a:extLst>
          </p:cNvPr>
          <p:cNvGrpSpPr/>
          <p:nvPr userDrawn="1"/>
        </p:nvGrpSpPr>
        <p:grpSpPr>
          <a:xfrm>
            <a:off x="7588332" y="1755491"/>
            <a:ext cx="1079419" cy="1079419"/>
            <a:chOff x="7588332" y="1755491"/>
            <a:chExt cx="1079419" cy="1079419"/>
          </a:xfrm>
        </p:grpSpPr>
        <p:cxnSp>
          <p:nvCxnSpPr>
            <p:cNvPr id="10" name="Straight Connector 9">
              <a:extLst>
                <a:ext uri="{FF2B5EF4-FFF2-40B4-BE49-F238E27FC236}">
                  <a16:creationId xmlns:a16="http://schemas.microsoft.com/office/drawing/2014/main" id="{2A6D5936-19AC-48F7-A3C9-243FA2865A9E}"/>
                </a:ext>
              </a:extLst>
            </p:cNvPr>
            <p:cNvCxnSpPr>
              <a:cxnSpLocks/>
            </p:cNvCxnSpPr>
            <p:nvPr userDrawn="1"/>
          </p:nvCxnSpPr>
          <p:spPr>
            <a:xfrm>
              <a:off x="7588332" y="175549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2909F8-2DFE-4EF1-8BE3-09232BDD17DF}"/>
                </a:ext>
              </a:extLst>
            </p:cNvPr>
            <p:cNvCxnSpPr>
              <a:cxnSpLocks/>
            </p:cNvCxnSpPr>
            <p:nvPr userDrawn="1"/>
          </p:nvCxnSpPr>
          <p:spPr>
            <a:xfrm rot="5400000">
              <a:off x="7052898" y="229520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grpSp>
      <p:sp>
        <p:nvSpPr>
          <p:cNvPr id="91" name="Freeform 90">
            <a:extLst>
              <a:ext uri="{FF2B5EF4-FFF2-40B4-BE49-F238E27FC236}">
                <a16:creationId xmlns:a16="http://schemas.microsoft.com/office/drawing/2014/main" id="{5CCDDB3F-BABD-4B05-BE47-410F0C40904A}"/>
              </a:ext>
            </a:extLst>
          </p:cNvPr>
          <p:cNvSpPr/>
          <p:nvPr userDrawn="1"/>
        </p:nvSpPr>
        <p:spPr>
          <a:xfrm>
            <a:off x="7588332" y="594"/>
            <a:ext cx="2392785" cy="719952"/>
          </a:xfrm>
          <a:custGeom>
            <a:avLst/>
            <a:gdLst>
              <a:gd name="connsiteX0" fmla="*/ 0 w 2392785"/>
              <a:gd name="connsiteY0" fmla="*/ 0 h 719952"/>
              <a:gd name="connsiteX1" fmla="*/ 2392785 w 2392785"/>
              <a:gd name="connsiteY1" fmla="*/ 0 h 719952"/>
              <a:gd name="connsiteX2" fmla="*/ 2392785 w 2392785"/>
              <a:gd name="connsiteY2" fmla="*/ 719952 h 719952"/>
              <a:gd name="connsiteX3" fmla="*/ 0 w 2392785"/>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2392785" h="719952">
                <a:moveTo>
                  <a:pt x="0" y="0"/>
                </a:moveTo>
                <a:lnTo>
                  <a:pt x="2392785" y="0"/>
                </a:lnTo>
                <a:lnTo>
                  <a:pt x="2392785"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6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61" name="Freeform 60">
            <a:extLst>
              <a:ext uri="{FF2B5EF4-FFF2-40B4-BE49-F238E27FC236}">
                <a16:creationId xmlns:a16="http://schemas.microsoft.com/office/drawing/2014/main" id="{6C657967-D890-4A42-A129-E8E05E2AD57E}"/>
              </a:ext>
            </a:extLst>
          </p:cNvPr>
          <p:cNvSpPr/>
          <p:nvPr userDrawn="1"/>
        </p:nvSpPr>
        <p:spPr>
          <a:xfrm>
            <a:off x="11230667" y="276874"/>
            <a:ext cx="961333" cy="1922662"/>
          </a:xfrm>
          <a:custGeom>
            <a:avLst/>
            <a:gdLst>
              <a:gd name="connsiteX0" fmla="*/ 961333 w 961333"/>
              <a:gd name="connsiteY0" fmla="*/ 0 h 1922662"/>
              <a:gd name="connsiteX1" fmla="*/ 961333 w 961333"/>
              <a:gd name="connsiteY1" fmla="*/ 1922662 h 1922662"/>
              <a:gd name="connsiteX2" fmla="*/ 0 w 961333"/>
              <a:gd name="connsiteY2" fmla="*/ 961331 h 1922662"/>
            </a:gdLst>
            <a:ahLst/>
            <a:cxnLst>
              <a:cxn ang="0">
                <a:pos x="connsiteX0" y="connsiteY0"/>
              </a:cxn>
              <a:cxn ang="0">
                <a:pos x="connsiteX1" y="connsiteY1"/>
              </a:cxn>
              <a:cxn ang="0">
                <a:pos x="connsiteX2" y="connsiteY2"/>
              </a:cxn>
            </a:cxnLst>
            <a:rect l="l" t="t" r="r" b="b"/>
            <a:pathLst>
              <a:path w="961333" h="1922662">
                <a:moveTo>
                  <a:pt x="961333" y="0"/>
                </a:moveTo>
                <a:lnTo>
                  <a:pt x="961333" y="1922662"/>
                </a:lnTo>
                <a:lnTo>
                  <a:pt x="0" y="961331"/>
                </a:lnTo>
                <a:close/>
              </a:path>
            </a:pathLst>
          </a:custGeom>
          <a:solidFill>
            <a:schemeClr val="bg1">
              <a:alpha val="0"/>
            </a:schemeClr>
          </a:solidFill>
          <a:ln w="9525" cap="rnd">
            <a:gradFill>
              <a:gsLst>
                <a:gs pos="0">
                  <a:schemeClr val="bg2"/>
                </a:gs>
                <a:gs pos="86000">
                  <a:schemeClr val="accent6"/>
                </a:gs>
                <a:gs pos="12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3" name="Rectangle 112">
            <a:extLst>
              <a:ext uri="{FF2B5EF4-FFF2-40B4-BE49-F238E27FC236}">
                <a16:creationId xmlns:a16="http://schemas.microsoft.com/office/drawing/2014/main" id="{EA1B3513-35DD-4D8B-9A5A-9597EFA1059D}"/>
              </a:ext>
            </a:extLst>
          </p:cNvPr>
          <p:cNvSpPr>
            <a:spLocks/>
          </p:cNvSpPr>
          <p:nvPr userDrawn="1"/>
        </p:nvSpPr>
        <p:spPr>
          <a:xfrm>
            <a:off x="12188400" y="595"/>
            <a:ext cx="3600" cy="68580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Tree>
    <p:extLst>
      <p:ext uri="{BB962C8B-B14F-4D97-AF65-F5344CB8AC3E}">
        <p14:creationId xmlns:p14="http://schemas.microsoft.com/office/powerpoint/2010/main" val="283253891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59189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6" name="Group 25">
            <a:extLst>
              <a:ext uri="{FF2B5EF4-FFF2-40B4-BE49-F238E27FC236}">
                <a16:creationId xmlns:a16="http://schemas.microsoft.com/office/drawing/2014/main" id="{E3C0F6DE-CB58-4EB8-9CE2-D6C7C844A111}"/>
              </a:ext>
            </a:extLst>
          </p:cNvPr>
          <p:cNvGrpSpPr/>
          <p:nvPr userDrawn="1"/>
        </p:nvGrpSpPr>
        <p:grpSpPr>
          <a:xfrm>
            <a:off x="0" y="-1"/>
            <a:ext cx="4544291" cy="6858001"/>
            <a:chOff x="0" y="-1"/>
            <a:chExt cx="4544291" cy="6858001"/>
          </a:xfrm>
        </p:grpSpPr>
        <p:grpSp>
          <p:nvGrpSpPr>
            <p:cNvPr id="27" name="Group 26">
              <a:extLst>
                <a:ext uri="{FF2B5EF4-FFF2-40B4-BE49-F238E27FC236}">
                  <a16:creationId xmlns:a16="http://schemas.microsoft.com/office/drawing/2014/main" id="{D756FF46-6269-4FBC-BA98-5EB2510B0CDE}"/>
                </a:ext>
              </a:extLst>
            </p:cNvPr>
            <p:cNvGrpSpPr/>
            <p:nvPr userDrawn="1"/>
          </p:nvGrpSpPr>
          <p:grpSpPr>
            <a:xfrm>
              <a:off x="0" y="0"/>
              <a:ext cx="3337021" cy="6858000"/>
              <a:chOff x="0" y="0"/>
              <a:chExt cx="3337021" cy="6858000"/>
            </a:xfrm>
          </p:grpSpPr>
          <p:pic>
            <p:nvPicPr>
              <p:cNvPr id="29" name="Graphic 28">
                <a:extLst>
                  <a:ext uri="{FF2B5EF4-FFF2-40B4-BE49-F238E27FC236}">
                    <a16:creationId xmlns:a16="http://schemas.microsoft.com/office/drawing/2014/main" id="{B3290A93-3F92-4568-AA97-00611B1FB97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30" name="Graphic 29">
                <a:extLst>
                  <a:ext uri="{FF2B5EF4-FFF2-40B4-BE49-F238E27FC236}">
                    <a16:creationId xmlns:a16="http://schemas.microsoft.com/office/drawing/2014/main" id="{5442ACBE-FD74-451C-8EEE-53CC5598D869}"/>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31" name="Graphic 30">
                <a:extLst>
                  <a:ext uri="{FF2B5EF4-FFF2-40B4-BE49-F238E27FC236}">
                    <a16:creationId xmlns:a16="http://schemas.microsoft.com/office/drawing/2014/main" id="{4B3A9B0E-C966-4427-8CFB-8CA92F8B562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8" name="Rectangle 27">
              <a:extLst>
                <a:ext uri="{FF2B5EF4-FFF2-40B4-BE49-F238E27FC236}">
                  <a16:creationId xmlns:a16="http://schemas.microsoft.com/office/drawing/2014/main" id="{DE38EDFA-08D4-4421-A20C-723724CEA01F}"/>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grpSp>
      <p:sp>
        <p:nvSpPr>
          <p:cNvPr id="15" name="2. Slide Title">
            <a:extLst>
              <a:ext uri="{FF2B5EF4-FFF2-40B4-BE49-F238E27FC236}">
                <a16:creationId xmlns:a16="http://schemas.microsoft.com/office/drawing/2014/main" id="{699FD2C4-82B5-475E-9235-DB128978B618}"/>
              </a:ext>
            </a:extLst>
          </p:cNvPr>
          <p:cNvSpPr>
            <a:spLocks noGrp="1"/>
          </p:cNvSpPr>
          <p:nvPr userDrawn="1">
            <p:ph type="title" hasCustomPrompt="1"/>
            <p:custDataLst>
              <p:tags r:id="rId3"/>
            </p:custDataLst>
          </p:nvPr>
        </p:nvSpPr>
        <p:spPr>
          <a:xfrm>
            <a:off x="554734" y="165068"/>
            <a:ext cx="11082528" cy="738664"/>
          </a:xfr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4"/>
            </p:custDataLst>
          </p:nvPr>
        </p:nvSpPr>
        <p:spPr>
          <a:xfrm>
            <a:off x="554736" y="958596"/>
            <a:ext cx="11082528" cy="246221"/>
          </a:xfrm>
          <a:prstGeom prst="rect">
            <a:avLst/>
          </a:prstGeom>
        </p:spPr>
        <p:txBody>
          <a:bodyPr vert="horz" wrap="square" lIns="0" tIns="0" rIns="0" bIns="0" rtlCol="0">
            <a:sp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a:spLocks/>
          </p:cNvSpPr>
          <p:nvPr userDrawn="1">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32" name="Slide Number">
            <a:extLst>
              <a:ext uri="{FF2B5EF4-FFF2-40B4-BE49-F238E27FC236}">
                <a16:creationId xmlns:a16="http://schemas.microsoft.com/office/drawing/2014/main" id="{B038539D-CC41-458B-A32A-66FDEFBA8E62}"/>
              </a:ext>
            </a:extLst>
          </p:cNvPr>
          <p:cNvSpPr>
            <a:spLocks noChangeArrowheads="1"/>
          </p:cNvSpPr>
          <p:nvPr userDrawn="1">
            <p:custDataLst>
              <p:tags r:id="rId7"/>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6" name="4. Footnote" hidden="1">
            <a:extLst>
              <a:ext uri="{FF2B5EF4-FFF2-40B4-BE49-F238E27FC236}">
                <a16:creationId xmlns:a16="http://schemas.microsoft.com/office/drawing/2014/main" id="{6CFFA600-7FF4-49E7-B3E6-79A4ECF5D01F}"/>
              </a:ext>
            </a:extLst>
          </p:cNvPr>
          <p:cNvSpPr txBox="1">
            <a:spLocks/>
          </p:cNvSpPr>
          <p:nvPr userDrawn="1">
            <p:custDataLst>
              <p:tags r:id="rId8"/>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Tree>
    <p:extLst>
      <p:ext uri="{BB962C8B-B14F-4D97-AF65-F5344CB8AC3E}">
        <p14:creationId xmlns:p14="http://schemas.microsoft.com/office/powerpoint/2010/main" val="35357245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689162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Tree>
    <p:extLst>
      <p:ext uri="{BB962C8B-B14F-4D97-AF65-F5344CB8AC3E}">
        <p14:creationId xmlns:p14="http://schemas.microsoft.com/office/powerpoint/2010/main" val="11132494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500684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
        <p:nvSpPr>
          <p:cNvPr id="4" name="TextBox 3">
            <a:extLst>
              <a:ext uri="{FF2B5EF4-FFF2-40B4-BE49-F238E27FC236}">
                <a16:creationId xmlns:a16="http://schemas.microsoft.com/office/drawing/2014/main" id="{5F23056B-DBE0-D752-3AC0-D7AAA3AF1AC4}"/>
              </a:ext>
            </a:extLst>
          </p:cNvPr>
          <p:cNvSpPr txBox="1"/>
          <p:nvPr userDrawn="1"/>
        </p:nvSpPr>
        <p:spPr>
          <a:xfrm>
            <a:off x="8545514" y="6435725"/>
            <a:ext cx="208756" cy="152400"/>
          </a:xfrm>
          <a:prstGeom prst="rect">
            <a:avLst/>
          </a:prstGeom>
          <a:ln w="6350">
            <a:noFill/>
            <a:miter lim="800000"/>
          </a:ln>
        </p:spPr>
        <p:txBody>
          <a:bodyPr vert="horz" wrap="none" lIns="0" tIns="0" rIns="0" bIns="0" rtlCol="0">
            <a:noAutofit/>
          </a:bodyPr>
          <a:lstStyle/>
          <a:p>
            <a:pPr algn="l" rtl="0">
              <a:spcBef>
                <a:spcPts val="300"/>
              </a:spcBef>
              <a:spcAft>
                <a:spcPts val="300"/>
              </a:spcAft>
              <a:buNone/>
            </a:pPr>
            <a:fld id="{5965CEB5-1DD1-49A1-A595-403D2BB5701F}" type="slidenum">
              <a:rPr lang="en-US" sz="1000" b="0" i="0" baseline="0" smtClean="0"/>
              <a:pPr algn="l" rtl="0">
                <a:spcBef>
                  <a:spcPts val="300"/>
                </a:spcBef>
                <a:spcAft>
                  <a:spcPts val="300"/>
                </a:spcAft>
                <a:buNone/>
              </a:pPr>
              <a:t>‹#›</a:t>
            </a:fld>
            <a:endParaRPr lang="en-US" sz="1000" b="0" i="0" baseline="0"/>
          </a:p>
        </p:txBody>
      </p:sp>
    </p:spTree>
    <p:extLst>
      <p:ext uri="{BB962C8B-B14F-4D97-AF65-F5344CB8AC3E}">
        <p14:creationId xmlns:p14="http://schemas.microsoft.com/office/powerpoint/2010/main" val="8221778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844467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6"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6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1" name="Group 20">
            <a:extLst>
              <a:ext uri="{FF2B5EF4-FFF2-40B4-BE49-F238E27FC236}">
                <a16:creationId xmlns:a16="http://schemas.microsoft.com/office/drawing/2014/main" id="{F60F539A-BC4E-41ED-B165-07BB7C76FD2A}"/>
              </a:ext>
            </a:extLst>
          </p:cNvPr>
          <p:cNvGrpSpPr/>
          <p:nvPr userDrawn="1"/>
        </p:nvGrpSpPr>
        <p:grpSpPr>
          <a:xfrm>
            <a:off x="0" y="-1"/>
            <a:ext cx="4544291" cy="6858001"/>
            <a:chOff x="0" y="-1"/>
            <a:chExt cx="4544291" cy="6858001"/>
          </a:xfrm>
        </p:grpSpPr>
        <p:grpSp>
          <p:nvGrpSpPr>
            <p:cNvPr id="22" name="Group 21">
              <a:extLst>
                <a:ext uri="{FF2B5EF4-FFF2-40B4-BE49-F238E27FC236}">
                  <a16:creationId xmlns:a16="http://schemas.microsoft.com/office/drawing/2014/main" id="{E05B1C71-372E-4CC9-A7BE-C99679981502}"/>
                </a:ext>
              </a:extLst>
            </p:cNvPr>
            <p:cNvGrpSpPr/>
            <p:nvPr userDrawn="1"/>
          </p:nvGrpSpPr>
          <p:grpSpPr>
            <a:xfrm>
              <a:off x="0" y="0"/>
              <a:ext cx="3337021" cy="6858000"/>
              <a:chOff x="0" y="0"/>
              <a:chExt cx="3337021" cy="6858000"/>
            </a:xfrm>
          </p:grpSpPr>
          <p:pic>
            <p:nvPicPr>
              <p:cNvPr id="24" name="Graphic 23">
                <a:extLst>
                  <a:ext uri="{FF2B5EF4-FFF2-40B4-BE49-F238E27FC236}">
                    <a16:creationId xmlns:a16="http://schemas.microsoft.com/office/drawing/2014/main" id="{E5F8B074-1072-48FC-974F-E70879C6D2F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25" name="Graphic 24">
                <a:extLst>
                  <a:ext uri="{FF2B5EF4-FFF2-40B4-BE49-F238E27FC236}">
                    <a16:creationId xmlns:a16="http://schemas.microsoft.com/office/drawing/2014/main" id="{4D195B11-AB6C-4D1A-A364-CC5CEE26D667}"/>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6" name="Graphic 25">
                <a:extLst>
                  <a:ext uri="{FF2B5EF4-FFF2-40B4-BE49-F238E27FC236}">
                    <a16:creationId xmlns:a16="http://schemas.microsoft.com/office/drawing/2014/main" id="{E60F1F0A-C640-429C-8573-54538774724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3" name="Rectangle 22">
              <a:extLst>
                <a:ext uri="{FF2B5EF4-FFF2-40B4-BE49-F238E27FC236}">
                  <a16:creationId xmlns:a16="http://schemas.microsoft.com/office/drawing/2014/main" id="{8EC3B9AE-9069-4C4B-9F60-384885192A38}"/>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25451"/>
            <a:ext cx="10131552" cy="553998"/>
          </a:xfrm>
          <a:prstGeom prst="rect">
            <a:avLst/>
          </a:prstGeo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36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lgn="l" defTabSz="914400" rtl="0" eaLnBrk="1" latinLnBrk="0" hangingPunct="1">
              <a:lnSpc>
                <a:spcPct val="100000"/>
              </a:lnSpc>
              <a:spcBef>
                <a:spcPct val="0"/>
              </a:spcBef>
              <a:buNone/>
            </a:pPr>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130249"/>
            <a:ext cx="10131552" cy="246221"/>
          </a:xfrm>
          <a:prstGeom prst="rect">
            <a:avLst/>
          </a:prstGeom>
        </p:spPr>
        <p:txBody>
          <a:bodyPr vert="horz" wrap="square" lIns="0" tIns="0" rIns="0" bIns="0" rtlCol="0">
            <a:no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13" name="4. Footnote" hidden="1">
            <a:extLst>
              <a:ext uri="{FF2B5EF4-FFF2-40B4-BE49-F238E27FC236}">
                <a16:creationId xmlns:a16="http://schemas.microsoft.com/office/drawing/2014/main" id="{AA02EE99-53A8-4C7C-8962-0D63EC734C69}"/>
              </a:ext>
            </a:extLst>
          </p:cNvPr>
          <p:cNvSpPr txBox="1">
            <a:spLocks/>
          </p:cNvSpPr>
          <p:nvPr userDrawn="1">
            <p:custDataLst>
              <p:tags r:id="rId7"/>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4" name="5. Source" hidden="1">
            <a:extLst>
              <a:ext uri="{FF2B5EF4-FFF2-40B4-BE49-F238E27FC236}">
                <a16:creationId xmlns:a16="http://schemas.microsoft.com/office/drawing/2014/main" id="{815E207E-5E76-49DE-8198-0BF5F72E95D4}"/>
              </a:ext>
            </a:extLst>
          </p:cNvPr>
          <p:cNvSpPr txBox="1">
            <a:spLocks/>
          </p:cNvSpPr>
          <p:nvPr userDrawn="1">
            <p:custDataLst>
              <p:tags r:id="rId8"/>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270035038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86576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2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1" name="Group 10">
            <a:extLst>
              <a:ext uri="{FF2B5EF4-FFF2-40B4-BE49-F238E27FC236}">
                <a16:creationId xmlns:a16="http://schemas.microsoft.com/office/drawing/2014/main" id="{B7385429-219C-4D13-B18E-6E819E960DE4}"/>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BE0D1115-28CB-4F26-8A3F-D87F0295C698}"/>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353078DF-55C7-45AB-9FA8-C0B2564A2E59}"/>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EBD2B1E4-5FBB-40D4-BD3A-048F6192B390}"/>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076C6520-DADB-4D33-9B8F-41CE6ABE4BD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5397C38-99B9-4557-B2A5-EC4D3F9E33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836702"/>
            <a:ext cx="2514600" cy="677108"/>
          </a:xfrm>
        </p:spPr>
        <p:txBody>
          <a:bodyPr vert="horz" wrap="square" lIns="0" tIns="0" rIns="0" bIns="0" rtlCol="0" anchor="b" anchorCtr="0">
            <a:noAutofit/>
          </a:bodyPr>
          <a:lstStyle>
            <a:lvl1pPr rtl="0">
              <a:defRPr lang="ru-RU" sz="2200"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564610"/>
            <a:ext cx="2514600" cy="492443"/>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2" name="4. Footnote" hidden="1">
            <a:extLst>
              <a:ext uri="{FF2B5EF4-FFF2-40B4-BE49-F238E27FC236}">
                <a16:creationId xmlns:a16="http://schemas.microsoft.com/office/drawing/2014/main" id="{E91B258C-2CE3-47AD-91B7-5D22A691D520}"/>
              </a:ext>
            </a:extLst>
          </p:cNvPr>
          <p:cNvSpPr txBox="1">
            <a:spLocks/>
          </p:cNvSpPr>
          <p:nvPr userDrawn="1">
            <p:custDataLst>
              <p:tags r:id="rId8"/>
            </p:custDataLst>
          </p:nvPr>
        </p:nvSpPr>
        <p:spPr>
          <a:xfrm>
            <a:off x="554736" y="6330793"/>
            <a:ext cx="2514600"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3" name="5. Source" hidden="1">
            <a:extLst>
              <a:ext uri="{FF2B5EF4-FFF2-40B4-BE49-F238E27FC236}">
                <a16:creationId xmlns:a16="http://schemas.microsoft.com/office/drawing/2014/main" id="{9E0E9C24-A775-45BA-A2B2-E9A468FB0E1D}"/>
              </a:ext>
            </a:extLst>
          </p:cNvPr>
          <p:cNvSpPr txBox="1">
            <a:spLocks/>
          </p:cNvSpPr>
          <p:nvPr userDrawn="1">
            <p:custDataLst>
              <p:tags r:id="rId9"/>
            </p:custDataLst>
          </p:nvPr>
        </p:nvSpPr>
        <p:spPr>
          <a:xfrm>
            <a:off x="554736" y="6514142"/>
            <a:ext cx="2514600"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9998030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6299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2CED74A0-59B0-4A64-8367-F678F9212088}"/>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72DC4787-100B-4D10-AFDD-81C509730CDE}"/>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83A31D9D-3D16-459C-A978-4E188F572AD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4436E28E-192C-4128-8C07-8E2244890C23}"/>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58ADED3-1240-4CAC-85D6-6E46237FD2B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82A39CEA-7672-470D-90B7-74EF0D8C9630}"/>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75146"/>
            <a:ext cx="3465576" cy="738664"/>
          </a:xfrm>
          <a:prstGeom prst="rect">
            <a:avLst/>
          </a:prstGeom>
        </p:spPr>
        <p:txBody>
          <a:bodyPr vert="horz" wrap="square" lIns="0" tIns="0" rIns="0" bIns="0" rtlCol="0" anchor="b" anchorCtr="0">
            <a:spAutoFit/>
          </a:bodyPr>
          <a:lstStyle>
            <a:lvl1pPr rtl="0">
              <a:defRPr lang="ru-RU"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564610"/>
            <a:ext cx="3465575" cy="246221"/>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1FBE24E8-31AF-4C3E-A5B5-E9DFC553F274}"/>
              </a:ext>
            </a:extLst>
          </p:cNvPr>
          <p:cNvSpPr txBox="1">
            <a:spLocks/>
          </p:cNvSpPr>
          <p:nvPr userDrawn="1">
            <p:custDataLst>
              <p:tags r:id="rId8"/>
            </p:custDataLst>
          </p:nvPr>
        </p:nvSpPr>
        <p:spPr>
          <a:xfrm>
            <a:off x="554737" y="6330793"/>
            <a:ext cx="3465575"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791DA78-DD6B-4CB7-9030-81E41768DCBD}"/>
              </a:ext>
            </a:extLst>
          </p:cNvPr>
          <p:cNvSpPr txBox="1">
            <a:spLocks/>
          </p:cNvSpPr>
          <p:nvPr userDrawn="1">
            <p:custDataLst>
              <p:tags r:id="rId9"/>
            </p:custDataLst>
          </p:nvPr>
        </p:nvSpPr>
        <p:spPr>
          <a:xfrm>
            <a:off x="554736" y="6514142"/>
            <a:ext cx="3465575"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24257408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01355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B748AAEC-DB11-4FDE-8B23-9F9DBCC6C2B3}"/>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A27F1B22-A681-4273-AE0B-1C49DDE84D4C}"/>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6CC197B9-DD53-418B-A4DC-BA8FCD0160E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1DE6CBB0-24E3-4A8B-9658-6B30F0E706F6}"/>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D972D20-461D-45BA-A52C-06399F8A5A4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99CF8767-9735-473B-B437-BB5E2C8758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5065776"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5065776"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597DC5CB-D54D-4340-AB36-B256B0AC9176}"/>
              </a:ext>
            </a:extLst>
          </p:cNvPr>
          <p:cNvSpPr txBox="1">
            <a:spLocks/>
          </p:cNvSpPr>
          <p:nvPr userDrawn="1">
            <p:custDataLst>
              <p:tags r:id="rId8"/>
            </p:custDataLst>
          </p:nvPr>
        </p:nvSpPr>
        <p:spPr>
          <a:xfrm>
            <a:off x="554736" y="6330793"/>
            <a:ext cx="5065776"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A87378B9-4AD0-4D5D-A5DA-1170C3F12797}"/>
              </a:ext>
            </a:extLst>
          </p:cNvPr>
          <p:cNvSpPr txBox="1">
            <a:spLocks/>
          </p:cNvSpPr>
          <p:nvPr userDrawn="1">
            <p:custDataLst>
              <p:tags r:id="rId9"/>
            </p:custDataLst>
          </p:nvPr>
        </p:nvSpPr>
        <p:spPr>
          <a:xfrm>
            <a:off x="554736" y="6514142"/>
            <a:ext cx="5065776"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6617879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3341908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6"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668BC3A1-8E69-4011-AD76-54DE1B7346E6}"/>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470A8405-C924-41D3-8FD1-29DC2F8BF589}"/>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4DA33A9A-0F33-4B38-92FE-4D649E49BEE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C3EE0E3B-7D0D-4AB3-8E07-7C1C6D41350D}"/>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EE1EFED-7EA3-4879-8F99-CE87B2ECA19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153F629-ABF4-4B12-96F8-27E2AA136AD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19" name="2. Slide Title">
            <a:extLst>
              <a:ext uri="{FF2B5EF4-FFF2-40B4-BE49-F238E27FC236}">
                <a16:creationId xmlns:a16="http://schemas.microsoft.com/office/drawing/2014/main" id="{0415F114-7B0E-43F2-8881-F0D9FB2A643B}"/>
              </a:ext>
            </a:extLst>
          </p:cNvPr>
          <p:cNvSpPr>
            <a:spLocks noGrp="1"/>
          </p:cNvSpPr>
          <p:nvPr>
            <p:ph type="title" hasCustomPrompt="1"/>
            <p:custDataLst>
              <p:tags r:id="rId3"/>
            </p:custDataLst>
          </p:nvPr>
        </p:nvSpPr>
        <p:spPr>
          <a:xfrm>
            <a:off x="554736" y="226624"/>
            <a:ext cx="6967728"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58596"/>
            <a:ext cx="6967728"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8759C0DC-CA42-4D58-8D3F-AD4C6CAE3A1B}"/>
              </a:ext>
            </a:extLst>
          </p:cNvPr>
          <p:cNvSpPr txBox="1">
            <a:spLocks/>
          </p:cNvSpPr>
          <p:nvPr userDrawn="1">
            <p:custDataLst>
              <p:tags r:id="rId8"/>
            </p:custDataLst>
          </p:nvPr>
        </p:nvSpPr>
        <p:spPr>
          <a:xfrm>
            <a:off x="554736" y="6330793"/>
            <a:ext cx="69677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AC3100F-5CEB-4A91-9B1F-8F2834961E6C}"/>
              </a:ext>
            </a:extLst>
          </p:cNvPr>
          <p:cNvSpPr txBox="1">
            <a:spLocks/>
          </p:cNvSpPr>
          <p:nvPr userDrawn="1">
            <p:custDataLst>
              <p:tags r:id="rId9"/>
            </p:custDataLst>
          </p:nvPr>
        </p:nvSpPr>
        <p:spPr>
          <a:xfrm>
            <a:off x="554736" y="6514142"/>
            <a:ext cx="69677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239820690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935929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782B402C-4E9A-4C49-95BC-08C80D9394EC}"/>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EBB4B49C-0BF5-4E59-AAEE-224340421E20}"/>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C379868A-9A32-49DD-B088-849ADB13330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F860B71F-73D2-4140-9B7E-E84C1ED64357}"/>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12D97A6-D75E-470D-8B68-12AF6900B0E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EB62E48F-039F-4A8A-AA4A-7E4B0A2100D4}"/>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noProof="0" smtClean="0">
                <a:cs typeface="Arial" panose="020B0604020202020204" pitchFamily="34" charset="0"/>
              </a:rPr>
              <a:pPr lvl="0" algn="r" defTabSz="610744" rtl="0" fontAlgn="auto">
                <a:spcBef>
                  <a:spcPts val="0"/>
                </a:spcBef>
                <a:spcAft>
                  <a:spcPts val="0"/>
                </a:spcAft>
              </a:pPr>
              <a:t>‹#›</a:t>
            </a:fld>
            <a:endParaRPr lang="en-US" sz="800" b="0" noProof="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7918704"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7918704"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44C30949-359D-483D-8AB0-470F0738EC46}"/>
              </a:ext>
            </a:extLst>
          </p:cNvPr>
          <p:cNvSpPr txBox="1">
            <a:spLocks/>
          </p:cNvSpPr>
          <p:nvPr userDrawn="1">
            <p:custDataLst>
              <p:tags r:id="rId8"/>
            </p:custDataLst>
          </p:nvPr>
        </p:nvSpPr>
        <p:spPr>
          <a:xfrm>
            <a:off x="554736" y="6330793"/>
            <a:ext cx="791870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0C638687-9D2C-4819-8EA7-89C77797F3C6}"/>
              </a:ext>
            </a:extLst>
          </p:cNvPr>
          <p:cNvSpPr txBox="1">
            <a:spLocks/>
          </p:cNvSpPr>
          <p:nvPr userDrawn="1">
            <p:custDataLst>
              <p:tags r:id="rId9"/>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502254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3497665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6"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1" name="Rectangle 1">
            <a:extLst>
              <a:ext uri="{FF2B5EF4-FFF2-40B4-BE49-F238E27FC236}">
                <a16:creationId xmlns:a16="http://schemas.microsoft.com/office/drawing/2014/main" id="{4C0CE1A6-9A27-4E62-A51D-D2E5F558BE1A}"/>
              </a:ext>
            </a:extLst>
          </p:cNvPr>
          <p:cNvGrpSpPr/>
          <p:nvPr userDrawn="1"/>
        </p:nvGrpSpPr>
        <p:grpSpPr>
          <a:xfrm>
            <a:off x="0" y="0"/>
            <a:ext cx="12192000" cy="6858000"/>
            <a:chOff x="0" y="7964129"/>
            <a:chExt cx="12192000" cy="6858000"/>
          </a:xfrm>
        </p:grpSpPr>
        <p:pic>
          <p:nvPicPr>
            <p:cNvPr id="51" name="Graphic 50">
              <a:extLst>
                <a:ext uri="{FF2B5EF4-FFF2-40B4-BE49-F238E27FC236}">
                  <a16:creationId xmlns:a16="http://schemas.microsoft.com/office/drawing/2014/main" id="{3B83D280-9CA5-45FB-9649-4AB81AB05C3D}"/>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1126999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nvGrpSpPr>
            <p:cNvPr id="49" name="Group 48">
              <a:extLst>
                <a:ext uri="{FF2B5EF4-FFF2-40B4-BE49-F238E27FC236}">
                  <a16:creationId xmlns:a16="http://schemas.microsoft.com/office/drawing/2014/main" id="{F78947C6-9C7B-4912-92C5-BE469863B9AC}"/>
                </a:ext>
              </a:extLst>
            </p:cNvPr>
            <p:cNvGrpSpPr/>
            <p:nvPr userDrawn="1"/>
          </p:nvGrpSpPr>
          <p:grpSpPr>
            <a:xfrm>
              <a:off x="0" y="11269996"/>
              <a:ext cx="6648374" cy="3337021"/>
              <a:chOff x="0" y="0"/>
              <a:chExt cx="6648374" cy="3337021"/>
            </a:xfrm>
          </p:grpSpPr>
          <p:pic>
            <p:nvPicPr>
              <p:cNvPr id="63" name="Graphic 62">
                <a:extLst>
                  <a:ext uri="{FF2B5EF4-FFF2-40B4-BE49-F238E27FC236}">
                    <a16:creationId xmlns:a16="http://schemas.microsoft.com/office/drawing/2014/main" id="{8ED31E17-35AF-4B55-9F4C-7C6311B62C7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4" name="Graphic 63">
                <a:extLst>
                  <a:ext uri="{FF2B5EF4-FFF2-40B4-BE49-F238E27FC236}">
                    <a16:creationId xmlns:a16="http://schemas.microsoft.com/office/drawing/2014/main" id="{80A4288B-B0B1-4C20-849D-DEFB7A770DD2}"/>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0" name="Graphic 49">
              <a:extLst>
                <a:ext uri="{FF2B5EF4-FFF2-40B4-BE49-F238E27FC236}">
                  <a16:creationId xmlns:a16="http://schemas.microsoft.com/office/drawing/2014/main" id="{7A8F4C7D-3B0D-4777-B8A4-13F6C65B2FD5}"/>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11269996"/>
              <a:ext cx="3337021" cy="3337021"/>
            </a:xfrm>
            <a:prstGeom prst="rect">
              <a:avLst/>
            </a:prstGeom>
          </p:spPr>
        </p:pic>
        <p:pic>
          <p:nvPicPr>
            <p:cNvPr id="52" name="Graphic 51">
              <a:extLst>
                <a:ext uri="{FF2B5EF4-FFF2-40B4-BE49-F238E27FC236}">
                  <a16:creationId xmlns:a16="http://schemas.microsoft.com/office/drawing/2014/main" id="{9A998010-F40B-4CA8-AE54-ED7D2A39771B}"/>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0" y="1456815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3" name="Graphic 52">
              <a:extLst>
                <a:ext uri="{FF2B5EF4-FFF2-40B4-BE49-F238E27FC236}">
                  <a16:creationId xmlns:a16="http://schemas.microsoft.com/office/drawing/2014/main" id="{0DA76578-2678-4F33-88C5-48C38A18A7EA}"/>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3311353"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4" name="Graphic 53">
              <a:extLst>
                <a:ext uri="{FF2B5EF4-FFF2-40B4-BE49-F238E27FC236}">
                  <a16:creationId xmlns:a16="http://schemas.microsoft.com/office/drawing/2014/main" id="{9567012B-4F69-43C5-91D6-81AD504F08CD}"/>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6605762"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5" name="Graphic 54">
              <a:extLst>
                <a:ext uri="{FF2B5EF4-FFF2-40B4-BE49-F238E27FC236}">
                  <a16:creationId xmlns:a16="http://schemas.microsoft.com/office/drawing/2014/main" id="{303A7A82-1A6A-449B-B860-9AD729144CF5}"/>
                </a:ext>
              </a:extLst>
            </p:cNvPr>
            <p:cNvPicPr>
              <a:picLocks noChangeAspect="1"/>
            </p:cNvPicPr>
            <p:nvPr userDrawn="1"/>
          </p:nvPicPr>
          <p:blipFill>
            <a:blip>
              <a:extLst>
                <a:ext uri="{96DAC541-7B7A-43D3-8B79-37D633B846F1}">
                  <asvg:svgBlip xmlns:asvg="http://schemas.microsoft.com/office/drawing/2016/SVG/main" r:embed="rId7"/>
                </a:ext>
              </a:extLst>
            </a:blip>
            <a:srcRect r="31829" b="92389"/>
            <a:stretch>
              <a:fillRect/>
            </a:stretch>
          </p:blipFill>
          <p:spPr>
            <a:xfrm>
              <a:off x="9917115" y="1456815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56" name="Rectangle 1">
              <a:extLst>
                <a:ext uri="{FF2B5EF4-FFF2-40B4-BE49-F238E27FC236}">
                  <a16:creationId xmlns:a16="http://schemas.microsoft.com/office/drawing/2014/main" id="{0111E63D-01DF-4B01-8324-4C758862C6DA}"/>
                </a:ext>
              </a:extLst>
            </p:cNvPr>
            <p:cNvGrpSpPr/>
            <p:nvPr userDrawn="1"/>
          </p:nvGrpSpPr>
          <p:grpSpPr>
            <a:xfrm>
              <a:off x="0" y="7964129"/>
              <a:ext cx="6648374" cy="3337021"/>
              <a:chOff x="0" y="0"/>
              <a:chExt cx="6648374" cy="3337021"/>
            </a:xfrm>
          </p:grpSpPr>
          <p:pic>
            <p:nvPicPr>
              <p:cNvPr id="61" name="Graphic 60">
                <a:extLst>
                  <a:ext uri="{FF2B5EF4-FFF2-40B4-BE49-F238E27FC236}">
                    <a16:creationId xmlns:a16="http://schemas.microsoft.com/office/drawing/2014/main" id="{418FB497-B95F-4B3C-A293-3D0D12BFC61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703F74E5-A7A3-4EAB-AF61-2538630F643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7" name="Graphic 56">
              <a:extLst>
                <a:ext uri="{FF2B5EF4-FFF2-40B4-BE49-F238E27FC236}">
                  <a16:creationId xmlns:a16="http://schemas.microsoft.com/office/drawing/2014/main" id="{8072EC3A-AD32-4D2A-8946-1F5C90EFD16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7964129"/>
              <a:ext cx="3337021" cy="3337021"/>
            </a:xfrm>
            <a:prstGeom prst="rect">
              <a:avLst/>
            </a:prstGeom>
          </p:spPr>
        </p:pic>
        <p:pic>
          <p:nvPicPr>
            <p:cNvPr id="58" name="Graphic 57">
              <a:extLst>
                <a:ext uri="{FF2B5EF4-FFF2-40B4-BE49-F238E27FC236}">
                  <a16:creationId xmlns:a16="http://schemas.microsoft.com/office/drawing/2014/main" id="{F9294B6B-7F7C-4738-A75D-96A67B441831}"/>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796412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sp>
        <p:nvSpPr>
          <p:cNvPr id="10" name="Rectangle 9">
            <a:extLst>
              <a:ext uri="{FF2B5EF4-FFF2-40B4-BE49-F238E27FC236}">
                <a16:creationId xmlns:a16="http://schemas.microsoft.com/office/drawing/2014/main" id="{0B11B6E5-83C7-404D-82A6-610F43992FCF}"/>
              </a:ext>
            </a:extLst>
          </p:cNvPr>
          <p:cNvSpPr>
            <a:spLocks/>
          </p:cNvSpPr>
          <p:nvPr userDrawn="1"/>
        </p:nvSpPr>
        <p:spPr>
          <a:xfrm>
            <a:off x="0" y="1"/>
            <a:ext cx="12192000" cy="6857999"/>
          </a:xfrm>
          <a:prstGeom prst="rect">
            <a:avLst/>
          </a:prstGeom>
          <a:gradFill>
            <a:gsLst>
              <a:gs pos="0">
                <a:schemeClr val="bg2"/>
              </a:gs>
              <a:gs pos="100000">
                <a:schemeClr val="bg2">
                  <a:alpha val="68000"/>
                </a:schemeClr>
              </a:gs>
            </a:gsLst>
            <a:lin ang="13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4" name="TextBox 3">
            <a:extLst>
              <a:ext uri="{FF2B5EF4-FFF2-40B4-BE49-F238E27FC236}">
                <a16:creationId xmlns:a16="http://schemas.microsoft.com/office/drawing/2014/main" id="{7857F457-6247-44D4-BE3C-66B191EB78D5}"/>
              </a:ext>
            </a:extLst>
          </p:cNvPr>
          <p:cNvSpPr txBox="1"/>
          <p:nvPr userDrawn="1"/>
        </p:nvSpPr>
        <p:spPr>
          <a:xfrm>
            <a:off x="3860800" y="2367171"/>
            <a:ext cx="4470400" cy="212365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rtl="0"/>
            <a:r>
              <a:rPr lang="en-US" sz="13800" b="1">
                <a:solidFill>
                  <a:schemeClr val="accent4"/>
                </a:solidFill>
                <a:latin typeface="Georgia" panose="02040502050405020303" pitchFamily="18" charset="0"/>
              </a:rPr>
              <a:t>END</a:t>
            </a:r>
          </a:p>
        </p:txBody>
      </p:sp>
      <p:sp>
        <p:nvSpPr>
          <p:cNvPr id="5" name="4. Footnote" hidden="1">
            <a:extLst>
              <a:ext uri="{FF2B5EF4-FFF2-40B4-BE49-F238E27FC236}">
                <a16:creationId xmlns:a16="http://schemas.microsoft.com/office/drawing/2014/main" id="{59A60F0F-7511-49F0-BBCF-2DE6FB5D50AC}"/>
              </a:ext>
            </a:extLst>
          </p:cNvPr>
          <p:cNvSpPr txBox="1">
            <a:spLocks/>
          </p:cNvSpPr>
          <p:nvPr userDrawn="1">
            <p:custDataLst>
              <p:tags r:id="rId2"/>
            </p:custDataLst>
          </p:nvPr>
        </p:nvSpPr>
        <p:spPr>
          <a:xfrm>
            <a:off x="554736" y="6330793"/>
            <a:ext cx="110825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6" name="5. Source" hidden="1">
            <a:extLst>
              <a:ext uri="{FF2B5EF4-FFF2-40B4-BE49-F238E27FC236}">
                <a16:creationId xmlns:a16="http://schemas.microsoft.com/office/drawing/2014/main" id="{724864CF-8CD7-4C9B-9FD5-09CDA7EDF9DB}"/>
              </a:ext>
            </a:extLst>
          </p:cNvPr>
          <p:cNvSpPr txBox="1">
            <a:spLocks/>
          </p:cNvSpPr>
          <p:nvPr userDrawn="1">
            <p:custDataLst>
              <p:tags r:id="rId3"/>
            </p:custDataLst>
          </p:nvPr>
        </p:nvSpPr>
        <p:spPr>
          <a:xfrm>
            <a:off x="554735" y="6514142"/>
            <a:ext cx="110825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4834437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7F5254C-849A-1E86-15C0-79D42D5C388F}"/>
              </a:ext>
            </a:extLst>
          </p:cNvPr>
          <p:cNvGraphicFramePr>
            <a:graphicFrameLocks noChangeAspect="1"/>
          </p:cNvGraphicFramePr>
          <p:nvPr userDrawn="1">
            <p:custDataLst>
              <p:tags r:id="rId1"/>
            </p:custDataLst>
            <p:extLst>
              <p:ext uri="{D42A27DB-BD31-4B8C-83A1-F6EECF244321}">
                <p14:modId xmlns:p14="http://schemas.microsoft.com/office/powerpoint/2010/main" val="3423719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7F5254C-849A-1E86-15C0-79D42D5C38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65D8DF-2F87-41A3-8853-1CB0E14AACB9}"/>
              </a:ext>
            </a:extLst>
          </p:cNvPr>
          <p:cNvSpPr>
            <a:spLocks noGrp="1"/>
          </p:cNvSpPr>
          <p:nvPr>
            <p:ph type="title"/>
          </p:nvPr>
        </p:nvSpPr>
        <p:spPr>
          <a:xfrm>
            <a:off x="554736" y="534400"/>
            <a:ext cx="11082528" cy="369332"/>
          </a:xfrm>
        </p:spPr>
        <p:txBody>
          <a:bodyPr vert="horz"/>
          <a:lstStyle>
            <a:lvl1pPr rtl="0">
              <a:defRPr/>
            </a:lvl1pPr>
          </a:lstStyle>
          <a:p>
            <a:r>
              <a:rPr lang="en-US"/>
              <a:t>Click to edit Master title style</a:t>
            </a:r>
          </a:p>
        </p:txBody>
      </p:sp>
      <p:sp>
        <p:nvSpPr>
          <p:cNvPr id="3" name="Content Placeholder 2">
            <a:extLst>
              <a:ext uri="{FF2B5EF4-FFF2-40B4-BE49-F238E27FC236}">
                <a16:creationId xmlns:a16="http://schemas.microsoft.com/office/drawing/2014/main" id="{078AF9B4-EBE0-4C8B-BF32-690CB74D8C7E}"/>
              </a:ext>
            </a:extLst>
          </p:cNvPr>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39558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2. Slide Title"/>
          <p:cNvSpPr>
            <a:spLocks noGrp="1"/>
          </p:cNvSpPr>
          <p:nvPr>
            <p:ph type="title"/>
          </p:nvPr>
        </p:nvSpPr>
        <p:spPr bwMode="gray">
          <a:xfrm>
            <a:off x="554736" y="534400"/>
            <a:ext cx="11082528" cy="369332"/>
          </a:xfrm>
        </p:spPr>
        <p:txBody>
          <a:bodyPr/>
          <a:lstStyle/>
          <a:p>
            <a:r>
              <a:rPr lang="en-US"/>
              <a:t>Click to edit Master title style</a:t>
            </a:r>
          </a:p>
        </p:txBody>
      </p:sp>
      <p:sp>
        <p:nvSpPr>
          <p:cNvPr id="5" name="doc id" hidden="1"/>
          <p:cNvSpPr>
            <a:spLocks noChangeArrowheads="1"/>
          </p:cNvSpPr>
          <p:nvPr/>
        </p:nvSpPr>
        <p:spPr bwMode="gray">
          <a:xfrm flipH="1">
            <a:off x="10658002" y="51835"/>
            <a:ext cx="1231563" cy="96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defTabSz="1218095"/>
            <a:endParaRPr lang="en-US" sz="612" baseline="0" noProof="0">
              <a:solidFill>
                <a:schemeClr val="accent6"/>
              </a:solidFill>
              <a:latin typeface="+mn-lt"/>
              <a:ea typeface="+mn-ea"/>
            </a:endParaRPr>
          </a:p>
        </p:txBody>
      </p:sp>
    </p:spTree>
    <p:extLst>
      <p:ext uri="{BB962C8B-B14F-4D97-AF65-F5344CB8AC3E}">
        <p14:creationId xmlns:p14="http://schemas.microsoft.com/office/powerpoint/2010/main" val="3911455134"/>
      </p:ext>
    </p:extLst>
  </p:cSld>
  <p:clrMapOvr>
    <a:masterClrMapping/>
  </p:clrMapOvr>
  <p:extLst>
    <p:ext uri="{DCECCB84-F9BA-43D5-87BE-67443E8EF086}">
      <p15:sldGuideLst xmlns:p15="http://schemas.microsoft.com/office/powerpoint/2012/main">
        <p15:guide id="1" pos="7340">
          <p15:clr>
            <a:srgbClr val="F26B43"/>
          </p15:clr>
        </p15:guide>
        <p15:guide id="2" pos="99">
          <p15:clr>
            <a:srgbClr val="F26B43"/>
          </p15:clr>
        </p15:guide>
        <p15:guide id="3" orient="horz" pos="688">
          <p15:clr>
            <a:srgbClr val="F26B43"/>
          </p15:clr>
        </p15:guide>
        <p15:guide id="4" orient="horz" pos="3911">
          <p15:clr>
            <a:srgbClr val="F26B43"/>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36500741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2.xml"/><Relationship Id="rId26" Type="http://schemas.openxmlformats.org/officeDocument/2006/relationships/tags" Target="../tags/tag10.xml"/><Relationship Id="rId39" Type="http://schemas.openxmlformats.org/officeDocument/2006/relationships/oleObject" Target="../embeddings/oleObject1.bin"/><Relationship Id="rId21" Type="http://schemas.openxmlformats.org/officeDocument/2006/relationships/tags" Target="../tags/tag5.xml"/><Relationship Id="rId34" Type="http://schemas.openxmlformats.org/officeDocument/2006/relationships/tags" Target="../tags/tag1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tags" Target="../tags/tag9.xml"/><Relationship Id="rId33" Type="http://schemas.openxmlformats.org/officeDocument/2006/relationships/tags" Target="../tags/tag17.xml"/><Relationship Id="rId38" Type="http://schemas.openxmlformats.org/officeDocument/2006/relationships/tags" Target="../tags/tag2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4.xml"/><Relationship Id="rId29"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8.xml"/><Relationship Id="rId32" Type="http://schemas.openxmlformats.org/officeDocument/2006/relationships/tags" Target="../tags/tag16.xml"/><Relationship Id="rId37" Type="http://schemas.openxmlformats.org/officeDocument/2006/relationships/tags" Target="../tags/tag2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7.xml"/><Relationship Id="rId28" Type="http://schemas.openxmlformats.org/officeDocument/2006/relationships/tags" Target="../tags/tag12.xml"/><Relationship Id="rId36" Type="http://schemas.openxmlformats.org/officeDocument/2006/relationships/tags" Target="../tags/tag20.xml"/><Relationship Id="rId10" Type="http://schemas.openxmlformats.org/officeDocument/2006/relationships/slideLayout" Target="../slideLayouts/slideLayout10.xml"/><Relationship Id="rId19" Type="http://schemas.openxmlformats.org/officeDocument/2006/relationships/tags" Target="../tags/tag3.xml"/><Relationship Id="rId31" Type="http://schemas.openxmlformats.org/officeDocument/2006/relationships/tags" Target="../tags/tag1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6.xml"/><Relationship Id="rId27" Type="http://schemas.openxmlformats.org/officeDocument/2006/relationships/tags" Target="../tags/tag11.xml"/><Relationship Id="rId30" Type="http://schemas.openxmlformats.org/officeDocument/2006/relationships/tags" Target="../tags/tag14.xml"/><Relationship Id="rId35" Type="http://schemas.openxmlformats.org/officeDocument/2006/relationships/tags" Target="../tags/tag19.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theme" Target="../theme/theme2.xml"/><Relationship Id="rId39" Type="http://schemas.openxmlformats.org/officeDocument/2006/relationships/tags" Target="../tags/tag141.xml"/><Relationship Id="rId21" Type="http://schemas.openxmlformats.org/officeDocument/2006/relationships/slideLayout" Target="../slideLayouts/slideLayout37.xml"/><Relationship Id="rId34" Type="http://schemas.openxmlformats.org/officeDocument/2006/relationships/tags" Target="../tags/tag136.xml"/><Relationship Id="rId42" Type="http://schemas.openxmlformats.org/officeDocument/2006/relationships/tags" Target="../tags/tag144.xml"/><Relationship Id="rId47" Type="http://schemas.openxmlformats.org/officeDocument/2006/relationships/tags" Target="../tags/tag149.xml"/><Relationship Id="rId50" Type="http://schemas.openxmlformats.org/officeDocument/2006/relationships/image" Target="../media/image7.emf"/><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tags" Target="../tags/tag131.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tags" Target="../tags/tag134.xml"/><Relationship Id="rId37" Type="http://schemas.openxmlformats.org/officeDocument/2006/relationships/tags" Target="../tags/tag139.xml"/><Relationship Id="rId40" Type="http://schemas.openxmlformats.org/officeDocument/2006/relationships/tags" Target="../tags/tag142.xml"/><Relationship Id="rId45" Type="http://schemas.openxmlformats.org/officeDocument/2006/relationships/tags" Target="../tags/tag14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tags" Target="../tags/tag130.xml"/><Relationship Id="rId36" Type="http://schemas.openxmlformats.org/officeDocument/2006/relationships/tags" Target="../tags/tag138.xml"/><Relationship Id="rId49" Type="http://schemas.openxmlformats.org/officeDocument/2006/relationships/oleObject" Target="../embeddings/oleObject13.bin"/><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tags" Target="../tags/tag133.xml"/><Relationship Id="rId44" Type="http://schemas.openxmlformats.org/officeDocument/2006/relationships/tags" Target="../tags/tag14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tags" Target="../tags/tag129.xml"/><Relationship Id="rId30" Type="http://schemas.openxmlformats.org/officeDocument/2006/relationships/tags" Target="../tags/tag132.xml"/><Relationship Id="rId35" Type="http://schemas.openxmlformats.org/officeDocument/2006/relationships/tags" Target="../tags/tag137.xml"/><Relationship Id="rId43" Type="http://schemas.openxmlformats.org/officeDocument/2006/relationships/tags" Target="../tags/tag145.xml"/><Relationship Id="rId48" Type="http://schemas.openxmlformats.org/officeDocument/2006/relationships/tags" Target="../tags/tag150.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tags" Target="../tags/tag135.xml"/><Relationship Id="rId38" Type="http://schemas.openxmlformats.org/officeDocument/2006/relationships/tags" Target="../tags/tag140.xml"/><Relationship Id="rId46" Type="http://schemas.openxmlformats.org/officeDocument/2006/relationships/tags" Target="../tags/tag148.xml"/><Relationship Id="rId20" Type="http://schemas.openxmlformats.org/officeDocument/2006/relationships/slideLayout" Target="../slideLayouts/slideLayout36.xml"/><Relationship Id="rId41" Type="http://schemas.openxmlformats.org/officeDocument/2006/relationships/tags" Target="../tags/tag143.xml"/><Relationship Id="rId1" Type="http://schemas.openxmlformats.org/officeDocument/2006/relationships/slideLayout" Target="../slideLayouts/slideLayout17.xml"/><Relationship Id="rId6"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tags" Target="../tags/tag322.xml"/><Relationship Id="rId39" Type="http://schemas.openxmlformats.org/officeDocument/2006/relationships/tags" Target="../tags/tag335.xml"/><Relationship Id="rId21" Type="http://schemas.openxmlformats.org/officeDocument/2006/relationships/slideLayout" Target="../slideLayouts/slideLayout62.xml"/><Relationship Id="rId34" Type="http://schemas.openxmlformats.org/officeDocument/2006/relationships/tags" Target="../tags/tag330.xml"/><Relationship Id="rId42" Type="http://schemas.openxmlformats.org/officeDocument/2006/relationships/tags" Target="../tags/tag338.xml"/><Relationship Id="rId47" Type="http://schemas.openxmlformats.org/officeDocument/2006/relationships/oleObject" Target="../embeddings/oleObject13.bin"/><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tags" Target="../tags/tag32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theme" Target="../theme/theme3.xml"/><Relationship Id="rId32" Type="http://schemas.openxmlformats.org/officeDocument/2006/relationships/tags" Target="../tags/tag328.xml"/><Relationship Id="rId37" Type="http://schemas.openxmlformats.org/officeDocument/2006/relationships/tags" Target="../tags/tag333.xml"/><Relationship Id="rId40" Type="http://schemas.openxmlformats.org/officeDocument/2006/relationships/tags" Target="../tags/tag336.xml"/><Relationship Id="rId45" Type="http://schemas.openxmlformats.org/officeDocument/2006/relationships/tags" Target="../tags/tag34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tags" Target="../tags/tag324.xml"/><Relationship Id="rId36" Type="http://schemas.openxmlformats.org/officeDocument/2006/relationships/tags" Target="../tags/tag332.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tags" Target="../tags/tag327.xml"/><Relationship Id="rId44" Type="http://schemas.openxmlformats.org/officeDocument/2006/relationships/tags" Target="../tags/tag34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tags" Target="../tags/tag323.xml"/><Relationship Id="rId30" Type="http://schemas.openxmlformats.org/officeDocument/2006/relationships/tags" Target="../tags/tag326.xml"/><Relationship Id="rId35" Type="http://schemas.openxmlformats.org/officeDocument/2006/relationships/tags" Target="../tags/tag331.xml"/><Relationship Id="rId43" Type="http://schemas.openxmlformats.org/officeDocument/2006/relationships/tags" Target="../tags/tag339.xml"/><Relationship Id="rId48" Type="http://schemas.openxmlformats.org/officeDocument/2006/relationships/image" Target="../media/image7.emf"/><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tags" Target="../tags/tag321.xml"/><Relationship Id="rId33" Type="http://schemas.openxmlformats.org/officeDocument/2006/relationships/tags" Target="../tags/tag329.xml"/><Relationship Id="rId38" Type="http://schemas.openxmlformats.org/officeDocument/2006/relationships/tags" Target="../tags/tag334.xml"/><Relationship Id="rId46" Type="http://schemas.openxmlformats.org/officeDocument/2006/relationships/tags" Target="../tags/tag342.xml"/><Relationship Id="rId20" Type="http://schemas.openxmlformats.org/officeDocument/2006/relationships/slideLayout" Target="../slideLayouts/slideLayout61.xml"/><Relationship Id="rId41" Type="http://schemas.openxmlformats.org/officeDocument/2006/relationships/tags" Target="../tags/tag33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7.xml"/><Relationship Id="rId18" Type="http://schemas.openxmlformats.org/officeDocument/2006/relationships/tags" Target="../tags/tag512.xml"/><Relationship Id="rId26" Type="http://schemas.openxmlformats.org/officeDocument/2006/relationships/tags" Target="../tags/tag520.xml"/><Relationship Id="rId21" Type="http://schemas.openxmlformats.org/officeDocument/2006/relationships/tags" Target="../tags/tag515.xml"/><Relationship Id="rId34" Type="http://schemas.openxmlformats.org/officeDocument/2006/relationships/tags" Target="../tags/tag528.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tags" Target="../tags/tag511.xml"/><Relationship Id="rId25" Type="http://schemas.openxmlformats.org/officeDocument/2006/relationships/tags" Target="../tags/tag519.xml"/><Relationship Id="rId33" Type="http://schemas.openxmlformats.org/officeDocument/2006/relationships/tags" Target="../tags/tag527.xml"/><Relationship Id="rId38" Type="http://schemas.openxmlformats.org/officeDocument/2006/relationships/image" Target="../media/image1.emf"/><Relationship Id="rId2" Type="http://schemas.openxmlformats.org/officeDocument/2006/relationships/slideLayout" Target="../slideLayouts/slideLayout66.xml"/><Relationship Id="rId16" Type="http://schemas.openxmlformats.org/officeDocument/2006/relationships/tags" Target="../tags/tag510.xml"/><Relationship Id="rId20" Type="http://schemas.openxmlformats.org/officeDocument/2006/relationships/tags" Target="../tags/tag514.xml"/><Relationship Id="rId29" Type="http://schemas.openxmlformats.org/officeDocument/2006/relationships/tags" Target="../tags/tag523.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24" Type="http://schemas.openxmlformats.org/officeDocument/2006/relationships/tags" Target="../tags/tag518.xml"/><Relationship Id="rId32" Type="http://schemas.openxmlformats.org/officeDocument/2006/relationships/tags" Target="../tags/tag526.xml"/><Relationship Id="rId37" Type="http://schemas.openxmlformats.org/officeDocument/2006/relationships/oleObject" Target="../embeddings/oleObject39.bin"/><Relationship Id="rId5" Type="http://schemas.openxmlformats.org/officeDocument/2006/relationships/slideLayout" Target="../slideLayouts/slideLayout69.xml"/><Relationship Id="rId15" Type="http://schemas.openxmlformats.org/officeDocument/2006/relationships/theme" Target="../theme/theme4.xml"/><Relationship Id="rId23" Type="http://schemas.openxmlformats.org/officeDocument/2006/relationships/tags" Target="../tags/tag517.xml"/><Relationship Id="rId28" Type="http://schemas.openxmlformats.org/officeDocument/2006/relationships/tags" Target="../tags/tag522.xml"/><Relationship Id="rId36" Type="http://schemas.openxmlformats.org/officeDocument/2006/relationships/tags" Target="../tags/tag530.xml"/><Relationship Id="rId10" Type="http://schemas.openxmlformats.org/officeDocument/2006/relationships/slideLayout" Target="../slideLayouts/slideLayout74.xml"/><Relationship Id="rId19" Type="http://schemas.openxmlformats.org/officeDocument/2006/relationships/tags" Target="../tags/tag513.xml"/><Relationship Id="rId31" Type="http://schemas.openxmlformats.org/officeDocument/2006/relationships/tags" Target="../tags/tag525.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tags" Target="../tags/tag516.xml"/><Relationship Id="rId27" Type="http://schemas.openxmlformats.org/officeDocument/2006/relationships/tags" Target="../tags/tag521.xml"/><Relationship Id="rId30" Type="http://schemas.openxmlformats.org/officeDocument/2006/relationships/tags" Target="../tags/tag524.xml"/><Relationship Id="rId35" Type="http://schemas.openxmlformats.org/officeDocument/2006/relationships/tags" Target="../tags/tag529.xml"/><Relationship Id="rId8" Type="http://schemas.openxmlformats.org/officeDocument/2006/relationships/slideLayout" Target="../slideLayouts/slideLayout72.xml"/><Relationship Id="rId3"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8"/>
            </p:custDataLst>
            <p:extLst>
              <p:ext uri="{D42A27DB-BD31-4B8C-83A1-F6EECF244321}">
                <p14:modId xmlns:p14="http://schemas.microsoft.com/office/powerpoint/2010/main" val="1658031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0"/>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3"/>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10692000" y="1339200"/>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24"/>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25"/>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36"/>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26"/>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27"/>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2"/>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28"/>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0"/>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 id="2147483927" r:id="rId15"/>
    <p:sldLayoutId id="2147483928" r:id="rId16"/>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7"/>
            </p:custDataLst>
            <p:extLst>
              <p:ext uri="{D42A27DB-BD31-4B8C-83A1-F6EECF244321}">
                <p14:modId xmlns:p14="http://schemas.microsoft.com/office/powerpoint/2010/main" val="2864046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592" imgH="591" progId="TCLayout.ActiveDocument.1">
                  <p:embed/>
                </p:oleObj>
              </mc:Choice>
              <mc:Fallback>
                <p:oleObj name="think-cell Slide" r:id="rId49"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8"/>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9"/>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30"/>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31"/>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3204403"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207" name="ACET" hidden="1">
            <a:extLst>
              <a:ext uri="{FF2B5EF4-FFF2-40B4-BE49-F238E27FC236}">
                <a16:creationId xmlns:a16="http://schemas.microsoft.com/office/drawing/2014/main" id="{9C1AB688-8E46-4BED-871D-3FE073C183F2}"/>
              </a:ext>
            </a:extLst>
          </p:cNvPr>
          <p:cNvSpPr txBox="1"/>
          <p:nvPr userDrawn="1">
            <p:custDataLst>
              <p:tags r:id="rId32"/>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b="0"/>
              <a:t>Unit of Measure</a:t>
            </a:r>
          </a:p>
        </p:txBody>
      </p:sp>
      <p:sp>
        <p:nvSpPr>
          <p:cNvPr id="144" name="SlideLogoText">
            <a:extLst>
              <a:ext uri="{FF2B5EF4-FFF2-40B4-BE49-F238E27FC236}">
                <a16:creationId xmlns:a16="http://schemas.microsoft.com/office/drawing/2014/main" id="{6079B92B-B06C-4258-9E1C-3881DC358B9B}"/>
              </a:ext>
            </a:extLst>
          </p:cNvPr>
          <p:cNvSpPr>
            <a:spLocks noChangeArrowheads="1"/>
          </p:cNvSpPr>
          <p:nvPr userDrawn="1">
            <p:custDataLst>
              <p:tags r:id="rId33"/>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
        <p:nvSpPr>
          <p:cNvPr id="146" name="Text Placeholder 4">
            <a:extLst>
              <a:ext uri="{FF2B5EF4-FFF2-40B4-BE49-F238E27FC236}">
                <a16:creationId xmlns:a16="http://schemas.microsoft.com/office/drawing/2014/main" id="{F22C0A1A-93A1-487B-8863-4F7560F9AA72}"/>
              </a:ext>
            </a:extLst>
          </p:cNvPr>
          <p:cNvSpPr>
            <a:spLocks noGrp="1"/>
          </p:cNvSpPr>
          <p:nvPr>
            <p:ph type="body" idx="1"/>
          </p:nvPr>
        </p:nvSpPr>
        <p:spPr>
          <a:xfrm flipH="1">
            <a:off x="554735" y="2260021"/>
            <a:ext cx="460174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7" name="LegendBoxes" hidden="1">
            <a:extLst>
              <a:ext uri="{FF2B5EF4-FFF2-40B4-BE49-F238E27FC236}">
                <a16:creationId xmlns:a16="http://schemas.microsoft.com/office/drawing/2014/main" id="{2D73408D-CD62-41BB-B1DB-4E0F325E2C7C}"/>
              </a:ext>
            </a:extLst>
          </p:cNvPr>
          <p:cNvGrpSpPr/>
          <p:nvPr userDrawn="1"/>
        </p:nvGrpSpPr>
        <p:grpSpPr>
          <a:xfrm>
            <a:off x="10714801" y="4381500"/>
            <a:ext cx="922463" cy="1717282"/>
            <a:chOff x="10554770" y="4322824"/>
            <a:chExt cx="922463" cy="1717282"/>
          </a:xfrm>
        </p:grpSpPr>
        <p:sp>
          <p:nvSpPr>
            <p:cNvPr id="148" name="RectangleLegend1" hidden="1">
              <a:extLst>
                <a:ext uri="{FF2B5EF4-FFF2-40B4-BE49-F238E27FC236}">
                  <a16:creationId xmlns:a16="http://schemas.microsoft.com/office/drawing/2014/main" id="{91D1BAB4-5F56-44D0-9783-8E18C01C9B96}"/>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9" name="RectangleLegend2" hidden="1">
              <a:extLst>
                <a:ext uri="{FF2B5EF4-FFF2-40B4-BE49-F238E27FC236}">
                  <a16:creationId xmlns:a16="http://schemas.microsoft.com/office/drawing/2014/main" id="{951D7D13-1BCF-4D28-A57A-EDE3EA26BA4D}"/>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0" name="RectangleLegend3" hidden="1">
              <a:extLst>
                <a:ext uri="{FF2B5EF4-FFF2-40B4-BE49-F238E27FC236}">
                  <a16:creationId xmlns:a16="http://schemas.microsoft.com/office/drawing/2014/main" id="{746AD11C-ACB1-46E1-84D9-40B90064FB75}"/>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1" name="RectangleLegend4" hidden="1">
              <a:extLst>
                <a:ext uri="{FF2B5EF4-FFF2-40B4-BE49-F238E27FC236}">
                  <a16:creationId xmlns:a16="http://schemas.microsoft.com/office/drawing/2014/main" id="{8A066E9A-1B9B-4219-833A-B063F7B374FF}"/>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2" name="RectangleLegend5" hidden="1">
              <a:extLst>
                <a:ext uri="{FF2B5EF4-FFF2-40B4-BE49-F238E27FC236}">
                  <a16:creationId xmlns:a16="http://schemas.microsoft.com/office/drawing/2014/main" id="{E1858556-6678-4C8D-B559-3246911734DA}"/>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3" name="Legend1" hidden="1">
              <a:extLst>
                <a:ext uri="{FF2B5EF4-FFF2-40B4-BE49-F238E27FC236}">
                  <a16:creationId xmlns:a16="http://schemas.microsoft.com/office/drawing/2014/main" id="{2CC9EAA7-9731-487F-AB35-E7BAEF78C97F}"/>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4" name="Legend2" hidden="1">
              <a:extLst>
                <a:ext uri="{FF2B5EF4-FFF2-40B4-BE49-F238E27FC236}">
                  <a16:creationId xmlns:a16="http://schemas.microsoft.com/office/drawing/2014/main" id="{DD8C6EBD-A98D-4B2E-8677-D040F0E8F572}"/>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5" name="Legend3" hidden="1">
              <a:extLst>
                <a:ext uri="{FF2B5EF4-FFF2-40B4-BE49-F238E27FC236}">
                  <a16:creationId xmlns:a16="http://schemas.microsoft.com/office/drawing/2014/main" id="{887B4F41-0C72-4EFE-B3A6-F10A416C6717}"/>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6" name="Legend4" hidden="1">
              <a:extLst>
                <a:ext uri="{FF2B5EF4-FFF2-40B4-BE49-F238E27FC236}">
                  <a16:creationId xmlns:a16="http://schemas.microsoft.com/office/drawing/2014/main" id="{6F884311-AA65-4C5D-B838-FAEE69C5AC71}"/>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7" name="Legend5" hidden="1">
              <a:extLst>
                <a:ext uri="{FF2B5EF4-FFF2-40B4-BE49-F238E27FC236}">
                  <a16:creationId xmlns:a16="http://schemas.microsoft.com/office/drawing/2014/main" id="{60251D9D-8390-417F-A228-D48F7CA286FC}"/>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158" name="LegendLines" hidden="1">
            <a:extLst>
              <a:ext uri="{FF2B5EF4-FFF2-40B4-BE49-F238E27FC236}">
                <a16:creationId xmlns:a16="http://schemas.microsoft.com/office/drawing/2014/main" id="{55F75FBC-7267-4772-BC78-90BF014DBEB5}"/>
              </a:ext>
            </a:extLst>
          </p:cNvPr>
          <p:cNvGrpSpPr/>
          <p:nvPr userDrawn="1"/>
        </p:nvGrpSpPr>
        <p:grpSpPr>
          <a:xfrm>
            <a:off x="10317304" y="3150831"/>
            <a:ext cx="1319960" cy="958286"/>
            <a:chOff x="10162879" y="3243772"/>
            <a:chExt cx="1319960" cy="958286"/>
          </a:xfrm>
        </p:grpSpPr>
        <p:sp>
          <p:nvSpPr>
            <p:cNvPr id="159" name="Legend1" hidden="1">
              <a:extLst>
                <a:ext uri="{FF2B5EF4-FFF2-40B4-BE49-F238E27FC236}">
                  <a16:creationId xmlns:a16="http://schemas.microsoft.com/office/drawing/2014/main" id="{D6305ED8-A766-4C81-8A15-FD658D97AC95}"/>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0" name="Legend2" hidden="1">
              <a:extLst>
                <a:ext uri="{FF2B5EF4-FFF2-40B4-BE49-F238E27FC236}">
                  <a16:creationId xmlns:a16="http://schemas.microsoft.com/office/drawing/2014/main" id="{1D8E6026-B3DA-4A50-B7DE-FD30D0DD0C01}"/>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1" name="Legend3" hidden="1">
              <a:extLst>
                <a:ext uri="{FF2B5EF4-FFF2-40B4-BE49-F238E27FC236}">
                  <a16:creationId xmlns:a16="http://schemas.microsoft.com/office/drawing/2014/main" id="{C749015B-5DFD-44FB-A675-78E2BB7EA8EC}"/>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2" name="LineLegend3" hidden="1">
              <a:extLst>
                <a:ext uri="{FF2B5EF4-FFF2-40B4-BE49-F238E27FC236}">
                  <a16:creationId xmlns:a16="http://schemas.microsoft.com/office/drawing/2014/main" id="{174A5F12-E1D5-424F-8639-AD3B66EEBF30}"/>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3" name="LineLegend2" hidden="1">
              <a:extLst>
                <a:ext uri="{FF2B5EF4-FFF2-40B4-BE49-F238E27FC236}">
                  <a16:creationId xmlns:a16="http://schemas.microsoft.com/office/drawing/2014/main" id="{8AB3C8E2-DAD7-49F4-8C97-7AB40B149D7E}"/>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4" name="LineLegend1" hidden="1">
              <a:extLst>
                <a:ext uri="{FF2B5EF4-FFF2-40B4-BE49-F238E27FC236}">
                  <a16:creationId xmlns:a16="http://schemas.microsoft.com/office/drawing/2014/main" id="{D23BC853-5B82-4896-A8E7-29830F873AE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grpSp>
      <p:grpSp>
        <p:nvGrpSpPr>
          <p:cNvPr id="165" name="LegendMoons" hidden="1">
            <a:extLst>
              <a:ext uri="{FF2B5EF4-FFF2-40B4-BE49-F238E27FC236}">
                <a16:creationId xmlns:a16="http://schemas.microsoft.com/office/drawing/2014/main" id="{2A8E9DC7-471C-4B9D-B1C3-71E691C37CE4}"/>
              </a:ext>
            </a:extLst>
          </p:cNvPr>
          <p:cNvGrpSpPr/>
          <p:nvPr userDrawn="1"/>
        </p:nvGrpSpPr>
        <p:grpSpPr>
          <a:xfrm>
            <a:off x="10684859" y="1146588"/>
            <a:ext cx="948949" cy="1731859"/>
            <a:chOff x="7716535" y="2630582"/>
            <a:chExt cx="948949" cy="1731859"/>
          </a:xfrm>
        </p:grpSpPr>
        <p:sp>
          <p:nvSpPr>
            <p:cNvPr id="166" name="Legend1" hidden="1">
              <a:extLst>
                <a:ext uri="{FF2B5EF4-FFF2-40B4-BE49-F238E27FC236}">
                  <a16:creationId xmlns:a16="http://schemas.microsoft.com/office/drawing/2014/main" id="{6057A30C-C617-4C3E-9CC2-33E2D4B9BAB3}"/>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7" name="Legend2" hidden="1">
              <a:extLst>
                <a:ext uri="{FF2B5EF4-FFF2-40B4-BE49-F238E27FC236}">
                  <a16:creationId xmlns:a16="http://schemas.microsoft.com/office/drawing/2014/main" id="{E4D21E66-6DBD-4F65-AB24-5986DE89550E}"/>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8" name="Legend3" hidden="1">
              <a:extLst>
                <a:ext uri="{FF2B5EF4-FFF2-40B4-BE49-F238E27FC236}">
                  <a16:creationId xmlns:a16="http://schemas.microsoft.com/office/drawing/2014/main" id="{E1EB3073-C123-46D2-8456-39107FBC7285}"/>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8" name="Legend4" hidden="1">
              <a:extLst>
                <a:ext uri="{FF2B5EF4-FFF2-40B4-BE49-F238E27FC236}">
                  <a16:creationId xmlns:a16="http://schemas.microsoft.com/office/drawing/2014/main" id="{D877A7D0-CDF0-44DE-808D-30B87F5A6CA4}"/>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9" name="Legend5" hidden="1">
              <a:extLst>
                <a:ext uri="{FF2B5EF4-FFF2-40B4-BE49-F238E27FC236}">
                  <a16:creationId xmlns:a16="http://schemas.microsoft.com/office/drawing/2014/main" id="{AAA6CD16-E6C1-4FD2-A146-9357B7B39913}"/>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210" name="MoonLegend1" hidden="1">
              <a:extLst>
                <a:ext uri="{FF2B5EF4-FFF2-40B4-BE49-F238E27FC236}">
                  <a16:creationId xmlns:a16="http://schemas.microsoft.com/office/drawing/2014/main" id="{2769EF04-22D2-41F0-9614-083A5C187B36}"/>
                </a:ext>
              </a:extLst>
            </p:cNvPr>
            <p:cNvGrpSpPr>
              <a:grpSpLocks noChangeAspect="1"/>
            </p:cNvGrpSpPr>
            <p:nvPr>
              <p:custDataLst>
                <p:tags r:id="rId34"/>
              </p:custDataLst>
            </p:nvPr>
          </p:nvGrpSpPr>
          <p:grpSpPr>
            <a:xfrm>
              <a:off x="7716535" y="2630582"/>
              <a:ext cx="228600" cy="228600"/>
              <a:chOff x="762000" y="1270000"/>
              <a:chExt cx="254000" cy="254000"/>
            </a:xfrm>
          </p:grpSpPr>
          <p:sp>
            <p:nvSpPr>
              <p:cNvPr id="223" name="Oval 222" hidden="1">
                <a:extLst>
                  <a:ext uri="{FF2B5EF4-FFF2-40B4-BE49-F238E27FC236}">
                    <a16:creationId xmlns:a16="http://schemas.microsoft.com/office/drawing/2014/main" id="{26F96AF0-C50A-4B8F-8347-7F8A7F3DDC89}"/>
                  </a:ext>
                </a:extLst>
              </p:cNvPr>
              <p:cNvSpPr/>
              <p:nvPr>
                <p:custDataLst>
                  <p:tags r:id="rId4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4" name="Arc 223" hidden="1">
                <a:extLst>
                  <a:ext uri="{FF2B5EF4-FFF2-40B4-BE49-F238E27FC236}">
                    <a16:creationId xmlns:a16="http://schemas.microsoft.com/office/drawing/2014/main" id="{FAD87140-0F25-456F-9677-A4DA2725BCFB}"/>
                  </a:ext>
                </a:extLst>
              </p:cNvPr>
              <p:cNvSpPr/>
              <p:nvPr>
                <p:custDataLst>
                  <p:tags r:id="rId48"/>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1" name="MoonLegend2" hidden="1">
              <a:extLst>
                <a:ext uri="{FF2B5EF4-FFF2-40B4-BE49-F238E27FC236}">
                  <a16:creationId xmlns:a16="http://schemas.microsoft.com/office/drawing/2014/main" id="{5CC0FEA5-9B05-48C2-908C-16FA6942B7F7}"/>
                </a:ext>
              </a:extLst>
            </p:cNvPr>
            <p:cNvGrpSpPr>
              <a:grpSpLocks noChangeAspect="1"/>
            </p:cNvGrpSpPr>
            <p:nvPr>
              <p:custDataLst>
                <p:tags r:id="rId35"/>
              </p:custDataLst>
            </p:nvPr>
          </p:nvGrpSpPr>
          <p:grpSpPr>
            <a:xfrm>
              <a:off x="7716535" y="3006395"/>
              <a:ext cx="228600" cy="228600"/>
              <a:chOff x="762000" y="1270000"/>
              <a:chExt cx="254000" cy="254000"/>
            </a:xfrm>
          </p:grpSpPr>
          <p:sp>
            <p:nvSpPr>
              <p:cNvPr id="221" name="Oval 220" hidden="1">
                <a:extLst>
                  <a:ext uri="{FF2B5EF4-FFF2-40B4-BE49-F238E27FC236}">
                    <a16:creationId xmlns:a16="http://schemas.microsoft.com/office/drawing/2014/main" id="{F75DA3E7-D454-4317-A593-750A2B666BC8}"/>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2" name="Arc 221" hidden="1">
                <a:extLst>
                  <a:ext uri="{FF2B5EF4-FFF2-40B4-BE49-F238E27FC236}">
                    <a16:creationId xmlns:a16="http://schemas.microsoft.com/office/drawing/2014/main" id="{50A29B9C-29E7-4058-B465-A766A2F20C11}"/>
                  </a:ext>
                </a:extLst>
              </p:cNvPr>
              <p:cNvSpPr/>
              <p:nvPr>
                <p:custDataLst>
                  <p:tags r:id="rId46"/>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2" name="MoonLegend3" hidden="1">
              <a:extLst>
                <a:ext uri="{FF2B5EF4-FFF2-40B4-BE49-F238E27FC236}">
                  <a16:creationId xmlns:a16="http://schemas.microsoft.com/office/drawing/2014/main" id="{23FC380B-56F1-4D85-89D1-FB04604700F0}"/>
                </a:ext>
              </a:extLst>
            </p:cNvPr>
            <p:cNvGrpSpPr>
              <a:grpSpLocks noChangeAspect="1"/>
            </p:cNvGrpSpPr>
            <p:nvPr>
              <p:custDataLst>
                <p:tags r:id="rId36"/>
              </p:custDataLst>
            </p:nvPr>
          </p:nvGrpSpPr>
          <p:grpSpPr>
            <a:xfrm>
              <a:off x="7716535" y="3382210"/>
              <a:ext cx="228600" cy="228600"/>
              <a:chOff x="762000" y="1270000"/>
              <a:chExt cx="254000" cy="254000"/>
            </a:xfrm>
          </p:grpSpPr>
          <p:sp>
            <p:nvSpPr>
              <p:cNvPr id="219" name="Oval 218" hidden="1">
                <a:extLst>
                  <a:ext uri="{FF2B5EF4-FFF2-40B4-BE49-F238E27FC236}">
                    <a16:creationId xmlns:a16="http://schemas.microsoft.com/office/drawing/2014/main" id="{7AF2DBF5-6F29-43FC-812F-437D3205BA55}"/>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0" name="Arc 219" hidden="1">
                <a:extLst>
                  <a:ext uri="{FF2B5EF4-FFF2-40B4-BE49-F238E27FC236}">
                    <a16:creationId xmlns:a16="http://schemas.microsoft.com/office/drawing/2014/main" id="{7AA9B50E-2514-4DA5-83A8-E09B982DD7EC}"/>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3" name="MoonLegend4" hidden="1">
              <a:extLst>
                <a:ext uri="{FF2B5EF4-FFF2-40B4-BE49-F238E27FC236}">
                  <a16:creationId xmlns:a16="http://schemas.microsoft.com/office/drawing/2014/main" id="{84259163-5803-47C2-B6DE-24D6055DCAE7}"/>
                </a:ext>
              </a:extLst>
            </p:cNvPr>
            <p:cNvGrpSpPr>
              <a:grpSpLocks noChangeAspect="1"/>
            </p:cNvGrpSpPr>
            <p:nvPr>
              <p:custDataLst>
                <p:tags r:id="rId37"/>
              </p:custDataLst>
            </p:nvPr>
          </p:nvGrpSpPr>
          <p:grpSpPr>
            <a:xfrm>
              <a:off x="7716535" y="3758025"/>
              <a:ext cx="228600" cy="228600"/>
              <a:chOff x="762000" y="1270000"/>
              <a:chExt cx="254000" cy="254000"/>
            </a:xfrm>
          </p:grpSpPr>
          <p:sp>
            <p:nvSpPr>
              <p:cNvPr id="217" name="Oval 216" hidden="1">
                <a:extLst>
                  <a:ext uri="{FF2B5EF4-FFF2-40B4-BE49-F238E27FC236}">
                    <a16:creationId xmlns:a16="http://schemas.microsoft.com/office/drawing/2014/main" id="{D3748736-9512-40C6-9C30-2848457455E5}"/>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8" name="Arc 217" hidden="1">
                <a:extLst>
                  <a:ext uri="{FF2B5EF4-FFF2-40B4-BE49-F238E27FC236}">
                    <a16:creationId xmlns:a16="http://schemas.microsoft.com/office/drawing/2014/main" id="{DC56E157-BE6C-48BC-9763-F0CFFACE24F7}"/>
                  </a:ext>
                </a:extLst>
              </p:cNvPr>
              <p:cNvSpPr/>
              <p:nvPr>
                <p:custDataLst>
                  <p:tags r:id="rId42"/>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4" name="MoonLegend5" hidden="1">
              <a:extLst>
                <a:ext uri="{FF2B5EF4-FFF2-40B4-BE49-F238E27FC236}">
                  <a16:creationId xmlns:a16="http://schemas.microsoft.com/office/drawing/2014/main" id="{A33D987D-3003-45B0-BE77-253D62F0DC66}"/>
                </a:ext>
              </a:extLst>
            </p:cNvPr>
            <p:cNvGrpSpPr>
              <a:grpSpLocks noChangeAspect="1"/>
            </p:cNvGrpSpPr>
            <p:nvPr>
              <p:custDataLst>
                <p:tags r:id="rId38"/>
              </p:custDataLst>
            </p:nvPr>
          </p:nvGrpSpPr>
          <p:grpSpPr>
            <a:xfrm>
              <a:off x="7716535" y="4133841"/>
              <a:ext cx="228600" cy="228600"/>
              <a:chOff x="762000" y="1270000"/>
              <a:chExt cx="254000" cy="254000"/>
            </a:xfrm>
          </p:grpSpPr>
          <p:sp>
            <p:nvSpPr>
              <p:cNvPr id="215" name="Oval 214" hidden="1">
                <a:extLst>
                  <a:ext uri="{FF2B5EF4-FFF2-40B4-BE49-F238E27FC236}">
                    <a16:creationId xmlns:a16="http://schemas.microsoft.com/office/drawing/2014/main" id="{2B875629-C63F-4F2D-8B9E-0C3704F7C77D}"/>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6" name="Arc 215" hidden="1">
                <a:extLst>
                  <a:ext uri="{FF2B5EF4-FFF2-40B4-BE49-F238E27FC236}">
                    <a16:creationId xmlns:a16="http://schemas.microsoft.com/office/drawing/2014/main" id="{7F750322-50C4-48CC-AA09-E23390E40920}"/>
                  </a:ext>
                </a:extLst>
              </p:cNvPr>
              <p:cNvSpPr/>
              <p:nvPr>
                <p:custDataLst>
                  <p:tags r:id="rId40"/>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extLst>
      <p:ext uri="{BB962C8B-B14F-4D97-AF65-F5344CB8AC3E}">
        <p14:creationId xmlns:p14="http://schemas.microsoft.com/office/powerpoint/2010/main" val="3069609147"/>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 id="2147483918" r:id="rId18"/>
    <p:sldLayoutId id="2147483919" r:id="rId19"/>
    <p:sldLayoutId id="2147483920" r:id="rId20"/>
    <p:sldLayoutId id="2147483923" r:id="rId21"/>
    <p:sldLayoutId id="2147483925" r:id="rId22"/>
    <p:sldLayoutId id="2147484012" r:id="rId23"/>
    <p:sldLayoutId id="2147484013" r:id="rId24"/>
    <p:sldLayoutId id="2147484032" r:id="rId25"/>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5"/>
            </p:custDataLst>
            <p:extLst>
              <p:ext uri="{D42A27DB-BD31-4B8C-83A1-F6EECF244321}">
                <p14:modId xmlns:p14="http://schemas.microsoft.com/office/powerpoint/2010/main" val="2864046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592" imgH="591" progId="TCLayout.ActiveDocument.1">
                  <p:embed/>
                </p:oleObj>
              </mc:Choice>
              <mc:Fallback>
                <p:oleObj name="think-cell Slide" r:id="rId47"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6"/>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7"/>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28"/>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flipH="1">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flipH="1">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flipH="1">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flipH="1">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flipH="1">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flipH="1">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flipH="1">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flipH="1">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flipH="1">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flipH="1">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flipH="1">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flipH="1">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29"/>
            </p:custDataLst>
          </p:nvPr>
        </p:nvSpPr>
        <p:spPr>
          <a:xfrm>
            <a:off x="553972" y="6278400"/>
            <a:ext cx="7278624" cy="123111"/>
          </a:xfrm>
          <a:prstGeom prst="rect">
            <a:avLst/>
          </a:prstGeom>
          <a:noFill/>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ct val="0"/>
              </a:spcBef>
              <a:spcAft>
                <a:spcPct val="0"/>
              </a:spcAft>
              <a:buClrTx/>
              <a:buSzTx/>
              <a:buFontTx/>
              <a:buNone/>
              <a:defRPr sz="800">
                <a:cs typeface="Arial" panose="020B0604020202020204" pitchFamily="34" charset="0"/>
              </a:defRPr>
            </a:lvl1pPr>
          </a:lstStyle>
          <a:p>
            <a:pPr lvl="0"/>
            <a:r>
              <a:rPr lang="en-US"/>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3204403"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207" name="ACET" hidden="1">
            <a:extLst>
              <a:ext uri="{FF2B5EF4-FFF2-40B4-BE49-F238E27FC236}">
                <a16:creationId xmlns:a16="http://schemas.microsoft.com/office/drawing/2014/main" id="{9C1AB688-8E46-4BED-871D-3FE073C183F2}"/>
              </a:ext>
            </a:extLst>
          </p:cNvPr>
          <p:cNvSpPr txBox="1"/>
          <p:nvPr userDrawn="1">
            <p:custDataLst>
              <p:tags r:id="rId30"/>
            </p:custDataLst>
          </p:nvPr>
        </p:nvSpPr>
        <p:spPr>
          <a:xfrm>
            <a:off x="5987738" y="2170800"/>
            <a:ext cx="3049253" cy="5693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ct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ct val="0"/>
              </a:spcBef>
              <a:spcAft>
                <a:spcPts val="300"/>
              </a:spcAft>
              <a:buSzPct val="110000"/>
              <a:buFont typeface="Wingdings" panose="05000000000000000000" pitchFamily="2" charset="2"/>
              <a:buChar char=""/>
              <a:defRPr sz="1600"/>
            </a:lvl2pPr>
            <a:lvl3pPr marL="442913" lvl="2" indent="-214313">
              <a:lnSpc>
                <a:spcPct val="100000"/>
              </a:lnSpc>
              <a:spcBef>
                <a:spcPct val="0"/>
              </a:spcBef>
              <a:spcAft>
                <a:spcPts val="300"/>
              </a:spcAft>
              <a:buSzPct val="110000"/>
              <a:buFont typeface="Arial" panose="020B0604020202020204" pitchFamily="34" charset="0"/>
              <a:buChar char="‒"/>
              <a:defRPr sz="1600"/>
            </a:lvl3pPr>
            <a:lvl4pPr marL="598488" lvl="3" indent="-152400">
              <a:lnSpc>
                <a:spcPct val="100000"/>
              </a:lnSpc>
              <a:spcBef>
                <a:spcPct val="0"/>
              </a:spcBef>
              <a:spcAft>
                <a:spcPts val="300"/>
              </a:spcAft>
              <a:buFont typeface="Arial" panose="020B0604020202020204" pitchFamily="34" charset="0"/>
              <a:buChar char="•"/>
              <a:defRPr sz="1600"/>
            </a:lvl4pPr>
            <a:lvl5pPr marL="817563" lvl="4" indent="-147638">
              <a:lnSpc>
                <a:spcPct val="100000"/>
              </a:lnSpc>
              <a:spcBef>
                <a:spcPct val="0"/>
              </a:spcBef>
              <a:spcAft>
                <a:spcPts val="300"/>
              </a:spcAft>
              <a:buSzTx/>
              <a:buFont typeface="Arial" panose="020B0604020202020204" pitchFamily="34" charset="0"/>
              <a:buChar char="̶"/>
              <a:defRPr sz="1600"/>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b="0"/>
              <a:t>Unit of Measure</a:t>
            </a:r>
          </a:p>
        </p:txBody>
      </p:sp>
      <p:sp>
        <p:nvSpPr>
          <p:cNvPr id="144" name="SlideLogoText">
            <a:extLst>
              <a:ext uri="{FF2B5EF4-FFF2-40B4-BE49-F238E27FC236}">
                <a16:creationId xmlns:a16="http://schemas.microsoft.com/office/drawing/2014/main" id="{6079B92B-B06C-4258-9E1C-3881DC358B9B}"/>
              </a:ext>
            </a:extLst>
          </p:cNvPr>
          <p:cNvSpPr>
            <a:spLocks noChangeArrowheads="1"/>
          </p:cNvSpPr>
          <p:nvPr userDrawn="1">
            <p:custDataLst>
              <p:tags r:id="rId31"/>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
        <p:nvSpPr>
          <p:cNvPr id="146" name="Text Placeholder 4">
            <a:extLst>
              <a:ext uri="{FF2B5EF4-FFF2-40B4-BE49-F238E27FC236}">
                <a16:creationId xmlns:a16="http://schemas.microsoft.com/office/drawing/2014/main" id="{F22C0A1A-93A1-487B-8863-4F7560F9AA72}"/>
              </a:ext>
            </a:extLst>
          </p:cNvPr>
          <p:cNvSpPr>
            <a:spLocks noGrp="1"/>
          </p:cNvSpPr>
          <p:nvPr>
            <p:ph type="body" idx="1"/>
          </p:nvPr>
        </p:nvSpPr>
        <p:spPr>
          <a:xfrm flipH="1">
            <a:off x="554735" y="2260021"/>
            <a:ext cx="460174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7" name="LegendBoxes" hidden="1">
            <a:extLst>
              <a:ext uri="{FF2B5EF4-FFF2-40B4-BE49-F238E27FC236}">
                <a16:creationId xmlns:a16="http://schemas.microsoft.com/office/drawing/2014/main" id="{2D73408D-CD62-41BB-B1DB-4E0F325E2C7C}"/>
              </a:ext>
            </a:extLst>
          </p:cNvPr>
          <p:cNvGrpSpPr/>
          <p:nvPr userDrawn="1"/>
        </p:nvGrpSpPr>
        <p:grpSpPr>
          <a:xfrm>
            <a:off x="10714801" y="4381500"/>
            <a:ext cx="922463" cy="1717282"/>
            <a:chOff x="10554770" y="4322824"/>
            <a:chExt cx="922463" cy="1717282"/>
          </a:xfrm>
        </p:grpSpPr>
        <p:sp>
          <p:nvSpPr>
            <p:cNvPr id="148" name="RectangleLegend1" hidden="1">
              <a:extLst>
                <a:ext uri="{FF2B5EF4-FFF2-40B4-BE49-F238E27FC236}">
                  <a16:creationId xmlns:a16="http://schemas.microsoft.com/office/drawing/2014/main" id="{91D1BAB4-5F56-44D0-9783-8E18C01C9B96}"/>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9" name="RectangleLegend2" hidden="1">
              <a:extLst>
                <a:ext uri="{FF2B5EF4-FFF2-40B4-BE49-F238E27FC236}">
                  <a16:creationId xmlns:a16="http://schemas.microsoft.com/office/drawing/2014/main" id="{951D7D13-1BCF-4D28-A57A-EDE3EA26BA4D}"/>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0" name="RectangleLegend3" hidden="1">
              <a:extLst>
                <a:ext uri="{FF2B5EF4-FFF2-40B4-BE49-F238E27FC236}">
                  <a16:creationId xmlns:a16="http://schemas.microsoft.com/office/drawing/2014/main" id="{746AD11C-ACB1-46E1-84D9-40B90064FB75}"/>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1" name="RectangleLegend4" hidden="1">
              <a:extLst>
                <a:ext uri="{FF2B5EF4-FFF2-40B4-BE49-F238E27FC236}">
                  <a16:creationId xmlns:a16="http://schemas.microsoft.com/office/drawing/2014/main" id="{8A066E9A-1B9B-4219-833A-B063F7B374FF}"/>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2" name="RectangleLegend5" hidden="1">
              <a:extLst>
                <a:ext uri="{FF2B5EF4-FFF2-40B4-BE49-F238E27FC236}">
                  <a16:creationId xmlns:a16="http://schemas.microsoft.com/office/drawing/2014/main" id="{E1858556-6678-4C8D-B559-3246911734DA}"/>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3" name="Legend1" hidden="1">
              <a:extLst>
                <a:ext uri="{FF2B5EF4-FFF2-40B4-BE49-F238E27FC236}">
                  <a16:creationId xmlns:a16="http://schemas.microsoft.com/office/drawing/2014/main" id="{2CC9EAA7-9731-487F-AB35-E7BAEF78C97F}"/>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4" name="Legend2" hidden="1">
              <a:extLst>
                <a:ext uri="{FF2B5EF4-FFF2-40B4-BE49-F238E27FC236}">
                  <a16:creationId xmlns:a16="http://schemas.microsoft.com/office/drawing/2014/main" id="{DD8C6EBD-A98D-4B2E-8677-D040F0E8F572}"/>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5" name="Legend3" hidden="1">
              <a:extLst>
                <a:ext uri="{FF2B5EF4-FFF2-40B4-BE49-F238E27FC236}">
                  <a16:creationId xmlns:a16="http://schemas.microsoft.com/office/drawing/2014/main" id="{887B4F41-0C72-4EFE-B3A6-F10A416C6717}"/>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6" name="Legend4" hidden="1">
              <a:extLst>
                <a:ext uri="{FF2B5EF4-FFF2-40B4-BE49-F238E27FC236}">
                  <a16:creationId xmlns:a16="http://schemas.microsoft.com/office/drawing/2014/main" id="{6F884311-AA65-4C5D-B838-FAEE69C5AC71}"/>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7" name="Legend5" hidden="1">
              <a:extLst>
                <a:ext uri="{FF2B5EF4-FFF2-40B4-BE49-F238E27FC236}">
                  <a16:creationId xmlns:a16="http://schemas.microsoft.com/office/drawing/2014/main" id="{60251D9D-8390-417F-A228-D48F7CA286FC}"/>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158" name="LegendLines" hidden="1">
            <a:extLst>
              <a:ext uri="{FF2B5EF4-FFF2-40B4-BE49-F238E27FC236}">
                <a16:creationId xmlns:a16="http://schemas.microsoft.com/office/drawing/2014/main" id="{55F75FBC-7267-4772-BC78-90BF014DBEB5}"/>
              </a:ext>
            </a:extLst>
          </p:cNvPr>
          <p:cNvGrpSpPr/>
          <p:nvPr userDrawn="1"/>
        </p:nvGrpSpPr>
        <p:grpSpPr>
          <a:xfrm>
            <a:off x="10317304" y="3150831"/>
            <a:ext cx="1319960" cy="958286"/>
            <a:chOff x="10162879" y="3243772"/>
            <a:chExt cx="1319960" cy="958286"/>
          </a:xfrm>
        </p:grpSpPr>
        <p:sp>
          <p:nvSpPr>
            <p:cNvPr id="159" name="Legend1" hidden="1">
              <a:extLst>
                <a:ext uri="{FF2B5EF4-FFF2-40B4-BE49-F238E27FC236}">
                  <a16:creationId xmlns:a16="http://schemas.microsoft.com/office/drawing/2014/main" id="{D6305ED8-A766-4C81-8A15-FD658D97AC95}"/>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0" name="Legend2" hidden="1">
              <a:extLst>
                <a:ext uri="{FF2B5EF4-FFF2-40B4-BE49-F238E27FC236}">
                  <a16:creationId xmlns:a16="http://schemas.microsoft.com/office/drawing/2014/main" id="{1D8E6026-B3DA-4A50-B7DE-FD30D0DD0C01}"/>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1" name="Legend3" hidden="1">
              <a:extLst>
                <a:ext uri="{FF2B5EF4-FFF2-40B4-BE49-F238E27FC236}">
                  <a16:creationId xmlns:a16="http://schemas.microsoft.com/office/drawing/2014/main" id="{C749015B-5DFD-44FB-A675-78E2BB7EA8EC}"/>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2" name="LineLegend3" hidden="1">
              <a:extLst>
                <a:ext uri="{FF2B5EF4-FFF2-40B4-BE49-F238E27FC236}">
                  <a16:creationId xmlns:a16="http://schemas.microsoft.com/office/drawing/2014/main" id="{174A5F12-E1D5-424F-8639-AD3B66EEBF30}"/>
                </a:ext>
              </a:extLst>
            </p:cNvPr>
            <p:cNvSpPr>
              <a:spLocks noChangeShapeType="1"/>
            </p:cNvSpPr>
            <p:nvPr/>
          </p:nvSpPr>
          <p:spPr bwMode="gray">
            <a:xfrm>
              <a:off x="10162879" y="4092784"/>
              <a:ext cx="457200"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3" name="LineLegend2" hidden="1">
              <a:extLst>
                <a:ext uri="{FF2B5EF4-FFF2-40B4-BE49-F238E27FC236}">
                  <a16:creationId xmlns:a16="http://schemas.microsoft.com/office/drawing/2014/main" id="{8AB3C8E2-DAD7-49F4-8C97-7AB40B149D7E}"/>
                </a:ext>
              </a:extLst>
            </p:cNvPr>
            <p:cNvSpPr>
              <a:spLocks noChangeShapeType="1"/>
            </p:cNvSpPr>
            <p:nvPr/>
          </p:nvSpPr>
          <p:spPr bwMode="gray">
            <a:xfrm>
              <a:off x="10162879" y="3719425"/>
              <a:ext cx="457200" cy="0"/>
            </a:xfrm>
            <a:prstGeom prst="line">
              <a:avLst/>
            </a:prstGeom>
            <a:noFill/>
            <a:ln w="2857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4" name="LineLegend1" hidden="1">
              <a:extLst>
                <a:ext uri="{FF2B5EF4-FFF2-40B4-BE49-F238E27FC236}">
                  <a16:creationId xmlns:a16="http://schemas.microsoft.com/office/drawing/2014/main" id="{D23BC853-5B82-4896-A8E7-29830F873AE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grpSp>
      <p:grpSp>
        <p:nvGrpSpPr>
          <p:cNvPr id="165" name="LegendMoons" hidden="1">
            <a:extLst>
              <a:ext uri="{FF2B5EF4-FFF2-40B4-BE49-F238E27FC236}">
                <a16:creationId xmlns:a16="http://schemas.microsoft.com/office/drawing/2014/main" id="{2A8E9DC7-471C-4B9D-B1C3-71E691C37CE4}"/>
              </a:ext>
            </a:extLst>
          </p:cNvPr>
          <p:cNvGrpSpPr/>
          <p:nvPr userDrawn="1"/>
        </p:nvGrpSpPr>
        <p:grpSpPr>
          <a:xfrm>
            <a:off x="10684859" y="1146588"/>
            <a:ext cx="948949" cy="1731859"/>
            <a:chOff x="7716535" y="2630582"/>
            <a:chExt cx="948949" cy="1731859"/>
          </a:xfrm>
        </p:grpSpPr>
        <p:sp>
          <p:nvSpPr>
            <p:cNvPr id="166" name="Legend1" hidden="1">
              <a:extLst>
                <a:ext uri="{FF2B5EF4-FFF2-40B4-BE49-F238E27FC236}">
                  <a16:creationId xmlns:a16="http://schemas.microsoft.com/office/drawing/2014/main" id="{6057A30C-C617-4C3E-9CC2-33E2D4B9BAB3}"/>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7" name="Legend2" hidden="1">
              <a:extLst>
                <a:ext uri="{FF2B5EF4-FFF2-40B4-BE49-F238E27FC236}">
                  <a16:creationId xmlns:a16="http://schemas.microsoft.com/office/drawing/2014/main" id="{E4D21E66-6DBD-4F65-AB24-5986DE89550E}"/>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8" name="Legend3" hidden="1">
              <a:extLst>
                <a:ext uri="{FF2B5EF4-FFF2-40B4-BE49-F238E27FC236}">
                  <a16:creationId xmlns:a16="http://schemas.microsoft.com/office/drawing/2014/main" id="{E1EB3073-C123-46D2-8456-39107FBC7285}"/>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8" name="Legend4" hidden="1">
              <a:extLst>
                <a:ext uri="{FF2B5EF4-FFF2-40B4-BE49-F238E27FC236}">
                  <a16:creationId xmlns:a16="http://schemas.microsoft.com/office/drawing/2014/main" id="{D877A7D0-CDF0-44DE-808D-30B87F5A6CA4}"/>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9" name="Legend5" hidden="1">
              <a:extLst>
                <a:ext uri="{FF2B5EF4-FFF2-40B4-BE49-F238E27FC236}">
                  <a16:creationId xmlns:a16="http://schemas.microsoft.com/office/drawing/2014/main" id="{AAA6CD16-E6C1-4FD2-A146-9357B7B39913}"/>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210" name="MoonLegend1" hidden="1">
              <a:extLst>
                <a:ext uri="{FF2B5EF4-FFF2-40B4-BE49-F238E27FC236}">
                  <a16:creationId xmlns:a16="http://schemas.microsoft.com/office/drawing/2014/main" id="{2769EF04-22D2-41F0-9614-083A5C187B36}"/>
                </a:ext>
              </a:extLst>
            </p:cNvPr>
            <p:cNvGrpSpPr>
              <a:grpSpLocks noChangeAspect="1"/>
            </p:cNvGrpSpPr>
            <p:nvPr>
              <p:custDataLst>
                <p:tags r:id="rId32"/>
              </p:custDataLst>
            </p:nvPr>
          </p:nvGrpSpPr>
          <p:grpSpPr>
            <a:xfrm>
              <a:off x="7716535" y="2630582"/>
              <a:ext cx="228600" cy="228600"/>
              <a:chOff x="762000" y="1270000"/>
              <a:chExt cx="254000" cy="254000"/>
            </a:xfrm>
          </p:grpSpPr>
          <p:sp>
            <p:nvSpPr>
              <p:cNvPr id="223" name="Oval 222" hidden="1">
                <a:extLst>
                  <a:ext uri="{FF2B5EF4-FFF2-40B4-BE49-F238E27FC236}">
                    <a16:creationId xmlns:a16="http://schemas.microsoft.com/office/drawing/2014/main" id="{26F96AF0-C50A-4B8F-8347-7F8A7F3DDC89}"/>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4" name="Arc 223" hidden="1">
                <a:extLst>
                  <a:ext uri="{FF2B5EF4-FFF2-40B4-BE49-F238E27FC236}">
                    <a16:creationId xmlns:a16="http://schemas.microsoft.com/office/drawing/2014/main" id="{FAD87140-0F25-456F-9677-A4DA2725BCFB}"/>
                  </a:ext>
                </a:extLst>
              </p:cNvPr>
              <p:cNvSpPr/>
              <p:nvPr>
                <p:custDataLst>
                  <p:tags r:id="rId46"/>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1" name="MoonLegend2" hidden="1">
              <a:extLst>
                <a:ext uri="{FF2B5EF4-FFF2-40B4-BE49-F238E27FC236}">
                  <a16:creationId xmlns:a16="http://schemas.microsoft.com/office/drawing/2014/main" id="{5CC0FEA5-9B05-48C2-908C-16FA6942B7F7}"/>
                </a:ext>
              </a:extLst>
            </p:cNvPr>
            <p:cNvGrpSpPr>
              <a:grpSpLocks noChangeAspect="1"/>
            </p:cNvGrpSpPr>
            <p:nvPr>
              <p:custDataLst>
                <p:tags r:id="rId33"/>
              </p:custDataLst>
            </p:nvPr>
          </p:nvGrpSpPr>
          <p:grpSpPr>
            <a:xfrm>
              <a:off x="7716535" y="3006395"/>
              <a:ext cx="228600" cy="228600"/>
              <a:chOff x="762000" y="1270000"/>
              <a:chExt cx="254000" cy="254000"/>
            </a:xfrm>
          </p:grpSpPr>
          <p:sp>
            <p:nvSpPr>
              <p:cNvPr id="221" name="Oval 220" hidden="1">
                <a:extLst>
                  <a:ext uri="{FF2B5EF4-FFF2-40B4-BE49-F238E27FC236}">
                    <a16:creationId xmlns:a16="http://schemas.microsoft.com/office/drawing/2014/main" id="{F75DA3E7-D454-4317-A593-750A2B666BC8}"/>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2" name="Arc 221" hidden="1">
                <a:extLst>
                  <a:ext uri="{FF2B5EF4-FFF2-40B4-BE49-F238E27FC236}">
                    <a16:creationId xmlns:a16="http://schemas.microsoft.com/office/drawing/2014/main" id="{50A29B9C-29E7-4058-B465-A766A2F20C11}"/>
                  </a:ext>
                </a:extLst>
              </p:cNvPr>
              <p:cNvSpPr/>
              <p:nvPr>
                <p:custDataLst>
                  <p:tags r:id="rId44"/>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2" name="MoonLegend3" hidden="1">
              <a:extLst>
                <a:ext uri="{FF2B5EF4-FFF2-40B4-BE49-F238E27FC236}">
                  <a16:creationId xmlns:a16="http://schemas.microsoft.com/office/drawing/2014/main" id="{23FC380B-56F1-4D85-89D1-FB04604700F0}"/>
                </a:ext>
              </a:extLst>
            </p:cNvPr>
            <p:cNvGrpSpPr>
              <a:grpSpLocks noChangeAspect="1"/>
            </p:cNvGrpSpPr>
            <p:nvPr>
              <p:custDataLst>
                <p:tags r:id="rId34"/>
              </p:custDataLst>
            </p:nvPr>
          </p:nvGrpSpPr>
          <p:grpSpPr>
            <a:xfrm>
              <a:off x="7716535" y="3382210"/>
              <a:ext cx="228600" cy="228600"/>
              <a:chOff x="762000" y="1270000"/>
              <a:chExt cx="254000" cy="254000"/>
            </a:xfrm>
          </p:grpSpPr>
          <p:sp>
            <p:nvSpPr>
              <p:cNvPr id="219" name="Oval 218" hidden="1">
                <a:extLst>
                  <a:ext uri="{FF2B5EF4-FFF2-40B4-BE49-F238E27FC236}">
                    <a16:creationId xmlns:a16="http://schemas.microsoft.com/office/drawing/2014/main" id="{7AF2DBF5-6F29-43FC-812F-437D3205BA55}"/>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0" name="Arc 219" hidden="1">
                <a:extLst>
                  <a:ext uri="{FF2B5EF4-FFF2-40B4-BE49-F238E27FC236}">
                    <a16:creationId xmlns:a16="http://schemas.microsoft.com/office/drawing/2014/main" id="{7AA9B50E-2514-4DA5-83A8-E09B982DD7EC}"/>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3" name="MoonLegend4" hidden="1">
              <a:extLst>
                <a:ext uri="{FF2B5EF4-FFF2-40B4-BE49-F238E27FC236}">
                  <a16:creationId xmlns:a16="http://schemas.microsoft.com/office/drawing/2014/main" id="{84259163-5803-47C2-B6DE-24D6055DCAE7}"/>
                </a:ext>
              </a:extLst>
            </p:cNvPr>
            <p:cNvGrpSpPr>
              <a:grpSpLocks noChangeAspect="1"/>
            </p:cNvGrpSpPr>
            <p:nvPr>
              <p:custDataLst>
                <p:tags r:id="rId35"/>
              </p:custDataLst>
            </p:nvPr>
          </p:nvGrpSpPr>
          <p:grpSpPr>
            <a:xfrm>
              <a:off x="7716535" y="3758025"/>
              <a:ext cx="228600" cy="228600"/>
              <a:chOff x="762000" y="1270000"/>
              <a:chExt cx="254000" cy="254000"/>
            </a:xfrm>
          </p:grpSpPr>
          <p:sp>
            <p:nvSpPr>
              <p:cNvPr id="217" name="Oval 216" hidden="1">
                <a:extLst>
                  <a:ext uri="{FF2B5EF4-FFF2-40B4-BE49-F238E27FC236}">
                    <a16:creationId xmlns:a16="http://schemas.microsoft.com/office/drawing/2014/main" id="{D3748736-9512-40C6-9C30-2848457455E5}"/>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8" name="Arc 217" hidden="1">
                <a:extLst>
                  <a:ext uri="{FF2B5EF4-FFF2-40B4-BE49-F238E27FC236}">
                    <a16:creationId xmlns:a16="http://schemas.microsoft.com/office/drawing/2014/main" id="{DC56E157-BE6C-48BC-9763-F0CFFACE24F7}"/>
                  </a:ext>
                </a:extLst>
              </p:cNvPr>
              <p:cNvSpPr/>
              <p:nvPr>
                <p:custDataLst>
                  <p:tags r:id="rId40"/>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4" name="MoonLegend5" hidden="1">
              <a:extLst>
                <a:ext uri="{FF2B5EF4-FFF2-40B4-BE49-F238E27FC236}">
                  <a16:creationId xmlns:a16="http://schemas.microsoft.com/office/drawing/2014/main" id="{A33D987D-3003-45B0-BE77-253D62F0DC66}"/>
                </a:ext>
              </a:extLst>
            </p:cNvPr>
            <p:cNvGrpSpPr>
              <a:grpSpLocks noChangeAspect="1"/>
            </p:cNvGrpSpPr>
            <p:nvPr>
              <p:custDataLst>
                <p:tags r:id="rId36"/>
              </p:custDataLst>
            </p:nvPr>
          </p:nvGrpSpPr>
          <p:grpSpPr>
            <a:xfrm>
              <a:off x="7716535" y="4133841"/>
              <a:ext cx="228600" cy="228600"/>
              <a:chOff x="762000" y="1270000"/>
              <a:chExt cx="254000" cy="254000"/>
            </a:xfrm>
          </p:grpSpPr>
          <p:sp>
            <p:nvSpPr>
              <p:cNvPr id="215" name="Oval 214" hidden="1">
                <a:extLst>
                  <a:ext uri="{FF2B5EF4-FFF2-40B4-BE49-F238E27FC236}">
                    <a16:creationId xmlns:a16="http://schemas.microsoft.com/office/drawing/2014/main" id="{2B875629-C63F-4F2D-8B9E-0C3704F7C77D}"/>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6" name="Arc 215" hidden="1">
                <a:extLst>
                  <a:ext uri="{FF2B5EF4-FFF2-40B4-BE49-F238E27FC236}">
                    <a16:creationId xmlns:a16="http://schemas.microsoft.com/office/drawing/2014/main" id="{7F750322-50C4-48CC-AA09-E23390E40920}"/>
                  </a:ext>
                </a:extLst>
              </p:cNvPr>
              <p:cNvSpPr/>
              <p:nvPr>
                <p:custDataLst>
                  <p:tags r:id="rId38"/>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extLst>
      <p:ext uri="{BB962C8B-B14F-4D97-AF65-F5344CB8AC3E}">
        <p14:creationId xmlns:p14="http://schemas.microsoft.com/office/powerpoint/2010/main" val="2389003165"/>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 id="2147483948" r:id="rId19"/>
    <p:sldLayoutId id="2147483949" r:id="rId20"/>
    <p:sldLayoutId id="2147483951" r:id="rId21"/>
    <p:sldLayoutId id="2147483952" r:id="rId22"/>
    <p:sldLayoutId id="2147483953" r:id="rId23"/>
  </p:sldLayoutIdLst>
  <p:transition/>
  <p:txStyles>
    <p:titleStyle>
      <a:lvl1pPr algn="l" defTabSz="914400" rtl="0" eaLnBrk="1" latinLnBrk="0" hangingPunct="1">
        <a:lnSpc>
          <a:spcPct val="100000"/>
        </a:lnSpc>
        <a:spcBef>
          <a:spcPct val="0"/>
        </a:spcBef>
        <a:buNone/>
        <a:defRPr lang="en-US"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434572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6" name="4. Footnote" hidden="1">
            <a:extLst>
              <a:ext uri="{FF2B5EF4-FFF2-40B4-BE49-F238E27FC236}">
                <a16:creationId xmlns:a16="http://schemas.microsoft.com/office/drawing/2014/main" id="{772E4927-517C-4D61-9929-9FFDE5F31A03}"/>
              </a:ext>
            </a:extLst>
          </p:cNvPr>
          <p:cNvSpPr txBox="1">
            <a:spLocks/>
          </p:cNvSpPr>
          <p:nvPr userDrawn="1">
            <p:custDataLst>
              <p:tags r:id="rId18"/>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9"/>
            </p:custDataLst>
          </p:nvPr>
        </p:nvSpPr>
        <p:spPr>
          <a:xfrm>
            <a:off x="554736" y="165068"/>
            <a:ext cx="11082528" cy="738664"/>
          </a:xfrm>
          <a:prstGeom prst="rect">
            <a:avLst/>
          </a:prstGeom>
        </p:spPr>
        <p:txBody>
          <a:bodyPr vert="horz" wrap="square" lIns="0" tIns="0" rIns="0" bIns="0" rtlCol="0" anchor="b" anchorCtr="0">
            <a:spAutoFit/>
          </a:bodyPr>
          <a:lstStyle/>
          <a:p>
            <a:pPr lvl="0" algn="l" defTabSz="914400" rtl="0" eaLnBrk="1" latinLnBrk="0" hangingPunct="1">
              <a:lnSpc>
                <a:spcPct val="100000"/>
              </a:lnSpc>
              <a:spcBef>
                <a:spcPct val="0"/>
              </a:spcBef>
              <a:buNone/>
            </a:pPr>
            <a:r>
              <a:rPr lang="en-US"/>
              <a:t>Click to edit </a:t>
            </a:r>
            <a:br>
              <a:rPr lang="en-US"/>
            </a:br>
            <a:r>
              <a:rPr lang="en-US"/>
              <a:t>Master title style</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0"/>
            </p:custDataLst>
          </p:nvPr>
        </p:nvSpPr>
        <p:spPr>
          <a:xfrm>
            <a:off x="3754105" y="2171700"/>
            <a:ext cx="3049253" cy="492443"/>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t>Above Chart Exhibit Title</a:t>
            </a:r>
            <a:br>
              <a:rPr lang="en-US"/>
            </a:br>
            <a:r>
              <a:rPr lang="en-US" b="0"/>
              <a:t>Units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856297" cy="123110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0" name="5. Source" hidden="1">
            <a:extLst>
              <a:ext uri="{FF2B5EF4-FFF2-40B4-BE49-F238E27FC236}">
                <a16:creationId xmlns:a16="http://schemas.microsoft.com/office/drawing/2014/main" id="{1B5DE5A7-2D1D-4A40-BE7D-BB40C3D416B3}"/>
              </a:ext>
            </a:extLst>
          </p:cNvPr>
          <p:cNvSpPr txBox="1">
            <a:spLocks/>
          </p:cNvSpPr>
          <p:nvPr userDrawn="1">
            <p:custDataLst>
              <p:tags r:id="rId21"/>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grpSp>
        <p:nvGrpSpPr>
          <p:cNvPr id="151" name="MoonEmpty" hidden="1">
            <a:extLst>
              <a:ext uri="{FF2B5EF4-FFF2-40B4-BE49-F238E27FC236}">
                <a16:creationId xmlns:a16="http://schemas.microsoft.com/office/drawing/2014/main" id="{2F753080-3BFC-45F3-88AB-4A3B00E033C4}"/>
              </a:ext>
            </a:extLst>
          </p:cNvPr>
          <p:cNvGrpSpPr>
            <a:grpSpLocks/>
          </p:cNvGrpSpPr>
          <p:nvPr userDrawn="1">
            <p:custDataLst>
              <p:tags r:id="rId22"/>
            </p:custDataLst>
          </p:nvPr>
        </p:nvGrpSpPr>
        <p:grpSpPr>
          <a:xfrm>
            <a:off x="4624301" y="4029356"/>
            <a:ext cx="252000" cy="252000"/>
            <a:chOff x="762000" y="1270000"/>
            <a:chExt cx="254000" cy="254000"/>
          </a:xfrm>
          <a:solidFill>
            <a:schemeClr val="tx2">
              <a:lumMod val="20000"/>
              <a:lumOff val="80000"/>
            </a:schemeClr>
          </a:solidFill>
        </p:grpSpPr>
        <p:sp>
          <p:nvSpPr>
            <p:cNvPr id="152" name="Oval 151">
              <a:extLst>
                <a:ext uri="{FF2B5EF4-FFF2-40B4-BE49-F238E27FC236}">
                  <a16:creationId xmlns:a16="http://schemas.microsoft.com/office/drawing/2014/main" id="{0D06ABC0-BED2-49D7-B91B-3BD1CCF4D8BE}"/>
                </a:ext>
              </a:extLst>
            </p:cNvPr>
            <p:cNvSpPr/>
            <p:nvPr>
              <p:custDataLst>
                <p:tags r:id="rId3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53" name="Arc 152" hidden="1">
              <a:extLst>
                <a:ext uri="{FF2B5EF4-FFF2-40B4-BE49-F238E27FC236}">
                  <a16:creationId xmlns:a16="http://schemas.microsoft.com/office/drawing/2014/main" id="{C470DE01-97F6-453C-BD86-07C2B3D33B2E}"/>
                </a:ext>
              </a:extLst>
            </p:cNvPr>
            <p:cNvSpPr/>
            <p:nvPr>
              <p:custDataLst>
                <p:tags r:id="rId36"/>
              </p:custDataLst>
            </p:nvPr>
          </p:nvSpPr>
          <p:spPr>
            <a:xfrm>
              <a:off x="762000" y="1270000"/>
              <a:ext cx="254000" cy="254000"/>
            </a:xfrm>
            <a:prstGeom prst="arc">
              <a:avLst>
                <a:gd name="adj1" fmla="val 16200000"/>
                <a:gd name="adj2" fmla="val 54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0" name="MoonQuater" hidden="1">
            <a:extLst>
              <a:ext uri="{FF2B5EF4-FFF2-40B4-BE49-F238E27FC236}">
                <a16:creationId xmlns:a16="http://schemas.microsoft.com/office/drawing/2014/main" id="{79C4F1A7-3BA6-4DE9-990D-56F7568AF3D5}"/>
              </a:ext>
            </a:extLst>
          </p:cNvPr>
          <p:cNvGrpSpPr>
            <a:grpSpLocks/>
          </p:cNvGrpSpPr>
          <p:nvPr userDrawn="1">
            <p:custDataLst>
              <p:tags r:id="rId23"/>
            </p:custDataLst>
          </p:nvPr>
        </p:nvGrpSpPr>
        <p:grpSpPr>
          <a:xfrm>
            <a:off x="5026732" y="4029356"/>
            <a:ext cx="252000" cy="252000"/>
            <a:chOff x="762000" y="1270000"/>
            <a:chExt cx="254000" cy="254000"/>
          </a:xfrm>
        </p:grpSpPr>
        <p:sp>
          <p:nvSpPr>
            <p:cNvPr id="171" name="Oval 170">
              <a:extLst>
                <a:ext uri="{FF2B5EF4-FFF2-40B4-BE49-F238E27FC236}">
                  <a16:creationId xmlns:a16="http://schemas.microsoft.com/office/drawing/2014/main" id="{59E630A5-DC56-4165-A400-FABB4C8F2657}"/>
                </a:ext>
              </a:extLst>
            </p:cNvPr>
            <p:cNvSpPr/>
            <p:nvPr>
              <p:custDataLst>
                <p:tags r:id="rId3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2" name="Arc 171">
              <a:extLst>
                <a:ext uri="{FF2B5EF4-FFF2-40B4-BE49-F238E27FC236}">
                  <a16:creationId xmlns:a16="http://schemas.microsoft.com/office/drawing/2014/main" id="{C98134F9-A949-43AC-8CDC-EAE921C7808C}"/>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3" name="MoonHalf" hidden="1">
            <a:extLst>
              <a:ext uri="{FF2B5EF4-FFF2-40B4-BE49-F238E27FC236}">
                <a16:creationId xmlns:a16="http://schemas.microsoft.com/office/drawing/2014/main" id="{2714B939-F474-44D5-8B49-B47A0217F09E}"/>
              </a:ext>
            </a:extLst>
          </p:cNvPr>
          <p:cNvGrpSpPr>
            <a:grpSpLocks/>
          </p:cNvGrpSpPr>
          <p:nvPr userDrawn="1">
            <p:custDataLst>
              <p:tags r:id="rId24"/>
            </p:custDataLst>
          </p:nvPr>
        </p:nvGrpSpPr>
        <p:grpSpPr>
          <a:xfrm>
            <a:off x="5429163" y="4029356"/>
            <a:ext cx="252000" cy="252000"/>
            <a:chOff x="762000" y="1270000"/>
            <a:chExt cx="254000" cy="254000"/>
          </a:xfrm>
        </p:grpSpPr>
        <p:sp>
          <p:nvSpPr>
            <p:cNvPr id="174" name="Oval 173">
              <a:extLst>
                <a:ext uri="{FF2B5EF4-FFF2-40B4-BE49-F238E27FC236}">
                  <a16:creationId xmlns:a16="http://schemas.microsoft.com/office/drawing/2014/main" id="{22EC967B-B647-4BCF-9C0C-A8D545E4C817}"/>
                </a:ext>
              </a:extLst>
            </p:cNvPr>
            <p:cNvSpPr/>
            <p:nvPr>
              <p:custDataLst>
                <p:tags r:id="rId3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5" name="Arc 174">
              <a:extLst>
                <a:ext uri="{FF2B5EF4-FFF2-40B4-BE49-F238E27FC236}">
                  <a16:creationId xmlns:a16="http://schemas.microsoft.com/office/drawing/2014/main" id="{FA00262A-FCFD-4DB6-B921-E9B02991FF8A}"/>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6" name="Moon3Quater" hidden="1">
            <a:extLst>
              <a:ext uri="{FF2B5EF4-FFF2-40B4-BE49-F238E27FC236}">
                <a16:creationId xmlns:a16="http://schemas.microsoft.com/office/drawing/2014/main" id="{B81E11B2-1A34-4631-BD81-A79E13BAA4F8}"/>
              </a:ext>
            </a:extLst>
          </p:cNvPr>
          <p:cNvGrpSpPr>
            <a:grpSpLocks/>
          </p:cNvGrpSpPr>
          <p:nvPr userDrawn="1">
            <p:custDataLst>
              <p:tags r:id="rId25"/>
            </p:custDataLst>
          </p:nvPr>
        </p:nvGrpSpPr>
        <p:grpSpPr>
          <a:xfrm>
            <a:off x="5831594" y="4029356"/>
            <a:ext cx="252000" cy="252000"/>
            <a:chOff x="762000" y="1270000"/>
            <a:chExt cx="254000" cy="254000"/>
          </a:xfrm>
        </p:grpSpPr>
        <p:sp>
          <p:nvSpPr>
            <p:cNvPr id="177" name="Oval 176">
              <a:extLst>
                <a:ext uri="{FF2B5EF4-FFF2-40B4-BE49-F238E27FC236}">
                  <a16:creationId xmlns:a16="http://schemas.microsoft.com/office/drawing/2014/main" id="{5D5E5590-A897-419C-85F3-C5E6B6BADDA1}"/>
                </a:ext>
              </a:extLst>
            </p:cNvPr>
            <p:cNvSpPr/>
            <p:nvPr>
              <p:custDataLst>
                <p:tags r:id="rId2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8" name="Arc 177">
              <a:extLst>
                <a:ext uri="{FF2B5EF4-FFF2-40B4-BE49-F238E27FC236}">
                  <a16:creationId xmlns:a16="http://schemas.microsoft.com/office/drawing/2014/main" id="{2DA30F73-36DC-49E0-87B5-F183D3E9231F}"/>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86" name="MoonFull" hidden="1">
            <a:extLst>
              <a:ext uri="{FF2B5EF4-FFF2-40B4-BE49-F238E27FC236}">
                <a16:creationId xmlns:a16="http://schemas.microsoft.com/office/drawing/2014/main" id="{9C646595-AAE9-4CF9-8065-5D333DB4AA3D}"/>
              </a:ext>
            </a:extLst>
          </p:cNvPr>
          <p:cNvGrpSpPr>
            <a:grpSpLocks/>
          </p:cNvGrpSpPr>
          <p:nvPr userDrawn="1">
            <p:custDataLst>
              <p:tags r:id="rId26"/>
            </p:custDataLst>
          </p:nvPr>
        </p:nvGrpSpPr>
        <p:grpSpPr>
          <a:xfrm>
            <a:off x="6234026" y="4029356"/>
            <a:ext cx="252000" cy="252000"/>
            <a:chOff x="762000" y="1270000"/>
            <a:chExt cx="254000" cy="254000"/>
          </a:xfrm>
          <a:solidFill>
            <a:schemeClr val="accent5"/>
          </a:solidFill>
        </p:grpSpPr>
        <p:sp>
          <p:nvSpPr>
            <p:cNvPr id="198" name="Oval 197">
              <a:extLst>
                <a:ext uri="{FF2B5EF4-FFF2-40B4-BE49-F238E27FC236}">
                  <a16:creationId xmlns:a16="http://schemas.microsoft.com/office/drawing/2014/main" id="{45B76197-6D16-4092-B902-DE7FD857CAF0}"/>
                </a:ext>
              </a:extLst>
            </p:cNvPr>
            <p:cNvSpPr/>
            <p:nvPr>
              <p:custDataLst>
                <p:tags r:id="rId27"/>
              </p:custDataLst>
            </p:nvPr>
          </p:nvSpPr>
          <p:spPr>
            <a:xfrm>
              <a:off x="762000" y="1270000"/>
              <a:ext cx="254000" cy="2540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99" name="Arc 198">
              <a:extLst>
                <a:ext uri="{FF2B5EF4-FFF2-40B4-BE49-F238E27FC236}">
                  <a16:creationId xmlns:a16="http://schemas.microsoft.com/office/drawing/2014/main" id="{5125949A-3C65-48C8-BF1F-12C78DE93858}"/>
                </a:ext>
              </a:extLst>
            </p:cNvPr>
            <p:cNvSpPr/>
            <p:nvPr>
              <p:custDataLst>
                <p:tags r:id="rId28"/>
              </p:custDataLst>
            </p:nvPr>
          </p:nvSpPr>
          <p:spPr>
            <a:xfrm>
              <a:off x="762000" y="1270000"/>
              <a:ext cx="254000" cy="254000"/>
            </a:xfrm>
            <a:prstGeom prst="arc">
              <a:avLst>
                <a:gd name="adj1" fmla="val 16200000"/>
                <a:gd name="adj2" fmla="val 162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6" name="Grid" hidden="1">
            <a:extLst>
              <a:ext uri="{FF2B5EF4-FFF2-40B4-BE49-F238E27FC236}">
                <a16:creationId xmlns:a16="http://schemas.microsoft.com/office/drawing/2014/main" id="{1D9F4D12-1DFF-41B1-B819-B21105F3C5FD}"/>
              </a:ext>
            </a:extLst>
          </p:cNvPr>
          <p:cNvGrpSpPr/>
          <p:nvPr userDrawn="1"/>
        </p:nvGrpSpPr>
        <p:grpSpPr>
          <a:xfrm>
            <a:off x="-497642" y="-473349"/>
            <a:ext cx="12134906" cy="6740642"/>
            <a:chOff x="-497642" y="-473349"/>
            <a:chExt cx="12134906" cy="6740642"/>
          </a:xfrm>
        </p:grpSpPr>
        <p:sp>
          <p:nvSpPr>
            <p:cNvPr id="206" name="Rectangle 205">
              <a:extLst>
                <a:ext uri="{FF2B5EF4-FFF2-40B4-BE49-F238E27FC236}">
                  <a16:creationId xmlns:a16="http://schemas.microsoft.com/office/drawing/2014/main" id="{9DD1189C-DDE8-45B3-ABD7-88E0E80AC195}"/>
                </a:ext>
              </a:extLst>
            </p:cNvPr>
            <p:cNvSpPr>
              <a:spLocks/>
            </p:cNvSpPr>
            <p:nvPr userDrawn="1"/>
          </p:nvSpPr>
          <p:spPr>
            <a:xfrm>
              <a:off x="-497642" y="1265979"/>
              <a:ext cx="364936" cy="500131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sp>
          <p:nvSpPr>
            <p:cNvPr id="207" name="Rectangle 206">
              <a:extLst>
                <a:ext uri="{FF2B5EF4-FFF2-40B4-BE49-F238E27FC236}">
                  <a16:creationId xmlns:a16="http://schemas.microsoft.com/office/drawing/2014/main" id="{03050732-7AD1-4473-B4C9-3C5B1492E16F}"/>
                </a:ext>
              </a:extLst>
            </p:cNvPr>
            <p:cNvSpPr>
              <a:spLocks/>
            </p:cNvSpPr>
            <p:nvPr userDrawn="1"/>
          </p:nvSpPr>
          <p:spPr>
            <a:xfrm>
              <a:off x="554736" y="-473349"/>
              <a:ext cx="11082528" cy="33855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grpSp>
      <p:sp>
        <p:nvSpPr>
          <p:cNvPr id="38" name="Sticker" hidden="1">
            <a:extLst>
              <a:ext uri="{FF2B5EF4-FFF2-40B4-BE49-F238E27FC236}">
                <a16:creationId xmlns:a16="http://schemas.microsoft.com/office/drawing/2014/main" id="{1A105216-11F0-454B-81B3-42715382498C}"/>
              </a:ext>
            </a:extLst>
          </p:cNvPr>
          <p:cNvSpPr txBox="1"/>
          <p:nvPr userDrawn="1"/>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latin typeface="+mn-lt"/>
              </a:rPr>
              <a:t>Draft</a:t>
            </a:r>
          </a:p>
        </p:txBody>
      </p:sp>
    </p:spTree>
    <p:extLst>
      <p:ext uri="{BB962C8B-B14F-4D97-AF65-F5344CB8AC3E}">
        <p14:creationId xmlns:p14="http://schemas.microsoft.com/office/powerpoint/2010/main" val="3263259819"/>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6" r:id="rId12"/>
    <p:sldLayoutId id="2147484047" r:id="rId13"/>
    <p:sldLayoutId id="2147484048" r:id="rId14"/>
  </p:sldLayoutIdLst>
  <p:txStyles>
    <p:title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tags" Target="../tags/tag620.xml"/><Relationship Id="rId7" Type="http://schemas.openxmlformats.org/officeDocument/2006/relationships/notesSlide" Target="../notesSlides/notesSlide1.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slideLayout" Target="../slideLayouts/slideLayout65.xml"/><Relationship Id="rId5" Type="http://schemas.openxmlformats.org/officeDocument/2006/relationships/tags" Target="../tags/tag622.xml"/><Relationship Id="rId4" Type="http://schemas.openxmlformats.org/officeDocument/2006/relationships/tags" Target="../tags/tag621.xml"/><Relationship Id="rId9" Type="http://schemas.openxmlformats.org/officeDocument/2006/relationships/image" Target="../media/image5.emf"/></Relationships>
</file>

<file path=ppt/slides/_rels/slide2.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625.xml"/><Relationship Id="rId7" Type="http://schemas.openxmlformats.org/officeDocument/2006/relationships/oleObject" Target="../embeddings/oleObject53.bin"/><Relationship Id="rId2" Type="http://schemas.openxmlformats.org/officeDocument/2006/relationships/tags" Target="../tags/tag624.xml"/><Relationship Id="rId1" Type="http://schemas.openxmlformats.org/officeDocument/2006/relationships/tags" Target="../tags/tag623.xml"/><Relationship Id="rId6" Type="http://schemas.openxmlformats.org/officeDocument/2006/relationships/slideLayout" Target="../slideLayouts/slideLayout67.xml"/><Relationship Id="rId11" Type="http://schemas.openxmlformats.org/officeDocument/2006/relationships/slide" Target="slide29.xml"/><Relationship Id="rId5" Type="http://schemas.openxmlformats.org/officeDocument/2006/relationships/tags" Target="../tags/tag627.xml"/><Relationship Id="rId10" Type="http://schemas.openxmlformats.org/officeDocument/2006/relationships/slide" Target="slide19.xml"/><Relationship Id="rId4" Type="http://schemas.openxmlformats.org/officeDocument/2006/relationships/tags" Target="../tags/tag626.xml"/><Relationship Id="rId9" Type="http://schemas.openxmlformats.org/officeDocument/2006/relationships/slide" Target="slide4.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25.svg"/><Relationship Id="rId3" Type="http://schemas.openxmlformats.org/officeDocument/2006/relationships/tags" Target="../tags/tag630.xml"/><Relationship Id="rId7" Type="http://schemas.openxmlformats.org/officeDocument/2006/relationships/slideLayout" Target="../slideLayouts/slideLayout66.xml"/><Relationship Id="rId12" Type="http://schemas.openxmlformats.org/officeDocument/2006/relationships/image" Target="../media/image24.svg"/><Relationship Id="rId2" Type="http://schemas.openxmlformats.org/officeDocument/2006/relationships/tags" Target="../tags/tag629.xml"/><Relationship Id="rId1" Type="http://schemas.openxmlformats.org/officeDocument/2006/relationships/tags" Target="../tags/tag628.xml"/><Relationship Id="rId6" Type="http://schemas.openxmlformats.org/officeDocument/2006/relationships/tags" Target="../tags/tag633.xml"/><Relationship Id="rId11" Type="http://schemas.openxmlformats.org/officeDocument/2006/relationships/image" Target="../media/image23.svg"/><Relationship Id="rId5" Type="http://schemas.openxmlformats.org/officeDocument/2006/relationships/tags" Target="../tags/tag632.xml"/><Relationship Id="rId10" Type="http://schemas.openxmlformats.org/officeDocument/2006/relationships/image" Target="../media/image4.emf"/><Relationship Id="rId4" Type="http://schemas.openxmlformats.org/officeDocument/2006/relationships/tags" Target="../tags/tag631.xml"/><Relationship Id="rId9" Type="http://schemas.openxmlformats.org/officeDocument/2006/relationships/oleObject" Target="../embeddings/oleObject54.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tags" Target="../tags/tag636.xml"/><Relationship Id="rId7" Type="http://schemas.openxmlformats.org/officeDocument/2006/relationships/slideLayout" Target="../slideLayouts/slideLayout67.xml"/><Relationship Id="rId12" Type="http://schemas.openxmlformats.org/officeDocument/2006/relationships/slide" Target="slide29.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tags" Target="../tags/tag639.xml"/><Relationship Id="rId11" Type="http://schemas.openxmlformats.org/officeDocument/2006/relationships/slide" Target="slide19.xml"/><Relationship Id="rId5" Type="http://schemas.openxmlformats.org/officeDocument/2006/relationships/tags" Target="../tags/tag638.xml"/><Relationship Id="rId10" Type="http://schemas.openxmlformats.org/officeDocument/2006/relationships/slide" Target="slide2.xml"/><Relationship Id="rId4" Type="http://schemas.openxmlformats.org/officeDocument/2006/relationships/tags" Target="../tags/tag637.xml"/><Relationship Id="rId9" Type="http://schemas.openxmlformats.org/officeDocument/2006/relationships/image" Target="../media/image22.em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6.xml"/><Relationship Id="rId2" Type="http://schemas.openxmlformats.org/officeDocument/2006/relationships/tags" Target="../tags/tag641.xml"/><Relationship Id="rId1" Type="http://schemas.openxmlformats.org/officeDocument/2006/relationships/tags" Target="../tags/tag640.xml"/><Relationship Id="rId6" Type="http://schemas.openxmlformats.org/officeDocument/2006/relationships/image" Target="../media/image22.emf"/><Relationship Id="rId5" Type="http://schemas.openxmlformats.org/officeDocument/2006/relationships/oleObject" Target="../embeddings/oleObject56.bin"/><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3" Type="http://schemas.openxmlformats.org/officeDocument/2006/relationships/tags" Target="../tags/tag654.xml"/><Relationship Id="rId18" Type="http://schemas.openxmlformats.org/officeDocument/2006/relationships/tags" Target="../tags/tag659.xml"/><Relationship Id="rId26" Type="http://schemas.openxmlformats.org/officeDocument/2006/relationships/tags" Target="../tags/tag667.xml"/><Relationship Id="rId39" Type="http://schemas.openxmlformats.org/officeDocument/2006/relationships/tags" Target="../tags/tag680.xml"/><Relationship Id="rId21" Type="http://schemas.openxmlformats.org/officeDocument/2006/relationships/tags" Target="../tags/tag662.xml"/><Relationship Id="rId34" Type="http://schemas.openxmlformats.org/officeDocument/2006/relationships/tags" Target="../tags/tag675.xml"/><Relationship Id="rId42" Type="http://schemas.openxmlformats.org/officeDocument/2006/relationships/tags" Target="../tags/tag683.xml"/><Relationship Id="rId47" Type="http://schemas.openxmlformats.org/officeDocument/2006/relationships/oleObject" Target="../embeddings/oleObject57.bin"/><Relationship Id="rId7" Type="http://schemas.openxmlformats.org/officeDocument/2006/relationships/tags" Target="../tags/tag648.xml"/><Relationship Id="rId2" Type="http://schemas.openxmlformats.org/officeDocument/2006/relationships/tags" Target="../tags/tag643.xml"/><Relationship Id="rId16" Type="http://schemas.openxmlformats.org/officeDocument/2006/relationships/tags" Target="../tags/tag657.xml"/><Relationship Id="rId29" Type="http://schemas.openxmlformats.org/officeDocument/2006/relationships/tags" Target="../tags/tag670.xml"/><Relationship Id="rId11" Type="http://schemas.openxmlformats.org/officeDocument/2006/relationships/tags" Target="../tags/tag652.xml"/><Relationship Id="rId24" Type="http://schemas.openxmlformats.org/officeDocument/2006/relationships/tags" Target="../tags/tag665.xml"/><Relationship Id="rId32" Type="http://schemas.openxmlformats.org/officeDocument/2006/relationships/tags" Target="../tags/tag673.xml"/><Relationship Id="rId37" Type="http://schemas.openxmlformats.org/officeDocument/2006/relationships/tags" Target="../tags/tag678.xml"/><Relationship Id="rId40" Type="http://schemas.openxmlformats.org/officeDocument/2006/relationships/tags" Target="../tags/tag681.xml"/><Relationship Id="rId45" Type="http://schemas.openxmlformats.org/officeDocument/2006/relationships/tags" Target="../tags/tag686.xml"/><Relationship Id="rId5" Type="http://schemas.openxmlformats.org/officeDocument/2006/relationships/tags" Target="../tags/tag646.xml"/><Relationship Id="rId15" Type="http://schemas.openxmlformats.org/officeDocument/2006/relationships/tags" Target="../tags/tag656.xml"/><Relationship Id="rId23" Type="http://schemas.openxmlformats.org/officeDocument/2006/relationships/tags" Target="../tags/tag664.xml"/><Relationship Id="rId28" Type="http://schemas.openxmlformats.org/officeDocument/2006/relationships/tags" Target="../tags/tag669.xml"/><Relationship Id="rId36" Type="http://schemas.openxmlformats.org/officeDocument/2006/relationships/tags" Target="../tags/tag677.xml"/><Relationship Id="rId49" Type="http://schemas.openxmlformats.org/officeDocument/2006/relationships/chart" Target="../charts/chart1.xml"/><Relationship Id="rId10" Type="http://schemas.openxmlformats.org/officeDocument/2006/relationships/tags" Target="../tags/tag651.xml"/><Relationship Id="rId19" Type="http://schemas.openxmlformats.org/officeDocument/2006/relationships/tags" Target="../tags/tag660.xml"/><Relationship Id="rId31" Type="http://schemas.openxmlformats.org/officeDocument/2006/relationships/tags" Target="../tags/tag672.xml"/><Relationship Id="rId44" Type="http://schemas.openxmlformats.org/officeDocument/2006/relationships/tags" Target="../tags/tag685.xml"/><Relationship Id="rId4" Type="http://schemas.openxmlformats.org/officeDocument/2006/relationships/tags" Target="../tags/tag645.xml"/><Relationship Id="rId9" Type="http://schemas.openxmlformats.org/officeDocument/2006/relationships/tags" Target="../tags/tag650.xml"/><Relationship Id="rId14" Type="http://schemas.openxmlformats.org/officeDocument/2006/relationships/tags" Target="../tags/tag655.xml"/><Relationship Id="rId22" Type="http://schemas.openxmlformats.org/officeDocument/2006/relationships/tags" Target="../tags/tag663.xml"/><Relationship Id="rId27" Type="http://schemas.openxmlformats.org/officeDocument/2006/relationships/tags" Target="../tags/tag668.xml"/><Relationship Id="rId30" Type="http://schemas.openxmlformats.org/officeDocument/2006/relationships/tags" Target="../tags/tag671.xml"/><Relationship Id="rId35" Type="http://schemas.openxmlformats.org/officeDocument/2006/relationships/tags" Target="../tags/tag676.xml"/><Relationship Id="rId43" Type="http://schemas.openxmlformats.org/officeDocument/2006/relationships/tags" Target="../tags/tag684.xml"/><Relationship Id="rId48" Type="http://schemas.openxmlformats.org/officeDocument/2006/relationships/image" Target="../media/image22.emf"/><Relationship Id="rId8" Type="http://schemas.openxmlformats.org/officeDocument/2006/relationships/tags" Target="../tags/tag649.xml"/><Relationship Id="rId3" Type="http://schemas.openxmlformats.org/officeDocument/2006/relationships/tags" Target="../tags/tag644.xml"/><Relationship Id="rId12" Type="http://schemas.openxmlformats.org/officeDocument/2006/relationships/tags" Target="../tags/tag653.xml"/><Relationship Id="rId17" Type="http://schemas.openxmlformats.org/officeDocument/2006/relationships/tags" Target="../tags/tag658.xml"/><Relationship Id="rId25" Type="http://schemas.openxmlformats.org/officeDocument/2006/relationships/tags" Target="../tags/tag666.xml"/><Relationship Id="rId33" Type="http://schemas.openxmlformats.org/officeDocument/2006/relationships/tags" Target="../tags/tag674.xml"/><Relationship Id="rId38" Type="http://schemas.openxmlformats.org/officeDocument/2006/relationships/tags" Target="../tags/tag679.xml"/><Relationship Id="rId46" Type="http://schemas.openxmlformats.org/officeDocument/2006/relationships/slideLayout" Target="../slideLayouts/slideLayout74.xml"/><Relationship Id="rId20" Type="http://schemas.openxmlformats.org/officeDocument/2006/relationships/tags" Target="../tags/tag661.xml"/><Relationship Id="rId41" Type="http://schemas.openxmlformats.org/officeDocument/2006/relationships/tags" Target="../tags/tag682.xml"/><Relationship Id="rId1" Type="http://schemas.openxmlformats.org/officeDocument/2006/relationships/tags" Target="../tags/tag642.xml"/><Relationship Id="rId6" Type="http://schemas.openxmlformats.org/officeDocument/2006/relationships/tags" Target="../tags/tag647.xml"/></Relationships>
</file>

<file path=ppt/slides/_rels/slide7.xml.rels><?xml version="1.0" encoding="UTF-8" standalone="yes"?>
<Relationships xmlns="http://schemas.openxmlformats.org/package/2006/relationships"><Relationship Id="rId13" Type="http://schemas.openxmlformats.org/officeDocument/2006/relationships/tags" Target="../tags/tag699.xml"/><Relationship Id="rId18" Type="http://schemas.openxmlformats.org/officeDocument/2006/relationships/tags" Target="../tags/tag704.xml"/><Relationship Id="rId26" Type="http://schemas.openxmlformats.org/officeDocument/2006/relationships/tags" Target="../tags/tag712.xml"/><Relationship Id="rId39" Type="http://schemas.openxmlformats.org/officeDocument/2006/relationships/tags" Target="../tags/tag725.xml"/><Relationship Id="rId21" Type="http://schemas.openxmlformats.org/officeDocument/2006/relationships/tags" Target="../tags/tag707.xml"/><Relationship Id="rId34" Type="http://schemas.openxmlformats.org/officeDocument/2006/relationships/tags" Target="../tags/tag720.xml"/><Relationship Id="rId42" Type="http://schemas.openxmlformats.org/officeDocument/2006/relationships/image" Target="../media/image22.emf"/><Relationship Id="rId7" Type="http://schemas.openxmlformats.org/officeDocument/2006/relationships/tags" Target="../tags/tag693.xml"/><Relationship Id="rId2" Type="http://schemas.openxmlformats.org/officeDocument/2006/relationships/tags" Target="../tags/tag688.xml"/><Relationship Id="rId16" Type="http://schemas.openxmlformats.org/officeDocument/2006/relationships/tags" Target="../tags/tag702.xml"/><Relationship Id="rId20" Type="http://schemas.openxmlformats.org/officeDocument/2006/relationships/tags" Target="../tags/tag706.xml"/><Relationship Id="rId29" Type="http://schemas.openxmlformats.org/officeDocument/2006/relationships/tags" Target="../tags/tag715.xml"/><Relationship Id="rId41" Type="http://schemas.openxmlformats.org/officeDocument/2006/relationships/oleObject" Target="../embeddings/oleObject58.bin"/><Relationship Id="rId1" Type="http://schemas.openxmlformats.org/officeDocument/2006/relationships/tags" Target="../tags/tag687.xml"/><Relationship Id="rId6" Type="http://schemas.openxmlformats.org/officeDocument/2006/relationships/tags" Target="../tags/tag692.xml"/><Relationship Id="rId11" Type="http://schemas.openxmlformats.org/officeDocument/2006/relationships/tags" Target="../tags/tag697.xml"/><Relationship Id="rId24" Type="http://schemas.openxmlformats.org/officeDocument/2006/relationships/tags" Target="../tags/tag710.xml"/><Relationship Id="rId32" Type="http://schemas.openxmlformats.org/officeDocument/2006/relationships/tags" Target="../tags/tag718.xml"/><Relationship Id="rId37" Type="http://schemas.openxmlformats.org/officeDocument/2006/relationships/tags" Target="../tags/tag723.xml"/><Relationship Id="rId40" Type="http://schemas.openxmlformats.org/officeDocument/2006/relationships/slideLayout" Target="../slideLayouts/slideLayout74.xml"/><Relationship Id="rId5" Type="http://schemas.openxmlformats.org/officeDocument/2006/relationships/tags" Target="../tags/tag691.xml"/><Relationship Id="rId15" Type="http://schemas.openxmlformats.org/officeDocument/2006/relationships/tags" Target="../tags/tag701.xml"/><Relationship Id="rId23" Type="http://schemas.openxmlformats.org/officeDocument/2006/relationships/tags" Target="../tags/tag709.xml"/><Relationship Id="rId28" Type="http://schemas.openxmlformats.org/officeDocument/2006/relationships/tags" Target="../tags/tag714.xml"/><Relationship Id="rId36" Type="http://schemas.openxmlformats.org/officeDocument/2006/relationships/tags" Target="../tags/tag722.xml"/><Relationship Id="rId10" Type="http://schemas.openxmlformats.org/officeDocument/2006/relationships/tags" Target="../tags/tag696.xml"/><Relationship Id="rId19" Type="http://schemas.openxmlformats.org/officeDocument/2006/relationships/tags" Target="../tags/tag705.xml"/><Relationship Id="rId31" Type="http://schemas.openxmlformats.org/officeDocument/2006/relationships/tags" Target="../tags/tag717.xml"/><Relationship Id="rId44" Type="http://schemas.openxmlformats.org/officeDocument/2006/relationships/chart" Target="../charts/chart3.xml"/><Relationship Id="rId4" Type="http://schemas.openxmlformats.org/officeDocument/2006/relationships/tags" Target="../tags/tag690.xml"/><Relationship Id="rId9" Type="http://schemas.openxmlformats.org/officeDocument/2006/relationships/tags" Target="../tags/tag695.xml"/><Relationship Id="rId14" Type="http://schemas.openxmlformats.org/officeDocument/2006/relationships/tags" Target="../tags/tag700.xml"/><Relationship Id="rId22" Type="http://schemas.openxmlformats.org/officeDocument/2006/relationships/tags" Target="../tags/tag708.xml"/><Relationship Id="rId27" Type="http://schemas.openxmlformats.org/officeDocument/2006/relationships/tags" Target="../tags/tag713.xml"/><Relationship Id="rId30" Type="http://schemas.openxmlformats.org/officeDocument/2006/relationships/tags" Target="../tags/tag716.xml"/><Relationship Id="rId35" Type="http://schemas.openxmlformats.org/officeDocument/2006/relationships/tags" Target="../tags/tag721.xml"/><Relationship Id="rId43" Type="http://schemas.openxmlformats.org/officeDocument/2006/relationships/chart" Target="../charts/chart2.xml"/><Relationship Id="rId8" Type="http://schemas.openxmlformats.org/officeDocument/2006/relationships/tags" Target="../tags/tag694.xml"/><Relationship Id="rId3" Type="http://schemas.openxmlformats.org/officeDocument/2006/relationships/tags" Target="../tags/tag689.xml"/><Relationship Id="rId12" Type="http://schemas.openxmlformats.org/officeDocument/2006/relationships/tags" Target="../tags/tag698.xml"/><Relationship Id="rId17" Type="http://schemas.openxmlformats.org/officeDocument/2006/relationships/tags" Target="../tags/tag703.xml"/><Relationship Id="rId25" Type="http://schemas.openxmlformats.org/officeDocument/2006/relationships/tags" Target="../tags/tag711.xml"/><Relationship Id="rId33" Type="http://schemas.openxmlformats.org/officeDocument/2006/relationships/tags" Target="../tags/tag719.xml"/><Relationship Id="rId38" Type="http://schemas.openxmlformats.org/officeDocument/2006/relationships/tags" Target="../tags/tag724.xml"/></Relationships>
</file>

<file path=ppt/slides/_rels/slide8.xml.rels><?xml version="1.0" encoding="UTF-8" standalone="yes"?>
<Relationships xmlns="http://schemas.openxmlformats.org/package/2006/relationships"><Relationship Id="rId8" Type="http://schemas.openxmlformats.org/officeDocument/2006/relationships/tags" Target="../tags/tag733.xml"/><Relationship Id="rId13" Type="http://schemas.openxmlformats.org/officeDocument/2006/relationships/tags" Target="../tags/tag738.xml"/><Relationship Id="rId18" Type="http://schemas.openxmlformats.org/officeDocument/2006/relationships/tags" Target="../tags/tag743.xml"/><Relationship Id="rId26" Type="http://schemas.openxmlformats.org/officeDocument/2006/relationships/chart" Target="../charts/chart4.xml"/><Relationship Id="rId3" Type="http://schemas.openxmlformats.org/officeDocument/2006/relationships/tags" Target="../tags/tag728.xml"/><Relationship Id="rId21" Type="http://schemas.openxmlformats.org/officeDocument/2006/relationships/tags" Target="../tags/tag746.xml"/><Relationship Id="rId7" Type="http://schemas.openxmlformats.org/officeDocument/2006/relationships/tags" Target="../tags/tag732.xml"/><Relationship Id="rId12" Type="http://schemas.openxmlformats.org/officeDocument/2006/relationships/tags" Target="../tags/tag737.xml"/><Relationship Id="rId17" Type="http://schemas.openxmlformats.org/officeDocument/2006/relationships/tags" Target="../tags/tag742.xml"/><Relationship Id="rId25" Type="http://schemas.openxmlformats.org/officeDocument/2006/relationships/image" Target="../media/image22.emf"/><Relationship Id="rId2" Type="http://schemas.openxmlformats.org/officeDocument/2006/relationships/tags" Target="../tags/tag727.xml"/><Relationship Id="rId16" Type="http://schemas.openxmlformats.org/officeDocument/2006/relationships/tags" Target="../tags/tag741.xml"/><Relationship Id="rId20" Type="http://schemas.openxmlformats.org/officeDocument/2006/relationships/tags" Target="../tags/tag745.xml"/><Relationship Id="rId1" Type="http://schemas.openxmlformats.org/officeDocument/2006/relationships/tags" Target="../tags/tag726.xml"/><Relationship Id="rId6" Type="http://schemas.openxmlformats.org/officeDocument/2006/relationships/tags" Target="../tags/tag731.xml"/><Relationship Id="rId11" Type="http://schemas.openxmlformats.org/officeDocument/2006/relationships/tags" Target="../tags/tag736.xml"/><Relationship Id="rId24" Type="http://schemas.openxmlformats.org/officeDocument/2006/relationships/oleObject" Target="../embeddings/oleObject59.bin"/><Relationship Id="rId5" Type="http://schemas.openxmlformats.org/officeDocument/2006/relationships/tags" Target="../tags/tag730.xml"/><Relationship Id="rId15" Type="http://schemas.openxmlformats.org/officeDocument/2006/relationships/tags" Target="../tags/tag740.xml"/><Relationship Id="rId23" Type="http://schemas.openxmlformats.org/officeDocument/2006/relationships/slideLayout" Target="../slideLayouts/slideLayout74.xml"/><Relationship Id="rId10" Type="http://schemas.openxmlformats.org/officeDocument/2006/relationships/tags" Target="../tags/tag735.xml"/><Relationship Id="rId19" Type="http://schemas.openxmlformats.org/officeDocument/2006/relationships/tags" Target="../tags/tag744.xml"/><Relationship Id="rId4" Type="http://schemas.openxmlformats.org/officeDocument/2006/relationships/tags" Target="../tags/tag729.xml"/><Relationship Id="rId9" Type="http://schemas.openxmlformats.org/officeDocument/2006/relationships/tags" Target="../tags/tag734.xml"/><Relationship Id="rId14" Type="http://schemas.openxmlformats.org/officeDocument/2006/relationships/tags" Target="../tags/tag739.xml"/><Relationship Id="rId22" Type="http://schemas.openxmlformats.org/officeDocument/2006/relationships/tags" Target="../tags/tag747.xml"/></Relationships>
</file>

<file path=ppt/slides/_rels/slide9.xml.rels><?xml version="1.0" encoding="UTF-8" standalone="yes"?>
<Relationships xmlns="http://schemas.openxmlformats.org/package/2006/relationships"><Relationship Id="rId8" Type="http://schemas.openxmlformats.org/officeDocument/2006/relationships/tags" Target="../tags/tag755.xml"/><Relationship Id="rId13" Type="http://schemas.openxmlformats.org/officeDocument/2006/relationships/image" Target="../media/image27.svg"/><Relationship Id="rId3" Type="http://schemas.openxmlformats.org/officeDocument/2006/relationships/tags" Target="../tags/tag750.xml"/><Relationship Id="rId7" Type="http://schemas.openxmlformats.org/officeDocument/2006/relationships/tags" Target="../tags/tag754.xml"/><Relationship Id="rId12" Type="http://schemas.openxmlformats.org/officeDocument/2006/relationships/image" Target="../media/image26.emf"/><Relationship Id="rId17" Type="http://schemas.openxmlformats.org/officeDocument/2006/relationships/image" Target="../media/image31.svg"/><Relationship Id="rId2" Type="http://schemas.openxmlformats.org/officeDocument/2006/relationships/tags" Target="../tags/tag749.xml"/><Relationship Id="rId16" Type="http://schemas.openxmlformats.org/officeDocument/2006/relationships/image" Target="../media/image30.svg"/><Relationship Id="rId1" Type="http://schemas.openxmlformats.org/officeDocument/2006/relationships/tags" Target="../tags/tag748.xml"/><Relationship Id="rId6" Type="http://schemas.openxmlformats.org/officeDocument/2006/relationships/tags" Target="../tags/tag753.xml"/><Relationship Id="rId11" Type="http://schemas.openxmlformats.org/officeDocument/2006/relationships/oleObject" Target="../embeddings/oleObject60.bin"/><Relationship Id="rId5" Type="http://schemas.openxmlformats.org/officeDocument/2006/relationships/tags" Target="../tags/tag752.xml"/><Relationship Id="rId15" Type="http://schemas.openxmlformats.org/officeDocument/2006/relationships/image" Target="../media/image29.svg"/><Relationship Id="rId10" Type="http://schemas.openxmlformats.org/officeDocument/2006/relationships/slideLayout" Target="../slideLayouts/slideLayout66.xml"/><Relationship Id="rId4" Type="http://schemas.openxmlformats.org/officeDocument/2006/relationships/tags" Target="../tags/tag751.xml"/><Relationship Id="rId9" Type="http://schemas.openxmlformats.org/officeDocument/2006/relationships/tags" Target="../tags/tag756.xml"/><Relationship Id="rId14" Type="http://schemas.openxmlformats.org/officeDocument/2006/relationships/image" Target="../media/image28.svg"/></Relationships>
</file>

<file path=ppt/slides/_rels/slide10.xml.rels><?xml version="1.0" encoding="UTF-8" standalone="yes"?>
<Relationships xmlns="http://schemas.openxmlformats.org/package/2006/relationships"><Relationship Id="rId13" Type="http://schemas.openxmlformats.org/officeDocument/2006/relationships/tags" Target="../tags/tag769.xml"/><Relationship Id="rId18" Type="http://schemas.openxmlformats.org/officeDocument/2006/relationships/tags" Target="../tags/tag774.xml"/><Relationship Id="rId26" Type="http://schemas.openxmlformats.org/officeDocument/2006/relationships/tags" Target="../tags/tag782.xml"/><Relationship Id="rId21" Type="http://schemas.openxmlformats.org/officeDocument/2006/relationships/tags" Target="../tags/tag777.xml"/><Relationship Id="rId34" Type="http://schemas.openxmlformats.org/officeDocument/2006/relationships/image" Target="../media/image4.emf"/><Relationship Id="rId7" Type="http://schemas.openxmlformats.org/officeDocument/2006/relationships/tags" Target="../tags/tag763.xml"/><Relationship Id="rId12" Type="http://schemas.openxmlformats.org/officeDocument/2006/relationships/tags" Target="../tags/tag768.xml"/><Relationship Id="rId17" Type="http://schemas.openxmlformats.org/officeDocument/2006/relationships/tags" Target="../tags/tag773.xml"/><Relationship Id="rId25" Type="http://schemas.openxmlformats.org/officeDocument/2006/relationships/tags" Target="../tags/tag781.xml"/><Relationship Id="rId33" Type="http://schemas.openxmlformats.org/officeDocument/2006/relationships/oleObject" Target="../embeddings/oleObject61.bin"/><Relationship Id="rId2" Type="http://schemas.openxmlformats.org/officeDocument/2006/relationships/tags" Target="../tags/tag758.xml"/><Relationship Id="rId16" Type="http://schemas.openxmlformats.org/officeDocument/2006/relationships/tags" Target="../tags/tag772.xml"/><Relationship Id="rId20" Type="http://schemas.openxmlformats.org/officeDocument/2006/relationships/tags" Target="../tags/tag776.xml"/><Relationship Id="rId29" Type="http://schemas.openxmlformats.org/officeDocument/2006/relationships/tags" Target="../tags/tag785.xml"/><Relationship Id="rId1" Type="http://schemas.openxmlformats.org/officeDocument/2006/relationships/tags" Target="../tags/tag757.xml"/><Relationship Id="rId6" Type="http://schemas.openxmlformats.org/officeDocument/2006/relationships/tags" Target="../tags/tag762.xml"/><Relationship Id="rId11" Type="http://schemas.openxmlformats.org/officeDocument/2006/relationships/tags" Target="../tags/tag767.xml"/><Relationship Id="rId24" Type="http://schemas.openxmlformats.org/officeDocument/2006/relationships/tags" Target="../tags/tag780.xml"/><Relationship Id="rId32" Type="http://schemas.openxmlformats.org/officeDocument/2006/relationships/notesSlide" Target="../notesSlides/notesSlide4.xml"/><Relationship Id="rId37" Type="http://schemas.openxmlformats.org/officeDocument/2006/relationships/image" Target="../media/image34.svg"/><Relationship Id="rId5" Type="http://schemas.openxmlformats.org/officeDocument/2006/relationships/tags" Target="../tags/tag761.xml"/><Relationship Id="rId15" Type="http://schemas.openxmlformats.org/officeDocument/2006/relationships/tags" Target="../tags/tag771.xml"/><Relationship Id="rId23" Type="http://schemas.openxmlformats.org/officeDocument/2006/relationships/tags" Target="../tags/tag779.xml"/><Relationship Id="rId28" Type="http://schemas.openxmlformats.org/officeDocument/2006/relationships/tags" Target="../tags/tag784.xml"/><Relationship Id="rId36" Type="http://schemas.openxmlformats.org/officeDocument/2006/relationships/image" Target="../media/image33.svg"/><Relationship Id="rId10" Type="http://schemas.openxmlformats.org/officeDocument/2006/relationships/tags" Target="../tags/tag766.xml"/><Relationship Id="rId19" Type="http://schemas.openxmlformats.org/officeDocument/2006/relationships/tags" Target="../tags/tag775.xml"/><Relationship Id="rId31" Type="http://schemas.openxmlformats.org/officeDocument/2006/relationships/slideLayout" Target="../slideLayouts/slideLayout74.xml"/><Relationship Id="rId4" Type="http://schemas.openxmlformats.org/officeDocument/2006/relationships/tags" Target="../tags/tag760.xml"/><Relationship Id="rId9" Type="http://schemas.openxmlformats.org/officeDocument/2006/relationships/tags" Target="../tags/tag765.xml"/><Relationship Id="rId14" Type="http://schemas.openxmlformats.org/officeDocument/2006/relationships/tags" Target="../tags/tag770.xml"/><Relationship Id="rId22" Type="http://schemas.openxmlformats.org/officeDocument/2006/relationships/tags" Target="../tags/tag778.xml"/><Relationship Id="rId27" Type="http://schemas.openxmlformats.org/officeDocument/2006/relationships/tags" Target="../tags/tag783.xml"/><Relationship Id="rId30" Type="http://schemas.openxmlformats.org/officeDocument/2006/relationships/tags" Target="../tags/tag786.xml"/><Relationship Id="rId35" Type="http://schemas.openxmlformats.org/officeDocument/2006/relationships/image" Target="../media/image32.svg"/><Relationship Id="rId8" Type="http://schemas.openxmlformats.org/officeDocument/2006/relationships/tags" Target="../tags/tag764.xml"/><Relationship Id="rId3" Type="http://schemas.openxmlformats.org/officeDocument/2006/relationships/tags" Target="../tags/tag759.xml"/></Relationships>
</file>

<file path=ppt/slides/_rels/slide11.xml.rels><?xml version="1.0" encoding="UTF-8" standalone="yes"?>
<Relationships xmlns="http://schemas.openxmlformats.org/package/2006/relationships"><Relationship Id="rId13" Type="http://schemas.openxmlformats.org/officeDocument/2006/relationships/tags" Target="../tags/tag799.xml"/><Relationship Id="rId18" Type="http://schemas.openxmlformats.org/officeDocument/2006/relationships/tags" Target="../tags/tag804.xml"/><Relationship Id="rId26" Type="http://schemas.openxmlformats.org/officeDocument/2006/relationships/tags" Target="../tags/tag812.xml"/><Relationship Id="rId39" Type="http://schemas.openxmlformats.org/officeDocument/2006/relationships/tags" Target="../tags/tag825.xml"/><Relationship Id="rId21" Type="http://schemas.openxmlformats.org/officeDocument/2006/relationships/tags" Target="../tags/tag807.xml"/><Relationship Id="rId34" Type="http://schemas.openxmlformats.org/officeDocument/2006/relationships/tags" Target="../tags/tag820.xml"/><Relationship Id="rId42" Type="http://schemas.openxmlformats.org/officeDocument/2006/relationships/notesSlide" Target="../notesSlides/notesSlide5.xml"/><Relationship Id="rId47" Type="http://schemas.openxmlformats.org/officeDocument/2006/relationships/image" Target="../media/image37.svg"/><Relationship Id="rId7" Type="http://schemas.openxmlformats.org/officeDocument/2006/relationships/tags" Target="../tags/tag793.xml"/><Relationship Id="rId2" Type="http://schemas.openxmlformats.org/officeDocument/2006/relationships/tags" Target="../tags/tag788.xml"/><Relationship Id="rId16" Type="http://schemas.openxmlformats.org/officeDocument/2006/relationships/tags" Target="../tags/tag802.xml"/><Relationship Id="rId29" Type="http://schemas.openxmlformats.org/officeDocument/2006/relationships/tags" Target="../tags/tag815.xml"/><Relationship Id="rId11" Type="http://schemas.openxmlformats.org/officeDocument/2006/relationships/tags" Target="../tags/tag797.xml"/><Relationship Id="rId24" Type="http://schemas.openxmlformats.org/officeDocument/2006/relationships/tags" Target="../tags/tag810.xml"/><Relationship Id="rId32" Type="http://schemas.openxmlformats.org/officeDocument/2006/relationships/tags" Target="../tags/tag818.xml"/><Relationship Id="rId37" Type="http://schemas.openxmlformats.org/officeDocument/2006/relationships/tags" Target="../tags/tag823.xml"/><Relationship Id="rId40" Type="http://schemas.openxmlformats.org/officeDocument/2006/relationships/tags" Target="../tags/tag826.xml"/><Relationship Id="rId45" Type="http://schemas.openxmlformats.org/officeDocument/2006/relationships/image" Target="../media/image35.svg"/><Relationship Id="rId5" Type="http://schemas.openxmlformats.org/officeDocument/2006/relationships/tags" Target="../tags/tag791.xml"/><Relationship Id="rId15" Type="http://schemas.openxmlformats.org/officeDocument/2006/relationships/tags" Target="../tags/tag801.xml"/><Relationship Id="rId23" Type="http://schemas.openxmlformats.org/officeDocument/2006/relationships/tags" Target="../tags/tag809.xml"/><Relationship Id="rId28" Type="http://schemas.openxmlformats.org/officeDocument/2006/relationships/tags" Target="../tags/tag814.xml"/><Relationship Id="rId36" Type="http://schemas.openxmlformats.org/officeDocument/2006/relationships/tags" Target="../tags/tag822.xml"/><Relationship Id="rId49" Type="http://schemas.openxmlformats.org/officeDocument/2006/relationships/image" Target="../media/image39.svg"/><Relationship Id="rId10" Type="http://schemas.openxmlformats.org/officeDocument/2006/relationships/tags" Target="../tags/tag796.xml"/><Relationship Id="rId19" Type="http://schemas.openxmlformats.org/officeDocument/2006/relationships/tags" Target="../tags/tag805.xml"/><Relationship Id="rId31" Type="http://schemas.openxmlformats.org/officeDocument/2006/relationships/tags" Target="../tags/tag817.xml"/><Relationship Id="rId44" Type="http://schemas.openxmlformats.org/officeDocument/2006/relationships/image" Target="../media/image4.emf"/><Relationship Id="rId4" Type="http://schemas.openxmlformats.org/officeDocument/2006/relationships/tags" Target="../tags/tag790.xml"/><Relationship Id="rId9" Type="http://schemas.openxmlformats.org/officeDocument/2006/relationships/tags" Target="../tags/tag795.xml"/><Relationship Id="rId14" Type="http://schemas.openxmlformats.org/officeDocument/2006/relationships/tags" Target="../tags/tag800.xml"/><Relationship Id="rId22" Type="http://schemas.openxmlformats.org/officeDocument/2006/relationships/tags" Target="../tags/tag808.xml"/><Relationship Id="rId27" Type="http://schemas.openxmlformats.org/officeDocument/2006/relationships/tags" Target="../tags/tag813.xml"/><Relationship Id="rId30" Type="http://schemas.openxmlformats.org/officeDocument/2006/relationships/tags" Target="../tags/tag816.xml"/><Relationship Id="rId35" Type="http://schemas.openxmlformats.org/officeDocument/2006/relationships/tags" Target="../tags/tag821.xml"/><Relationship Id="rId43" Type="http://schemas.openxmlformats.org/officeDocument/2006/relationships/oleObject" Target="../embeddings/oleObject62.bin"/><Relationship Id="rId48" Type="http://schemas.openxmlformats.org/officeDocument/2006/relationships/image" Target="../media/image38.svg"/><Relationship Id="rId8" Type="http://schemas.openxmlformats.org/officeDocument/2006/relationships/tags" Target="../tags/tag794.xml"/><Relationship Id="rId3" Type="http://schemas.openxmlformats.org/officeDocument/2006/relationships/tags" Target="../tags/tag789.xml"/><Relationship Id="rId12" Type="http://schemas.openxmlformats.org/officeDocument/2006/relationships/tags" Target="../tags/tag798.xml"/><Relationship Id="rId17" Type="http://schemas.openxmlformats.org/officeDocument/2006/relationships/tags" Target="../tags/tag803.xml"/><Relationship Id="rId25" Type="http://schemas.openxmlformats.org/officeDocument/2006/relationships/tags" Target="../tags/tag811.xml"/><Relationship Id="rId33" Type="http://schemas.openxmlformats.org/officeDocument/2006/relationships/tags" Target="../tags/tag819.xml"/><Relationship Id="rId38" Type="http://schemas.openxmlformats.org/officeDocument/2006/relationships/tags" Target="../tags/tag824.xml"/><Relationship Id="rId46" Type="http://schemas.openxmlformats.org/officeDocument/2006/relationships/image" Target="../media/image36.svg"/><Relationship Id="rId20" Type="http://schemas.openxmlformats.org/officeDocument/2006/relationships/tags" Target="../tags/tag806.xml"/><Relationship Id="rId41" Type="http://schemas.openxmlformats.org/officeDocument/2006/relationships/slideLayout" Target="../slideLayouts/slideLayout66.xml"/><Relationship Id="rId1" Type="http://schemas.openxmlformats.org/officeDocument/2006/relationships/tags" Target="../tags/tag787.xml"/><Relationship Id="rId6" Type="http://schemas.openxmlformats.org/officeDocument/2006/relationships/tags" Target="../tags/tag792.xml"/></Relationships>
</file>

<file path=ppt/slides/_rels/slide12.xml.rels><?xml version="1.0" encoding="UTF-8" standalone="yes"?>
<Relationships xmlns="http://schemas.openxmlformats.org/package/2006/relationships"><Relationship Id="rId13" Type="http://schemas.openxmlformats.org/officeDocument/2006/relationships/tags" Target="../tags/tag839.xml"/><Relationship Id="rId18" Type="http://schemas.openxmlformats.org/officeDocument/2006/relationships/tags" Target="../tags/tag844.xml"/><Relationship Id="rId26" Type="http://schemas.openxmlformats.org/officeDocument/2006/relationships/tags" Target="../tags/tag852.xml"/><Relationship Id="rId39" Type="http://schemas.openxmlformats.org/officeDocument/2006/relationships/oleObject" Target="../embeddings/oleObject63.bin"/><Relationship Id="rId21" Type="http://schemas.openxmlformats.org/officeDocument/2006/relationships/tags" Target="../tags/tag847.xml"/><Relationship Id="rId34" Type="http://schemas.openxmlformats.org/officeDocument/2006/relationships/tags" Target="../tags/tag860.xml"/><Relationship Id="rId7" Type="http://schemas.openxmlformats.org/officeDocument/2006/relationships/tags" Target="../tags/tag833.xml"/><Relationship Id="rId12" Type="http://schemas.openxmlformats.org/officeDocument/2006/relationships/tags" Target="../tags/tag838.xml"/><Relationship Id="rId17" Type="http://schemas.openxmlformats.org/officeDocument/2006/relationships/tags" Target="../tags/tag843.xml"/><Relationship Id="rId25" Type="http://schemas.openxmlformats.org/officeDocument/2006/relationships/tags" Target="../tags/tag851.xml"/><Relationship Id="rId33" Type="http://schemas.openxmlformats.org/officeDocument/2006/relationships/tags" Target="../tags/tag859.xml"/><Relationship Id="rId38" Type="http://schemas.openxmlformats.org/officeDocument/2006/relationships/notesSlide" Target="../notesSlides/notesSlide6.xml"/><Relationship Id="rId2" Type="http://schemas.openxmlformats.org/officeDocument/2006/relationships/tags" Target="../tags/tag828.xml"/><Relationship Id="rId16" Type="http://schemas.openxmlformats.org/officeDocument/2006/relationships/tags" Target="../tags/tag842.xml"/><Relationship Id="rId20" Type="http://schemas.openxmlformats.org/officeDocument/2006/relationships/tags" Target="../tags/tag846.xml"/><Relationship Id="rId29" Type="http://schemas.openxmlformats.org/officeDocument/2006/relationships/tags" Target="../tags/tag855.xml"/><Relationship Id="rId1" Type="http://schemas.openxmlformats.org/officeDocument/2006/relationships/tags" Target="../tags/tag827.xml"/><Relationship Id="rId6" Type="http://schemas.openxmlformats.org/officeDocument/2006/relationships/tags" Target="../tags/tag832.xml"/><Relationship Id="rId11" Type="http://schemas.openxmlformats.org/officeDocument/2006/relationships/tags" Target="../tags/tag837.xml"/><Relationship Id="rId24" Type="http://schemas.openxmlformats.org/officeDocument/2006/relationships/tags" Target="../tags/tag850.xml"/><Relationship Id="rId32" Type="http://schemas.openxmlformats.org/officeDocument/2006/relationships/tags" Target="../tags/tag858.xml"/><Relationship Id="rId37" Type="http://schemas.openxmlformats.org/officeDocument/2006/relationships/slideLayout" Target="../slideLayouts/slideLayout70.xml"/><Relationship Id="rId40" Type="http://schemas.openxmlformats.org/officeDocument/2006/relationships/image" Target="../media/image4.emf"/><Relationship Id="rId5" Type="http://schemas.openxmlformats.org/officeDocument/2006/relationships/tags" Target="../tags/tag831.xml"/><Relationship Id="rId15" Type="http://schemas.openxmlformats.org/officeDocument/2006/relationships/tags" Target="../tags/tag841.xml"/><Relationship Id="rId23" Type="http://schemas.openxmlformats.org/officeDocument/2006/relationships/tags" Target="../tags/tag849.xml"/><Relationship Id="rId28" Type="http://schemas.openxmlformats.org/officeDocument/2006/relationships/tags" Target="../tags/tag854.xml"/><Relationship Id="rId36" Type="http://schemas.openxmlformats.org/officeDocument/2006/relationships/tags" Target="../tags/tag862.xml"/><Relationship Id="rId10" Type="http://schemas.openxmlformats.org/officeDocument/2006/relationships/tags" Target="../tags/tag836.xml"/><Relationship Id="rId19" Type="http://schemas.openxmlformats.org/officeDocument/2006/relationships/tags" Target="../tags/tag845.xml"/><Relationship Id="rId31" Type="http://schemas.openxmlformats.org/officeDocument/2006/relationships/tags" Target="../tags/tag857.xml"/><Relationship Id="rId4" Type="http://schemas.openxmlformats.org/officeDocument/2006/relationships/tags" Target="../tags/tag830.xml"/><Relationship Id="rId9" Type="http://schemas.openxmlformats.org/officeDocument/2006/relationships/tags" Target="../tags/tag835.xml"/><Relationship Id="rId14" Type="http://schemas.openxmlformats.org/officeDocument/2006/relationships/tags" Target="../tags/tag840.xml"/><Relationship Id="rId22" Type="http://schemas.openxmlformats.org/officeDocument/2006/relationships/tags" Target="../tags/tag848.xml"/><Relationship Id="rId27" Type="http://schemas.openxmlformats.org/officeDocument/2006/relationships/tags" Target="../tags/tag853.xml"/><Relationship Id="rId30" Type="http://schemas.openxmlformats.org/officeDocument/2006/relationships/tags" Target="../tags/tag856.xml"/><Relationship Id="rId35" Type="http://schemas.openxmlformats.org/officeDocument/2006/relationships/tags" Target="../tags/tag861.xml"/><Relationship Id="rId8" Type="http://schemas.openxmlformats.org/officeDocument/2006/relationships/tags" Target="../tags/tag834.xml"/><Relationship Id="rId3" Type="http://schemas.openxmlformats.org/officeDocument/2006/relationships/tags" Target="../tags/tag829.xml"/></Relationships>
</file>

<file path=ppt/slides/_rels/slide13.xml.rels><?xml version="1.0" encoding="UTF-8" standalone="yes"?>
<Relationships xmlns="http://schemas.openxmlformats.org/package/2006/relationships"><Relationship Id="rId13" Type="http://schemas.openxmlformats.org/officeDocument/2006/relationships/tags" Target="../tags/tag875.xml"/><Relationship Id="rId18" Type="http://schemas.openxmlformats.org/officeDocument/2006/relationships/tags" Target="../tags/tag880.xml"/><Relationship Id="rId26" Type="http://schemas.openxmlformats.org/officeDocument/2006/relationships/tags" Target="../tags/tag888.xml"/><Relationship Id="rId3" Type="http://schemas.openxmlformats.org/officeDocument/2006/relationships/tags" Target="../tags/tag865.xml"/><Relationship Id="rId21" Type="http://schemas.openxmlformats.org/officeDocument/2006/relationships/tags" Target="../tags/tag883.xml"/><Relationship Id="rId34" Type="http://schemas.openxmlformats.org/officeDocument/2006/relationships/oleObject" Target="../embeddings/oleObject64.bin"/><Relationship Id="rId7" Type="http://schemas.openxmlformats.org/officeDocument/2006/relationships/tags" Target="../tags/tag869.xml"/><Relationship Id="rId12" Type="http://schemas.openxmlformats.org/officeDocument/2006/relationships/tags" Target="../tags/tag874.xml"/><Relationship Id="rId17" Type="http://schemas.openxmlformats.org/officeDocument/2006/relationships/tags" Target="../tags/tag879.xml"/><Relationship Id="rId25" Type="http://schemas.openxmlformats.org/officeDocument/2006/relationships/tags" Target="../tags/tag887.xml"/><Relationship Id="rId33" Type="http://schemas.openxmlformats.org/officeDocument/2006/relationships/notesSlide" Target="../notesSlides/notesSlide7.xml"/><Relationship Id="rId2" Type="http://schemas.openxmlformats.org/officeDocument/2006/relationships/tags" Target="../tags/tag864.xml"/><Relationship Id="rId16" Type="http://schemas.openxmlformats.org/officeDocument/2006/relationships/tags" Target="../tags/tag878.xml"/><Relationship Id="rId20" Type="http://schemas.openxmlformats.org/officeDocument/2006/relationships/tags" Target="../tags/tag882.xml"/><Relationship Id="rId29" Type="http://schemas.openxmlformats.org/officeDocument/2006/relationships/tags" Target="../tags/tag891.xml"/><Relationship Id="rId1" Type="http://schemas.openxmlformats.org/officeDocument/2006/relationships/tags" Target="../tags/tag863.xml"/><Relationship Id="rId6" Type="http://schemas.openxmlformats.org/officeDocument/2006/relationships/tags" Target="../tags/tag868.xml"/><Relationship Id="rId11" Type="http://schemas.openxmlformats.org/officeDocument/2006/relationships/tags" Target="../tags/tag873.xml"/><Relationship Id="rId24" Type="http://schemas.openxmlformats.org/officeDocument/2006/relationships/tags" Target="../tags/tag886.xml"/><Relationship Id="rId32" Type="http://schemas.openxmlformats.org/officeDocument/2006/relationships/slideLayout" Target="../slideLayouts/slideLayout70.xml"/><Relationship Id="rId5" Type="http://schemas.openxmlformats.org/officeDocument/2006/relationships/tags" Target="../tags/tag867.xml"/><Relationship Id="rId15" Type="http://schemas.openxmlformats.org/officeDocument/2006/relationships/tags" Target="../tags/tag877.xml"/><Relationship Id="rId23" Type="http://schemas.openxmlformats.org/officeDocument/2006/relationships/tags" Target="../tags/tag885.xml"/><Relationship Id="rId28" Type="http://schemas.openxmlformats.org/officeDocument/2006/relationships/tags" Target="../tags/tag890.xml"/><Relationship Id="rId10" Type="http://schemas.openxmlformats.org/officeDocument/2006/relationships/tags" Target="../tags/tag872.xml"/><Relationship Id="rId19" Type="http://schemas.openxmlformats.org/officeDocument/2006/relationships/tags" Target="../tags/tag881.xml"/><Relationship Id="rId31" Type="http://schemas.openxmlformats.org/officeDocument/2006/relationships/tags" Target="../tags/tag893.xml"/><Relationship Id="rId4" Type="http://schemas.openxmlformats.org/officeDocument/2006/relationships/tags" Target="../tags/tag866.xml"/><Relationship Id="rId9" Type="http://schemas.openxmlformats.org/officeDocument/2006/relationships/tags" Target="../tags/tag871.xml"/><Relationship Id="rId14" Type="http://schemas.openxmlformats.org/officeDocument/2006/relationships/tags" Target="../tags/tag876.xml"/><Relationship Id="rId22" Type="http://schemas.openxmlformats.org/officeDocument/2006/relationships/tags" Target="../tags/tag884.xml"/><Relationship Id="rId27" Type="http://schemas.openxmlformats.org/officeDocument/2006/relationships/tags" Target="../tags/tag889.xml"/><Relationship Id="rId30" Type="http://schemas.openxmlformats.org/officeDocument/2006/relationships/tags" Target="../tags/tag892.xml"/><Relationship Id="rId35" Type="http://schemas.openxmlformats.org/officeDocument/2006/relationships/image" Target="../media/image4.emf"/><Relationship Id="rId8" Type="http://schemas.openxmlformats.org/officeDocument/2006/relationships/tags" Target="../tags/tag870.xml"/></Relationships>
</file>

<file path=ppt/slides/_rels/slide14.xml.rels><?xml version="1.0" encoding="UTF-8" standalone="yes"?>
<Relationships xmlns="http://schemas.openxmlformats.org/package/2006/relationships"><Relationship Id="rId13" Type="http://schemas.openxmlformats.org/officeDocument/2006/relationships/tags" Target="../tags/tag906.xml"/><Relationship Id="rId18" Type="http://schemas.openxmlformats.org/officeDocument/2006/relationships/tags" Target="../tags/tag911.xml"/><Relationship Id="rId26" Type="http://schemas.openxmlformats.org/officeDocument/2006/relationships/tags" Target="../tags/tag919.xml"/><Relationship Id="rId39" Type="http://schemas.openxmlformats.org/officeDocument/2006/relationships/tags" Target="../tags/tag932.xml"/><Relationship Id="rId21" Type="http://schemas.openxmlformats.org/officeDocument/2006/relationships/tags" Target="../tags/tag914.xml"/><Relationship Id="rId34" Type="http://schemas.openxmlformats.org/officeDocument/2006/relationships/tags" Target="../tags/tag927.xml"/><Relationship Id="rId42" Type="http://schemas.openxmlformats.org/officeDocument/2006/relationships/tags" Target="../tags/tag935.xml"/><Relationship Id="rId47" Type="http://schemas.openxmlformats.org/officeDocument/2006/relationships/tags" Target="../tags/tag940.xml"/><Relationship Id="rId50" Type="http://schemas.openxmlformats.org/officeDocument/2006/relationships/tags" Target="../tags/tag943.xml"/><Relationship Id="rId7" Type="http://schemas.openxmlformats.org/officeDocument/2006/relationships/tags" Target="../tags/tag900.xml"/><Relationship Id="rId2" Type="http://schemas.openxmlformats.org/officeDocument/2006/relationships/tags" Target="../tags/tag895.xml"/><Relationship Id="rId16" Type="http://schemas.openxmlformats.org/officeDocument/2006/relationships/tags" Target="../tags/tag909.xml"/><Relationship Id="rId29" Type="http://schemas.openxmlformats.org/officeDocument/2006/relationships/tags" Target="../tags/tag922.xml"/><Relationship Id="rId11" Type="http://schemas.openxmlformats.org/officeDocument/2006/relationships/tags" Target="../tags/tag904.xml"/><Relationship Id="rId24" Type="http://schemas.openxmlformats.org/officeDocument/2006/relationships/tags" Target="../tags/tag917.xml"/><Relationship Id="rId32" Type="http://schemas.openxmlformats.org/officeDocument/2006/relationships/tags" Target="../tags/tag925.xml"/><Relationship Id="rId37" Type="http://schemas.openxmlformats.org/officeDocument/2006/relationships/tags" Target="../tags/tag930.xml"/><Relationship Id="rId40" Type="http://schemas.openxmlformats.org/officeDocument/2006/relationships/tags" Target="../tags/tag933.xml"/><Relationship Id="rId45" Type="http://schemas.openxmlformats.org/officeDocument/2006/relationships/tags" Target="../tags/tag938.xml"/><Relationship Id="rId53" Type="http://schemas.openxmlformats.org/officeDocument/2006/relationships/oleObject" Target="../embeddings/oleObject65.bin"/><Relationship Id="rId5" Type="http://schemas.openxmlformats.org/officeDocument/2006/relationships/tags" Target="../tags/tag898.xml"/><Relationship Id="rId10" Type="http://schemas.openxmlformats.org/officeDocument/2006/relationships/tags" Target="../tags/tag903.xml"/><Relationship Id="rId19" Type="http://schemas.openxmlformats.org/officeDocument/2006/relationships/tags" Target="../tags/tag912.xml"/><Relationship Id="rId31" Type="http://schemas.openxmlformats.org/officeDocument/2006/relationships/tags" Target="../tags/tag924.xml"/><Relationship Id="rId44" Type="http://schemas.openxmlformats.org/officeDocument/2006/relationships/tags" Target="../tags/tag937.xml"/><Relationship Id="rId52" Type="http://schemas.openxmlformats.org/officeDocument/2006/relationships/notesSlide" Target="../notesSlides/notesSlide8.xml"/><Relationship Id="rId4" Type="http://schemas.openxmlformats.org/officeDocument/2006/relationships/tags" Target="../tags/tag897.xml"/><Relationship Id="rId9" Type="http://schemas.openxmlformats.org/officeDocument/2006/relationships/tags" Target="../tags/tag902.xml"/><Relationship Id="rId14" Type="http://schemas.openxmlformats.org/officeDocument/2006/relationships/tags" Target="../tags/tag907.xml"/><Relationship Id="rId22" Type="http://schemas.openxmlformats.org/officeDocument/2006/relationships/tags" Target="../tags/tag915.xml"/><Relationship Id="rId27" Type="http://schemas.openxmlformats.org/officeDocument/2006/relationships/tags" Target="../tags/tag920.xml"/><Relationship Id="rId30" Type="http://schemas.openxmlformats.org/officeDocument/2006/relationships/tags" Target="../tags/tag923.xml"/><Relationship Id="rId35" Type="http://schemas.openxmlformats.org/officeDocument/2006/relationships/tags" Target="../tags/tag928.xml"/><Relationship Id="rId43" Type="http://schemas.openxmlformats.org/officeDocument/2006/relationships/tags" Target="../tags/tag936.xml"/><Relationship Id="rId48" Type="http://schemas.openxmlformats.org/officeDocument/2006/relationships/tags" Target="../tags/tag941.xml"/><Relationship Id="rId8" Type="http://schemas.openxmlformats.org/officeDocument/2006/relationships/tags" Target="../tags/tag901.xml"/><Relationship Id="rId51" Type="http://schemas.openxmlformats.org/officeDocument/2006/relationships/slideLayout" Target="../slideLayouts/slideLayout70.xml"/><Relationship Id="rId3" Type="http://schemas.openxmlformats.org/officeDocument/2006/relationships/tags" Target="../tags/tag896.xml"/><Relationship Id="rId12" Type="http://schemas.openxmlformats.org/officeDocument/2006/relationships/tags" Target="../tags/tag905.xml"/><Relationship Id="rId17" Type="http://schemas.openxmlformats.org/officeDocument/2006/relationships/tags" Target="../tags/tag910.xml"/><Relationship Id="rId25" Type="http://schemas.openxmlformats.org/officeDocument/2006/relationships/tags" Target="../tags/tag918.xml"/><Relationship Id="rId33" Type="http://schemas.openxmlformats.org/officeDocument/2006/relationships/tags" Target="../tags/tag926.xml"/><Relationship Id="rId38" Type="http://schemas.openxmlformats.org/officeDocument/2006/relationships/tags" Target="../tags/tag931.xml"/><Relationship Id="rId46" Type="http://schemas.openxmlformats.org/officeDocument/2006/relationships/tags" Target="../tags/tag939.xml"/><Relationship Id="rId20" Type="http://schemas.openxmlformats.org/officeDocument/2006/relationships/tags" Target="../tags/tag913.xml"/><Relationship Id="rId41" Type="http://schemas.openxmlformats.org/officeDocument/2006/relationships/tags" Target="../tags/tag934.xml"/><Relationship Id="rId54" Type="http://schemas.openxmlformats.org/officeDocument/2006/relationships/image" Target="../media/image4.emf"/><Relationship Id="rId1" Type="http://schemas.openxmlformats.org/officeDocument/2006/relationships/tags" Target="../tags/tag894.xml"/><Relationship Id="rId6" Type="http://schemas.openxmlformats.org/officeDocument/2006/relationships/tags" Target="../tags/tag899.xml"/><Relationship Id="rId15" Type="http://schemas.openxmlformats.org/officeDocument/2006/relationships/tags" Target="../tags/tag908.xml"/><Relationship Id="rId23" Type="http://schemas.openxmlformats.org/officeDocument/2006/relationships/tags" Target="../tags/tag916.xml"/><Relationship Id="rId28" Type="http://schemas.openxmlformats.org/officeDocument/2006/relationships/tags" Target="../tags/tag921.xml"/><Relationship Id="rId36" Type="http://schemas.openxmlformats.org/officeDocument/2006/relationships/tags" Target="../tags/tag929.xml"/><Relationship Id="rId49" Type="http://schemas.openxmlformats.org/officeDocument/2006/relationships/tags" Target="../tags/tag942.xml"/></Relationships>
</file>

<file path=ppt/slides/_rels/slide15.xml.rels><?xml version="1.0" encoding="UTF-8" standalone="yes"?>
<Relationships xmlns="http://schemas.openxmlformats.org/package/2006/relationships"><Relationship Id="rId8" Type="http://schemas.openxmlformats.org/officeDocument/2006/relationships/tags" Target="../tags/tag951.xml"/><Relationship Id="rId13" Type="http://schemas.openxmlformats.org/officeDocument/2006/relationships/image" Target="../media/image4.emf"/><Relationship Id="rId3" Type="http://schemas.openxmlformats.org/officeDocument/2006/relationships/tags" Target="../tags/tag946.xml"/><Relationship Id="rId7" Type="http://schemas.openxmlformats.org/officeDocument/2006/relationships/tags" Target="../tags/tag950.xml"/><Relationship Id="rId12" Type="http://schemas.openxmlformats.org/officeDocument/2006/relationships/oleObject" Target="../embeddings/oleObject66.bin"/><Relationship Id="rId2" Type="http://schemas.openxmlformats.org/officeDocument/2006/relationships/tags" Target="../tags/tag945.xml"/><Relationship Id="rId1" Type="http://schemas.openxmlformats.org/officeDocument/2006/relationships/tags" Target="../tags/tag944.xml"/><Relationship Id="rId6" Type="http://schemas.openxmlformats.org/officeDocument/2006/relationships/tags" Target="../tags/tag949.xml"/><Relationship Id="rId11" Type="http://schemas.openxmlformats.org/officeDocument/2006/relationships/notesSlide" Target="../notesSlides/notesSlide9.xml"/><Relationship Id="rId5" Type="http://schemas.openxmlformats.org/officeDocument/2006/relationships/tags" Target="../tags/tag948.xml"/><Relationship Id="rId15" Type="http://schemas.openxmlformats.org/officeDocument/2006/relationships/image" Target="../media/image41.svg"/><Relationship Id="rId10" Type="http://schemas.openxmlformats.org/officeDocument/2006/relationships/slideLayout" Target="../slideLayouts/slideLayout70.xml"/><Relationship Id="rId4" Type="http://schemas.openxmlformats.org/officeDocument/2006/relationships/tags" Target="../tags/tag947.xml"/><Relationship Id="rId9" Type="http://schemas.openxmlformats.org/officeDocument/2006/relationships/tags" Target="../tags/tag952.xml"/><Relationship Id="rId14" Type="http://schemas.openxmlformats.org/officeDocument/2006/relationships/image" Target="../media/image40.sv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tags" Target="../tags/tag955.xml"/><Relationship Id="rId7" Type="http://schemas.openxmlformats.org/officeDocument/2006/relationships/tags" Target="../tags/tag959.xml"/><Relationship Id="rId2" Type="http://schemas.openxmlformats.org/officeDocument/2006/relationships/tags" Target="../tags/tag954.xml"/><Relationship Id="rId1" Type="http://schemas.openxmlformats.org/officeDocument/2006/relationships/tags" Target="../tags/tag953.xml"/><Relationship Id="rId6" Type="http://schemas.openxmlformats.org/officeDocument/2006/relationships/tags" Target="../tags/tag958.xml"/><Relationship Id="rId11" Type="http://schemas.openxmlformats.org/officeDocument/2006/relationships/image" Target="../media/image22.emf"/><Relationship Id="rId5" Type="http://schemas.openxmlformats.org/officeDocument/2006/relationships/tags" Target="../tags/tag957.xml"/><Relationship Id="rId10" Type="http://schemas.openxmlformats.org/officeDocument/2006/relationships/oleObject" Target="../embeddings/oleObject67.bin"/><Relationship Id="rId4" Type="http://schemas.openxmlformats.org/officeDocument/2006/relationships/tags" Target="../tags/tag956.xml"/><Relationship Id="rId9"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8" Type="http://schemas.openxmlformats.org/officeDocument/2006/relationships/tags" Target="../tags/tag967.xml"/><Relationship Id="rId13" Type="http://schemas.openxmlformats.org/officeDocument/2006/relationships/notesSlide" Target="../notesSlides/notesSlide11.xml"/><Relationship Id="rId3" Type="http://schemas.openxmlformats.org/officeDocument/2006/relationships/tags" Target="../tags/tag962.xml"/><Relationship Id="rId7" Type="http://schemas.openxmlformats.org/officeDocument/2006/relationships/tags" Target="../tags/tag966.xml"/><Relationship Id="rId12" Type="http://schemas.openxmlformats.org/officeDocument/2006/relationships/slideLayout" Target="../slideLayouts/slideLayout66.xml"/><Relationship Id="rId2" Type="http://schemas.openxmlformats.org/officeDocument/2006/relationships/tags" Target="../tags/tag961.xml"/><Relationship Id="rId1" Type="http://schemas.openxmlformats.org/officeDocument/2006/relationships/tags" Target="../tags/tag960.xml"/><Relationship Id="rId6" Type="http://schemas.openxmlformats.org/officeDocument/2006/relationships/tags" Target="../tags/tag965.xml"/><Relationship Id="rId11" Type="http://schemas.openxmlformats.org/officeDocument/2006/relationships/tags" Target="../tags/tag970.xml"/><Relationship Id="rId5" Type="http://schemas.openxmlformats.org/officeDocument/2006/relationships/tags" Target="../tags/tag964.xml"/><Relationship Id="rId10" Type="http://schemas.openxmlformats.org/officeDocument/2006/relationships/tags" Target="../tags/tag969.xml"/><Relationship Id="rId4" Type="http://schemas.openxmlformats.org/officeDocument/2006/relationships/tags" Target="../tags/tag963.xml"/><Relationship Id="rId9" Type="http://schemas.openxmlformats.org/officeDocument/2006/relationships/tags" Target="../tags/tag968.xml"/><Relationship Id="rId14" Type="http://schemas.openxmlformats.org/officeDocument/2006/relationships/oleObject" Target="../embeddings/oleObject68.bin"/></Relationships>
</file>

<file path=ppt/slides/_rels/slide18.xml.rels><?xml version="1.0" encoding="UTF-8" standalone="yes"?>
<Relationships xmlns="http://schemas.openxmlformats.org/package/2006/relationships"><Relationship Id="rId8" Type="http://schemas.openxmlformats.org/officeDocument/2006/relationships/tags" Target="../tags/tag978.xml"/><Relationship Id="rId13" Type="http://schemas.openxmlformats.org/officeDocument/2006/relationships/image" Target="../media/image4.emf"/><Relationship Id="rId3" Type="http://schemas.openxmlformats.org/officeDocument/2006/relationships/tags" Target="../tags/tag973.xml"/><Relationship Id="rId7" Type="http://schemas.openxmlformats.org/officeDocument/2006/relationships/tags" Target="../tags/tag977.xml"/><Relationship Id="rId12" Type="http://schemas.openxmlformats.org/officeDocument/2006/relationships/oleObject" Target="../embeddings/oleObject69.bin"/><Relationship Id="rId17" Type="http://schemas.openxmlformats.org/officeDocument/2006/relationships/image" Target="../media/image45.svg"/><Relationship Id="rId2" Type="http://schemas.openxmlformats.org/officeDocument/2006/relationships/tags" Target="../tags/tag972.xml"/><Relationship Id="rId16" Type="http://schemas.openxmlformats.org/officeDocument/2006/relationships/image" Target="../media/image44.svg"/><Relationship Id="rId1" Type="http://schemas.openxmlformats.org/officeDocument/2006/relationships/tags" Target="../tags/tag971.xml"/><Relationship Id="rId6" Type="http://schemas.openxmlformats.org/officeDocument/2006/relationships/tags" Target="../tags/tag976.xml"/><Relationship Id="rId11" Type="http://schemas.openxmlformats.org/officeDocument/2006/relationships/notesSlide" Target="../notesSlides/notesSlide12.xml"/><Relationship Id="rId5" Type="http://schemas.openxmlformats.org/officeDocument/2006/relationships/tags" Target="../tags/tag975.xml"/><Relationship Id="rId15" Type="http://schemas.openxmlformats.org/officeDocument/2006/relationships/image" Target="../media/image43.svg"/><Relationship Id="rId10" Type="http://schemas.openxmlformats.org/officeDocument/2006/relationships/slideLayout" Target="../slideLayouts/slideLayout66.xml"/><Relationship Id="rId4" Type="http://schemas.openxmlformats.org/officeDocument/2006/relationships/tags" Target="../tags/tag974.xml"/><Relationship Id="rId9" Type="http://schemas.openxmlformats.org/officeDocument/2006/relationships/tags" Target="../tags/tag979.xml"/><Relationship Id="rId14" Type="http://schemas.openxmlformats.org/officeDocument/2006/relationships/image" Target="../media/image42.svg"/></Relationships>
</file>

<file path=ppt/slides/_rels/slide19.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982.xml"/><Relationship Id="rId7" Type="http://schemas.openxmlformats.org/officeDocument/2006/relationships/oleObject" Target="../embeddings/oleObject70.bin"/><Relationship Id="rId2" Type="http://schemas.openxmlformats.org/officeDocument/2006/relationships/tags" Target="../tags/tag981.xml"/><Relationship Id="rId1" Type="http://schemas.openxmlformats.org/officeDocument/2006/relationships/tags" Target="../tags/tag980.xml"/><Relationship Id="rId6" Type="http://schemas.openxmlformats.org/officeDocument/2006/relationships/slideLayout" Target="../slideLayouts/slideLayout67.xml"/><Relationship Id="rId11" Type="http://schemas.openxmlformats.org/officeDocument/2006/relationships/slide" Target="slide29.xml"/><Relationship Id="rId5" Type="http://schemas.openxmlformats.org/officeDocument/2006/relationships/tags" Target="../tags/tag984.xml"/><Relationship Id="rId10" Type="http://schemas.openxmlformats.org/officeDocument/2006/relationships/slide" Target="slide4.xml"/><Relationship Id="rId4" Type="http://schemas.openxmlformats.org/officeDocument/2006/relationships/tags" Target="../tags/tag983.xml"/><Relationship Id="rId9" Type="http://schemas.openxmlformats.org/officeDocument/2006/relationships/slide" Target="slide2.xml"/></Relationships>
</file>

<file path=ppt/slides/_rels/slide20.xml.rels><?xml version="1.0" encoding="UTF-8" standalone="yes"?>
<Relationships xmlns="http://schemas.openxmlformats.org/package/2006/relationships"><Relationship Id="rId13" Type="http://schemas.openxmlformats.org/officeDocument/2006/relationships/tags" Target="../tags/tag997.xml"/><Relationship Id="rId18" Type="http://schemas.openxmlformats.org/officeDocument/2006/relationships/tags" Target="../tags/tag1002.xml"/><Relationship Id="rId26" Type="http://schemas.openxmlformats.org/officeDocument/2006/relationships/tags" Target="../tags/tag1010.xml"/><Relationship Id="rId39" Type="http://schemas.openxmlformats.org/officeDocument/2006/relationships/image" Target="../media/image49.svg"/><Relationship Id="rId21" Type="http://schemas.openxmlformats.org/officeDocument/2006/relationships/tags" Target="../tags/tag1005.xml"/><Relationship Id="rId34" Type="http://schemas.openxmlformats.org/officeDocument/2006/relationships/oleObject" Target="../embeddings/oleObject71.bin"/><Relationship Id="rId7" Type="http://schemas.openxmlformats.org/officeDocument/2006/relationships/tags" Target="../tags/tag991.xml"/><Relationship Id="rId2" Type="http://schemas.openxmlformats.org/officeDocument/2006/relationships/tags" Target="../tags/tag986.xml"/><Relationship Id="rId16" Type="http://schemas.openxmlformats.org/officeDocument/2006/relationships/tags" Target="../tags/tag1000.xml"/><Relationship Id="rId20" Type="http://schemas.openxmlformats.org/officeDocument/2006/relationships/tags" Target="../tags/tag1004.xml"/><Relationship Id="rId29" Type="http://schemas.openxmlformats.org/officeDocument/2006/relationships/tags" Target="../tags/tag1013.xml"/><Relationship Id="rId41" Type="http://schemas.openxmlformats.org/officeDocument/2006/relationships/image" Target="../media/image51.svg"/><Relationship Id="rId1" Type="http://schemas.openxmlformats.org/officeDocument/2006/relationships/tags" Target="../tags/tag985.xml"/><Relationship Id="rId6" Type="http://schemas.openxmlformats.org/officeDocument/2006/relationships/tags" Target="../tags/tag990.xml"/><Relationship Id="rId11" Type="http://schemas.openxmlformats.org/officeDocument/2006/relationships/tags" Target="../tags/tag995.xml"/><Relationship Id="rId24" Type="http://schemas.openxmlformats.org/officeDocument/2006/relationships/tags" Target="../tags/tag1008.xml"/><Relationship Id="rId32" Type="http://schemas.openxmlformats.org/officeDocument/2006/relationships/slideLayout" Target="../slideLayouts/slideLayout74.xml"/><Relationship Id="rId37" Type="http://schemas.openxmlformats.org/officeDocument/2006/relationships/image" Target="../media/image47.svg"/><Relationship Id="rId40" Type="http://schemas.openxmlformats.org/officeDocument/2006/relationships/image" Target="../media/image50.svg"/><Relationship Id="rId5" Type="http://schemas.openxmlformats.org/officeDocument/2006/relationships/tags" Target="../tags/tag989.xml"/><Relationship Id="rId15" Type="http://schemas.openxmlformats.org/officeDocument/2006/relationships/tags" Target="../tags/tag999.xml"/><Relationship Id="rId23" Type="http://schemas.openxmlformats.org/officeDocument/2006/relationships/tags" Target="../tags/tag1007.xml"/><Relationship Id="rId28" Type="http://schemas.openxmlformats.org/officeDocument/2006/relationships/tags" Target="../tags/tag1012.xml"/><Relationship Id="rId36" Type="http://schemas.openxmlformats.org/officeDocument/2006/relationships/image" Target="../media/image46.svg"/><Relationship Id="rId10" Type="http://schemas.openxmlformats.org/officeDocument/2006/relationships/tags" Target="../tags/tag994.xml"/><Relationship Id="rId19" Type="http://schemas.openxmlformats.org/officeDocument/2006/relationships/tags" Target="../tags/tag1003.xml"/><Relationship Id="rId31" Type="http://schemas.openxmlformats.org/officeDocument/2006/relationships/tags" Target="../tags/tag1015.xml"/><Relationship Id="rId4" Type="http://schemas.openxmlformats.org/officeDocument/2006/relationships/tags" Target="../tags/tag988.xml"/><Relationship Id="rId9" Type="http://schemas.openxmlformats.org/officeDocument/2006/relationships/tags" Target="../tags/tag993.xml"/><Relationship Id="rId14" Type="http://schemas.openxmlformats.org/officeDocument/2006/relationships/tags" Target="../tags/tag998.xml"/><Relationship Id="rId22" Type="http://schemas.openxmlformats.org/officeDocument/2006/relationships/tags" Target="../tags/tag1006.xml"/><Relationship Id="rId27" Type="http://schemas.openxmlformats.org/officeDocument/2006/relationships/tags" Target="../tags/tag1011.xml"/><Relationship Id="rId30" Type="http://schemas.openxmlformats.org/officeDocument/2006/relationships/tags" Target="../tags/tag1014.xml"/><Relationship Id="rId35" Type="http://schemas.openxmlformats.org/officeDocument/2006/relationships/image" Target="../media/image22.emf"/><Relationship Id="rId8" Type="http://schemas.openxmlformats.org/officeDocument/2006/relationships/tags" Target="../tags/tag992.xml"/><Relationship Id="rId3" Type="http://schemas.openxmlformats.org/officeDocument/2006/relationships/tags" Target="../tags/tag987.xml"/><Relationship Id="rId12" Type="http://schemas.openxmlformats.org/officeDocument/2006/relationships/tags" Target="../tags/tag996.xml"/><Relationship Id="rId17" Type="http://schemas.openxmlformats.org/officeDocument/2006/relationships/tags" Target="../tags/tag1001.xml"/><Relationship Id="rId25" Type="http://schemas.openxmlformats.org/officeDocument/2006/relationships/tags" Target="../tags/tag1009.xml"/><Relationship Id="rId33" Type="http://schemas.openxmlformats.org/officeDocument/2006/relationships/notesSlide" Target="../notesSlides/notesSlide13.xml"/><Relationship Id="rId38" Type="http://schemas.openxmlformats.org/officeDocument/2006/relationships/image" Target="../media/image48.svg"/></Relationships>
</file>

<file path=ppt/slides/_rels/slide21.xml.rels><?xml version="1.0" encoding="UTF-8" standalone="yes"?>
<Relationships xmlns="http://schemas.openxmlformats.org/package/2006/relationships"><Relationship Id="rId8" Type="http://schemas.openxmlformats.org/officeDocument/2006/relationships/tags" Target="../tags/tag1023.xml"/><Relationship Id="rId13" Type="http://schemas.openxmlformats.org/officeDocument/2006/relationships/tags" Target="../tags/tag1028.xml"/><Relationship Id="rId18" Type="http://schemas.openxmlformats.org/officeDocument/2006/relationships/tags" Target="../tags/tag1033.xml"/><Relationship Id="rId26" Type="http://schemas.openxmlformats.org/officeDocument/2006/relationships/oleObject" Target="../embeddings/oleObject72.bin"/><Relationship Id="rId3" Type="http://schemas.openxmlformats.org/officeDocument/2006/relationships/tags" Target="../tags/tag1018.xml"/><Relationship Id="rId21" Type="http://schemas.openxmlformats.org/officeDocument/2006/relationships/tags" Target="../tags/tag1036.xml"/><Relationship Id="rId7" Type="http://schemas.openxmlformats.org/officeDocument/2006/relationships/tags" Target="../tags/tag1022.xml"/><Relationship Id="rId12" Type="http://schemas.openxmlformats.org/officeDocument/2006/relationships/tags" Target="../tags/tag1027.xml"/><Relationship Id="rId17" Type="http://schemas.openxmlformats.org/officeDocument/2006/relationships/tags" Target="../tags/tag1032.xml"/><Relationship Id="rId25" Type="http://schemas.openxmlformats.org/officeDocument/2006/relationships/slideLayout" Target="../slideLayouts/slideLayout74.xml"/><Relationship Id="rId2" Type="http://schemas.openxmlformats.org/officeDocument/2006/relationships/tags" Target="../tags/tag1017.xml"/><Relationship Id="rId16" Type="http://schemas.openxmlformats.org/officeDocument/2006/relationships/tags" Target="../tags/tag1031.xml"/><Relationship Id="rId20" Type="http://schemas.openxmlformats.org/officeDocument/2006/relationships/tags" Target="../tags/tag1035.xml"/><Relationship Id="rId1" Type="http://schemas.openxmlformats.org/officeDocument/2006/relationships/tags" Target="../tags/tag1016.xml"/><Relationship Id="rId6" Type="http://schemas.openxmlformats.org/officeDocument/2006/relationships/tags" Target="../tags/tag1021.xml"/><Relationship Id="rId11" Type="http://schemas.openxmlformats.org/officeDocument/2006/relationships/tags" Target="../tags/tag1026.xml"/><Relationship Id="rId24" Type="http://schemas.openxmlformats.org/officeDocument/2006/relationships/tags" Target="../tags/tag1039.xml"/><Relationship Id="rId5" Type="http://schemas.openxmlformats.org/officeDocument/2006/relationships/tags" Target="../tags/tag1020.xml"/><Relationship Id="rId15" Type="http://schemas.openxmlformats.org/officeDocument/2006/relationships/tags" Target="../tags/tag1030.xml"/><Relationship Id="rId23" Type="http://schemas.openxmlformats.org/officeDocument/2006/relationships/tags" Target="../tags/tag1038.xml"/><Relationship Id="rId28" Type="http://schemas.openxmlformats.org/officeDocument/2006/relationships/chart" Target="../charts/chart5.xml"/><Relationship Id="rId10" Type="http://schemas.openxmlformats.org/officeDocument/2006/relationships/tags" Target="../tags/tag1025.xml"/><Relationship Id="rId19" Type="http://schemas.openxmlformats.org/officeDocument/2006/relationships/tags" Target="../tags/tag1034.xml"/><Relationship Id="rId4" Type="http://schemas.openxmlformats.org/officeDocument/2006/relationships/tags" Target="../tags/tag1019.xml"/><Relationship Id="rId9" Type="http://schemas.openxmlformats.org/officeDocument/2006/relationships/tags" Target="../tags/tag1024.xml"/><Relationship Id="rId14" Type="http://schemas.openxmlformats.org/officeDocument/2006/relationships/tags" Target="../tags/tag1029.xml"/><Relationship Id="rId22" Type="http://schemas.openxmlformats.org/officeDocument/2006/relationships/tags" Target="../tags/tag1037.xml"/><Relationship Id="rId27" Type="http://schemas.openxmlformats.org/officeDocument/2006/relationships/image" Target="../media/image22.emf"/></Relationships>
</file>

<file path=ppt/slides/_rels/slide22.xml.rels><?xml version="1.0" encoding="UTF-8" standalone="yes"?>
<Relationships xmlns="http://schemas.openxmlformats.org/package/2006/relationships"><Relationship Id="rId13" Type="http://schemas.openxmlformats.org/officeDocument/2006/relationships/tags" Target="../tags/tag1052.xml"/><Relationship Id="rId18" Type="http://schemas.openxmlformats.org/officeDocument/2006/relationships/tags" Target="../tags/tag1057.xml"/><Relationship Id="rId26" Type="http://schemas.openxmlformats.org/officeDocument/2006/relationships/tags" Target="../tags/tag1065.xml"/><Relationship Id="rId39" Type="http://schemas.openxmlformats.org/officeDocument/2006/relationships/tags" Target="../tags/tag1078.xml"/><Relationship Id="rId21" Type="http://schemas.openxmlformats.org/officeDocument/2006/relationships/tags" Target="../tags/tag1060.xml"/><Relationship Id="rId34" Type="http://schemas.openxmlformats.org/officeDocument/2006/relationships/tags" Target="../tags/tag1073.xml"/><Relationship Id="rId42" Type="http://schemas.openxmlformats.org/officeDocument/2006/relationships/tags" Target="../tags/tag1081.xml"/><Relationship Id="rId47" Type="http://schemas.openxmlformats.org/officeDocument/2006/relationships/image" Target="../media/image22.emf"/><Relationship Id="rId7" Type="http://schemas.openxmlformats.org/officeDocument/2006/relationships/tags" Target="../tags/tag1046.xml"/><Relationship Id="rId2" Type="http://schemas.openxmlformats.org/officeDocument/2006/relationships/tags" Target="../tags/tag1041.xml"/><Relationship Id="rId16" Type="http://schemas.openxmlformats.org/officeDocument/2006/relationships/tags" Target="../tags/tag1055.xml"/><Relationship Id="rId29" Type="http://schemas.openxmlformats.org/officeDocument/2006/relationships/tags" Target="../tags/tag1068.xml"/><Relationship Id="rId1" Type="http://schemas.openxmlformats.org/officeDocument/2006/relationships/tags" Target="../tags/tag1040.xml"/><Relationship Id="rId6" Type="http://schemas.openxmlformats.org/officeDocument/2006/relationships/tags" Target="../tags/tag1045.xml"/><Relationship Id="rId11" Type="http://schemas.openxmlformats.org/officeDocument/2006/relationships/tags" Target="../tags/tag1050.xml"/><Relationship Id="rId24" Type="http://schemas.openxmlformats.org/officeDocument/2006/relationships/tags" Target="../tags/tag1063.xml"/><Relationship Id="rId32" Type="http://schemas.openxmlformats.org/officeDocument/2006/relationships/tags" Target="../tags/tag1071.xml"/><Relationship Id="rId37" Type="http://schemas.openxmlformats.org/officeDocument/2006/relationships/tags" Target="../tags/tag1076.xml"/><Relationship Id="rId40" Type="http://schemas.openxmlformats.org/officeDocument/2006/relationships/tags" Target="../tags/tag1079.xml"/><Relationship Id="rId45" Type="http://schemas.openxmlformats.org/officeDocument/2006/relationships/notesSlide" Target="../notesSlides/notesSlide14.xml"/><Relationship Id="rId5" Type="http://schemas.openxmlformats.org/officeDocument/2006/relationships/tags" Target="../tags/tag1044.xml"/><Relationship Id="rId15" Type="http://schemas.openxmlformats.org/officeDocument/2006/relationships/tags" Target="../tags/tag1054.xml"/><Relationship Id="rId23" Type="http://schemas.openxmlformats.org/officeDocument/2006/relationships/tags" Target="../tags/tag1062.xml"/><Relationship Id="rId28" Type="http://schemas.openxmlformats.org/officeDocument/2006/relationships/tags" Target="../tags/tag1067.xml"/><Relationship Id="rId36" Type="http://schemas.openxmlformats.org/officeDocument/2006/relationships/tags" Target="../tags/tag1075.xml"/><Relationship Id="rId10" Type="http://schemas.openxmlformats.org/officeDocument/2006/relationships/tags" Target="../tags/tag1049.xml"/><Relationship Id="rId19" Type="http://schemas.openxmlformats.org/officeDocument/2006/relationships/tags" Target="../tags/tag1058.xml"/><Relationship Id="rId31" Type="http://schemas.openxmlformats.org/officeDocument/2006/relationships/tags" Target="../tags/tag1070.xml"/><Relationship Id="rId44" Type="http://schemas.openxmlformats.org/officeDocument/2006/relationships/slideLayout" Target="../slideLayouts/slideLayout74.xml"/><Relationship Id="rId4" Type="http://schemas.openxmlformats.org/officeDocument/2006/relationships/tags" Target="../tags/tag1043.xml"/><Relationship Id="rId9" Type="http://schemas.openxmlformats.org/officeDocument/2006/relationships/tags" Target="../tags/tag1048.xml"/><Relationship Id="rId14" Type="http://schemas.openxmlformats.org/officeDocument/2006/relationships/tags" Target="../tags/tag1053.xml"/><Relationship Id="rId22" Type="http://schemas.openxmlformats.org/officeDocument/2006/relationships/tags" Target="../tags/tag1061.xml"/><Relationship Id="rId27" Type="http://schemas.openxmlformats.org/officeDocument/2006/relationships/tags" Target="../tags/tag1066.xml"/><Relationship Id="rId30" Type="http://schemas.openxmlformats.org/officeDocument/2006/relationships/tags" Target="../tags/tag1069.xml"/><Relationship Id="rId35" Type="http://schemas.openxmlformats.org/officeDocument/2006/relationships/tags" Target="../tags/tag1074.xml"/><Relationship Id="rId43" Type="http://schemas.openxmlformats.org/officeDocument/2006/relationships/tags" Target="../tags/tag1082.xml"/><Relationship Id="rId48" Type="http://schemas.openxmlformats.org/officeDocument/2006/relationships/chart" Target="../charts/chart6.xml"/><Relationship Id="rId8" Type="http://schemas.openxmlformats.org/officeDocument/2006/relationships/tags" Target="../tags/tag1047.xml"/><Relationship Id="rId3" Type="http://schemas.openxmlformats.org/officeDocument/2006/relationships/tags" Target="../tags/tag1042.xml"/><Relationship Id="rId12" Type="http://schemas.openxmlformats.org/officeDocument/2006/relationships/tags" Target="../tags/tag1051.xml"/><Relationship Id="rId17" Type="http://schemas.openxmlformats.org/officeDocument/2006/relationships/tags" Target="../tags/tag1056.xml"/><Relationship Id="rId25" Type="http://schemas.openxmlformats.org/officeDocument/2006/relationships/tags" Target="../tags/tag1064.xml"/><Relationship Id="rId33" Type="http://schemas.openxmlformats.org/officeDocument/2006/relationships/tags" Target="../tags/tag1072.xml"/><Relationship Id="rId38" Type="http://schemas.openxmlformats.org/officeDocument/2006/relationships/tags" Target="../tags/tag1077.xml"/><Relationship Id="rId46" Type="http://schemas.openxmlformats.org/officeDocument/2006/relationships/oleObject" Target="../embeddings/oleObject73.bin"/><Relationship Id="rId20" Type="http://schemas.openxmlformats.org/officeDocument/2006/relationships/tags" Target="../tags/tag1059.xml"/><Relationship Id="rId41" Type="http://schemas.openxmlformats.org/officeDocument/2006/relationships/tags" Target="../tags/tag1080.xml"/></Relationships>
</file>

<file path=ppt/slides/_rels/slide23.xml.rels><?xml version="1.0" encoding="UTF-8" standalone="yes"?>
<Relationships xmlns="http://schemas.openxmlformats.org/package/2006/relationships"><Relationship Id="rId13" Type="http://schemas.openxmlformats.org/officeDocument/2006/relationships/tags" Target="../tags/tag1095.xml"/><Relationship Id="rId18" Type="http://schemas.openxmlformats.org/officeDocument/2006/relationships/tags" Target="../tags/tag1100.xml"/><Relationship Id="rId26" Type="http://schemas.openxmlformats.org/officeDocument/2006/relationships/tags" Target="../tags/tag1108.xml"/><Relationship Id="rId39" Type="http://schemas.openxmlformats.org/officeDocument/2006/relationships/tags" Target="../tags/tag1121.xml"/><Relationship Id="rId21" Type="http://schemas.openxmlformats.org/officeDocument/2006/relationships/tags" Target="../tags/tag1103.xml"/><Relationship Id="rId34" Type="http://schemas.openxmlformats.org/officeDocument/2006/relationships/tags" Target="../tags/tag1116.xml"/><Relationship Id="rId42" Type="http://schemas.openxmlformats.org/officeDocument/2006/relationships/tags" Target="../tags/tag1124.xml"/><Relationship Id="rId47" Type="http://schemas.openxmlformats.org/officeDocument/2006/relationships/tags" Target="../tags/tag1129.xml"/><Relationship Id="rId50" Type="http://schemas.openxmlformats.org/officeDocument/2006/relationships/tags" Target="../tags/tag1132.xml"/><Relationship Id="rId55" Type="http://schemas.openxmlformats.org/officeDocument/2006/relationships/slideLayout" Target="../slideLayouts/slideLayout74.xml"/><Relationship Id="rId7" Type="http://schemas.openxmlformats.org/officeDocument/2006/relationships/tags" Target="../tags/tag1089.xml"/><Relationship Id="rId2" Type="http://schemas.openxmlformats.org/officeDocument/2006/relationships/tags" Target="../tags/tag1084.xml"/><Relationship Id="rId16" Type="http://schemas.openxmlformats.org/officeDocument/2006/relationships/tags" Target="../tags/tag1098.xml"/><Relationship Id="rId29" Type="http://schemas.openxmlformats.org/officeDocument/2006/relationships/tags" Target="../tags/tag1111.xml"/><Relationship Id="rId11" Type="http://schemas.openxmlformats.org/officeDocument/2006/relationships/tags" Target="../tags/tag1093.xml"/><Relationship Id="rId24" Type="http://schemas.openxmlformats.org/officeDocument/2006/relationships/tags" Target="../tags/tag1106.xml"/><Relationship Id="rId32" Type="http://schemas.openxmlformats.org/officeDocument/2006/relationships/tags" Target="../tags/tag1114.xml"/><Relationship Id="rId37" Type="http://schemas.openxmlformats.org/officeDocument/2006/relationships/tags" Target="../tags/tag1119.xml"/><Relationship Id="rId40" Type="http://schemas.openxmlformats.org/officeDocument/2006/relationships/tags" Target="../tags/tag1122.xml"/><Relationship Id="rId45" Type="http://schemas.openxmlformats.org/officeDocument/2006/relationships/tags" Target="../tags/tag1127.xml"/><Relationship Id="rId53" Type="http://schemas.openxmlformats.org/officeDocument/2006/relationships/tags" Target="../tags/tag1135.xml"/><Relationship Id="rId58" Type="http://schemas.openxmlformats.org/officeDocument/2006/relationships/chart" Target="../charts/chart7.xml"/><Relationship Id="rId5" Type="http://schemas.openxmlformats.org/officeDocument/2006/relationships/tags" Target="../tags/tag1087.xml"/><Relationship Id="rId19" Type="http://schemas.openxmlformats.org/officeDocument/2006/relationships/tags" Target="../tags/tag1101.xml"/><Relationship Id="rId4" Type="http://schemas.openxmlformats.org/officeDocument/2006/relationships/tags" Target="../tags/tag1086.xml"/><Relationship Id="rId9" Type="http://schemas.openxmlformats.org/officeDocument/2006/relationships/tags" Target="../tags/tag1091.xml"/><Relationship Id="rId14" Type="http://schemas.openxmlformats.org/officeDocument/2006/relationships/tags" Target="../tags/tag1096.xml"/><Relationship Id="rId22" Type="http://schemas.openxmlformats.org/officeDocument/2006/relationships/tags" Target="../tags/tag1104.xml"/><Relationship Id="rId27" Type="http://schemas.openxmlformats.org/officeDocument/2006/relationships/tags" Target="../tags/tag1109.xml"/><Relationship Id="rId30" Type="http://schemas.openxmlformats.org/officeDocument/2006/relationships/tags" Target="../tags/tag1112.xml"/><Relationship Id="rId35" Type="http://schemas.openxmlformats.org/officeDocument/2006/relationships/tags" Target="../tags/tag1117.xml"/><Relationship Id="rId43" Type="http://schemas.openxmlformats.org/officeDocument/2006/relationships/tags" Target="../tags/tag1125.xml"/><Relationship Id="rId48" Type="http://schemas.openxmlformats.org/officeDocument/2006/relationships/tags" Target="../tags/tag1130.xml"/><Relationship Id="rId56" Type="http://schemas.openxmlformats.org/officeDocument/2006/relationships/oleObject" Target="../embeddings/oleObject74.bin"/><Relationship Id="rId8" Type="http://schemas.openxmlformats.org/officeDocument/2006/relationships/tags" Target="../tags/tag1090.xml"/><Relationship Id="rId51" Type="http://schemas.openxmlformats.org/officeDocument/2006/relationships/tags" Target="../tags/tag1133.xml"/><Relationship Id="rId3" Type="http://schemas.openxmlformats.org/officeDocument/2006/relationships/tags" Target="../tags/tag1085.xml"/><Relationship Id="rId12" Type="http://schemas.openxmlformats.org/officeDocument/2006/relationships/tags" Target="../tags/tag1094.xml"/><Relationship Id="rId17" Type="http://schemas.openxmlformats.org/officeDocument/2006/relationships/tags" Target="../tags/tag1099.xml"/><Relationship Id="rId25" Type="http://schemas.openxmlformats.org/officeDocument/2006/relationships/tags" Target="../tags/tag1107.xml"/><Relationship Id="rId33" Type="http://schemas.openxmlformats.org/officeDocument/2006/relationships/tags" Target="../tags/tag1115.xml"/><Relationship Id="rId38" Type="http://schemas.openxmlformats.org/officeDocument/2006/relationships/tags" Target="../tags/tag1120.xml"/><Relationship Id="rId46" Type="http://schemas.openxmlformats.org/officeDocument/2006/relationships/tags" Target="../tags/tag1128.xml"/><Relationship Id="rId20" Type="http://schemas.openxmlformats.org/officeDocument/2006/relationships/tags" Target="../tags/tag1102.xml"/><Relationship Id="rId41" Type="http://schemas.openxmlformats.org/officeDocument/2006/relationships/tags" Target="../tags/tag1123.xml"/><Relationship Id="rId54" Type="http://schemas.openxmlformats.org/officeDocument/2006/relationships/tags" Target="../tags/tag1136.xml"/><Relationship Id="rId1" Type="http://schemas.openxmlformats.org/officeDocument/2006/relationships/tags" Target="../tags/tag1083.xml"/><Relationship Id="rId6" Type="http://schemas.openxmlformats.org/officeDocument/2006/relationships/tags" Target="../tags/tag1088.xml"/><Relationship Id="rId15" Type="http://schemas.openxmlformats.org/officeDocument/2006/relationships/tags" Target="../tags/tag1097.xml"/><Relationship Id="rId23" Type="http://schemas.openxmlformats.org/officeDocument/2006/relationships/tags" Target="../tags/tag1105.xml"/><Relationship Id="rId28" Type="http://schemas.openxmlformats.org/officeDocument/2006/relationships/tags" Target="../tags/tag1110.xml"/><Relationship Id="rId36" Type="http://schemas.openxmlformats.org/officeDocument/2006/relationships/tags" Target="../tags/tag1118.xml"/><Relationship Id="rId49" Type="http://schemas.openxmlformats.org/officeDocument/2006/relationships/tags" Target="../tags/tag1131.xml"/><Relationship Id="rId57" Type="http://schemas.openxmlformats.org/officeDocument/2006/relationships/image" Target="../media/image22.emf"/><Relationship Id="rId10" Type="http://schemas.openxmlformats.org/officeDocument/2006/relationships/tags" Target="../tags/tag1092.xml"/><Relationship Id="rId31" Type="http://schemas.openxmlformats.org/officeDocument/2006/relationships/tags" Target="../tags/tag1113.xml"/><Relationship Id="rId44" Type="http://schemas.openxmlformats.org/officeDocument/2006/relationships/tags" Target="../tags/tag1126.xml"/><Relationship Id="rId52" Type="http://schemas.openxmlformats.org/officeDocument/2006/relationships/tags" Target="../tags/tag1134.xml"/></Relationships>
</file>

<file path=ppt/slides/_rels/slide24.xml.rels><?xml version="1.0" encoding="UTF-8" standalone="yes"?>
<Relationships xmlns="http://schemas.openxmlformats.org/package/2006/relationships"><Relationship Id="rId8" Type="http://schemas.openxmlformats.org/officeDocument/2006/relationships/tags" Target="../tags/tag1144.xml"/><Relationship Id="rId13" Type="http://schemas.openxmlformats.org/officeDocument/2006/relationships/image" Target="../media/image26.emf"/><Relationship Id="rId18" Type="http://schemas.openxmlformats.org/officeDocument/2006/relationships/image" Target="../media/image56.svg"/><Relationship Id="rId3" Type="http://schemas.openxmlformats.org/officeDocument/2006/relationships/tags" Target="../tags/tag1139.xml"/><Relationship Id="rId7" Type="http://schemas.openxmlformats.org/officeDocument/2006/relationships/tags" Target="../tags/tag1143.xml"/><Relationship Id="rId12" Type="http://schemas.openxmlformats.org/officeDocument/2006/relationships/oleObject" Target="../embeddings/oleObject75.bin"/><Relationship Id="rId17" Type="http://schemas.openxmlformats.org/officeDocument/2006/relationships/image" Target="../media/image55.svg"/><Relationship Id="rId2" Type="http://schemas.openxmlformats.org/officeDocument/2006/relationships/tags" Target="../tags/tag1138.xml"/><Relationship Id="rId16" Type="http://schemas.openxmlformats.org/officeDocument/2006/relationships/image" Target="../media/image54.svg"/><Relationship Id="rId20" Type="http://schemas.openxmlformats.org/officeDocument/2006/relationships/image" Target="../media/image58.svg"/><Relationship Id="rId1" Type="http://schemas.openxmlformats.org/officeDocument/2006/relationships/tags" Target="../tags/tag1137.xml"/><Relationship Id="rId6" Type="http://schemas.openxmlformats.org/officeDocument/2006/relationships/tags" Target="../tags/tag1142.xml"/><Relationship Id="rId11" Type="http://schemas.openxmlformats.org/officeDocument/2006/relationships/slideLayout" Target="../slideLayouts/slideLayout66.xml"/><Relationship Id="rId5" Type="http://schemas.openxmlformats.org/officeDocument/2006/relationships/tags" Target="../tags/tag1141.xml"/><Relationship Id="rId15" Type="http://schemas.openxmlformats.org/officeDocument/2006/relationships/image" Target="../media/image53.svg"/><Relationship Id="rId10" Type="http://schemas.openxmlformats.org/officeDocument/2006/relationships/tags" Target="../tags/tag1146.xml"/><Relationship Id="rId19" Type="http://schemas.openxmlformats.org/officeDocument/2006/relationships/image" Target="../media/image57.svg"/><Relationship Id="rId4" Type="http://schemas.openxmlformats.org/officeDocument/2006/relationships/tags" Target="../tags/tag1140.xml"/><Relationship Id="rId9" Type="http://schemas.openxmlformats.org/officeDocument/2006/relationships/tags" Target="../tags/tag1145.xml"/><Relationship Id="rId14" Type="http://schemas.openxmlformats.org/officeDocument/2006/relationships/image" Target="../media/image52.svg"/></Relationships>
</file>

<file path=ppt/slides/_rels/slide25.xml.rels><?xml version="1.0" encoding="UTF-8" standalone="yes"?>
<Relationships xmlns="http://schemas.openxmlformats.org/package/2006/relationships"><Relationship Id="rId8" Type="http://schemas.openxmlformats.org/officeDocument/2006/relationships/tags" Target="../tags/tag1154.xml"/><Relationship Id="rId13" Type="http://schemas.openxmlformats.org/officeDocument/2006/relationships/tags" Target="../tags/tag1159.xml"/><Relationship Id="rId18" Type="http://schemas.openxmlformats.org/officeDocument/2006/relationships/tags" Target="../tags/tag1164.xml"/><Relationship Id="rId26" Type="http://schemas.openxmlformats.org/officeDocument/2006/relationships/image" Target="../media/image63.svg"/><Relationship Id="rId3" Type="http://schemas.openxmlformats.org/officeDocument/2006/relationships/tags" Target="../tags/tag1149.xml"/><Relationship Id="rId21" Type="http://schemas.openxmlformats.org/officeDocument/2006/relationships/image" Target="../media/image22.emf"/><Relationship Id="rId7" Type="http://schemas.openxmlformats.org/officeDocument/2006/relationships/tags" Target="../tags/tag1153.xml"/><Relationship Id="rId12" Type="http://schemas.openxmlformats.org/officeDocument/2006/relationships/tags" Target="../tags/tag1158.xml"/><Relationship Id="rId17" Type="http://schemas.openxmlformats.org/officeDocument/2006/relationships/tags" Target="../tags/tag1163.xml"/><Relationship Id="rId25" Type="http://schemas.openxmlformats.org/officeDocument/2006/relationships/image" Target="../media/image62.svg"/><Relationship Id="rId2" Type="http://schemas.openxmlformats.org/officeDocument/2006/relationships/tags" Target="../tags/tag1148.xml"/><Relationship Id="rId16" Type="http://schemas.openxmlformats.org/officeDocument/2006/relationships/tags" Target="../tags/tag1162.xml"/><Relationship Id="rId20" Type="http://schemas.openxmlformats.org/officeDocument/2006/relationships/oleObject" Target="../embeddings/oleObject76.bin"/><Relationship Id="rId1" Type="http://schemas.openxmlformats.org/officeDocument/2006/relationships/tags" Target="../tags/tag1147.xml"/><Relationship Id="rId6" Type="http://schemas.openxmlformats.org/officeDocument/2006/relationships/tags" Target="../tags/tag1152.xml"/><Relationship Id="rId11" Type="http://schemas.openxmlformats.org/officeDocument/2006/relationships/tags" Target="../tags/tag1157.xml"/><Relationship Id="rId24" Type="http://schemas.openxmlformats.org/officeDocument/2006/relationships/image" Target="../media/image61.svg"/><Relationship Id="rId5" Type="http://schemas.openxmlformats.org/officeDocument/2006/relationships/tags" Target="../tags/tag1151.xml"/><Relationship Id="rId15" Type="http://schemas.openxmlformats.org/officeDocument/2006/relationships/tags" Target="../tags/tag1161.xml"/><Relationship Id="rId23" Type="http://schemas.openxmlformats.org/officeDocument/2006/relationships/image" Target="../media/image60.svg"/><Relationship Id="rId28" Type="http://schemas.openxmlformats.org/officeDocument/2006/relationships/image" Target="../media/image65.svg"/><Relationship Id="rId10" Type="http://schemas.openxmlformats.org/officeDocument/2006/relationships/tags" Target="../tags/tag1156.xml"/><Relationship Id="rId19" Type="http://schemas.openxmlformats.org/officeDocument/2006/relationships/slideLayout" Target="../slideLayouts/slideLayout66.xml"/><Relationship Id="rId4" Type="http://schemas.openxmlformats.org/officeDocument/2006/relationships/tags" Target="../tags/tag1150.xml"/><Relationship Id="rId9" Type="http://schemas.openxmlformats.org/officeDocument/2006/relationships/tags" Target="../tags/tag1155.xml"/><Relationship Id="rId14" Type="http://schemas.openxmlformats.org/officeDocument/2006/relationships/tags" Target="../tags/tag1160.xml"/><Relationship Id="rId22" Type="http://schemas.openxmlformats.org/officeDocument/2006/relationships/image" Target="../media/image59.svg"/><Relationship Id="rId27" Type="http://schemas.openxmlformats.org/officeDocument/2006/relationships/image" Target="../media/image64.svg"/></Relationships>
</file>

<file path=ppt/slides/_rels/slide26.xml.rels><?xml version="1.0" encoding="UTF-8" standalone="yes"?>
<Relationships xmlns="http://schemas.openxmlformats.org/package/2006/relationships"><Relationship Id="rId26" Type="http://schemas.openxmlformats.org/officeDocument/2006/relationships/tags" Target="../tags/tag1190.xml"/><Relationship Id="rId21" Type="http://schemas.openxmlformats.org/officeDocument/2006/relationships/tags" Target="../tags/tag1185.xml"/><Relationship Id="rId42" Type="http://schemas.openxmlformats.org/officeDocument/2006/relationships/tags" Target="../tags/tag1206.xml"/><Relationship Id="rId47" Type="http://schemas.openxmlformats.org/officeDocument/2006/relationships/tags" Target="../tags/tag1211.xml"/><Relationship Id="rId63" Type="http://schemas.openxmlformats.org/officeDocument/2006/relationships/tags" Target="../tags/tag1227.xml"/><Relationship Id="rId68" Type="http://schemas.openxmlformats.org/officeDocument/2006/relationships/tags" Target="../tags/tag1232.xml"/><Relationship Id="rId16" Type="http://schemas.openxmlformats.org/officeDocument/2006/relationships/tags" Target="../tags/tag1180.xml"/><Relationship Id="rId11" Type="http://schemas.openxmlformats.org/officeDocument/2006/relationships/tags" Target="../tags/tag1175.xml"/><Relationship Id="rId24" Type="http://schemas.openxmlformats.org/officeDocument/2006/relationships/tags" Target="../tags/tag1188.xml"/><Relationship Id="rId32" Type="http://schemas.openxmlformats.org/officeDocument/2006/relationships/tags" Target="../tags/tag1196.xml"/><Relationship Id="rId37" Type="http://schemas.openxmlformats.org/officeDocument/2006/relationships/tags" Target="../tags/tag1201.xml"/><Relationship Id="rId40" Type="http://schemas.openxmlformats.org/officeDocument/2006/relationships/tags" Target="../tags/tag1204.xml"/><Relationship Id="rId45" Type="http://schemas.openxmlformats.org/officeDocument/2006/relationships/tags" Target="../tags/tag1209.xml"/><Relationship Id="rId53" Type="http://schemas.openxmlformats.org/officeDocument/2006/relationships/tags" Target="../tags/tag1217.xml"/><Relationship Id="rId58" Type="http://schemas.openxmlformats.org/officeDocument/2006/relationships/tags" Target="../tags/tag1222.xml"/><Relationship Id="rId66" Type="http://schemas.openxmlformats.org/officeDocument/2006/relationships/tags" Target="../tags/tag1230.xml"/><Relationship Id="rId74" Type="http://schemas.openxmlformats.org/officeDocument/2006/relationships/tags" Target="../tags/tag1238.xml"/><Relationship Id="rId79" Type="http://schemas.openxmlformats.org/officeDocument/2006/relationships/image" Target="../media/image67.svg"/><Relationship Id="rId5" Type="http://schemas.openxmlformats.org/officeDocument/2006/relationships/tags" Target="../tags/tag1169.xml"/><Relationship Id="rId61" Type="http://schemas.openxmlformats.org/officeDocument/2006/relationships/tags" Target="../tags/tag1225.xml"/><Relationship Id="rId19" Type="http://schemas.openxmlformats.org/officeDocument/2006/relationships/tags" Target="../tags/tag1183.xml"/><Relationship Id="rId14" Type="http://schemas.openxmlformats.org/officeDocument/2006/relationships/tags" Target="../tags/tag1178.xml"/><Relationship Id="rId22" Type="http://schemas.openxmlformats.org/officeDocument/2006/relationships/tags" Target="../tags/tag1186.xml"/><Relationship Id="rId27" Type="http://schemas.openxmlformats.org/officeDocument/2006/relationships/tags" Target="../tags/tag1191.xml"/><Relationship Id="rId30" Type="http://schemas.openxmlformats.org/officeDocument/2006/relationships/tags" Target="../tags/tag1194.xml"/><Relationship Id="rId35" Type="http://schemas.openxmlformats.org/officeDocument/2006/relationships/tags" Target="../tags/tag1199.xml"/><Relationship Id="rId43" Type="http://schemas.openxmlformats.org/officeDocument/2006/relationships/tags" Target="../tags/tag1207.xml"/><Relationship Id="rId48" Type="http://schemas.openxmlformats.org/officeDocument/2006/relationships/tags" Target="../tags/tag1212.xml"/><Relationship Id="rId56" Type="http://schemas.openxmlformats.org/officeDocument/2006/relationships/tags" Target="../tags/tag1220.xml"/><Relationship Id="rId64" Type="http://schemas.openxmlformats.org/officeDocument/2006/relationships/tags" Target="../tags/tag1228.xml"/><Relationship Id="rId69" Type="http://schemas.openxmlformats.org/officeDocument/2006/relationships/tags" Target="../tags/tag1233.xml"/><Relationship Id="rId77" Type="http://schemas.openxmlformats.org/officeDocument/2006/relationships/image" Target="../media/image22.emf"/><Relationship Id="rId8" Type="http://schemas.openxmlformats.org/officeDocument/2006/relationships/tags" Target="../tags/tag1172.xml"/><Relationship Id="rId51" Type="http://schemas.openxmlformats.org/officeDocument/2006/relationships/tags" Target="../tags/tag1215.xml"/><Relationship Id="rId72" Type="http://schemas.openxmlformats.org/officeDocument/2006/relationships/tags" Target="../tags/tag1236.xml"/><Relationship Id="rId80" Type="http://schemas.openxmlformats.org/officeDocument/2006/relationships/image" Target="../media/image68.svg"/><Relationship Id="rId3" Type="http://schemas.openxmlformats.org/officeDocument/2006/relationships/tags" Target="../tags/tag1167.xml"/><Relationship Id="rId12" Type="http://schemas.openxmlformats.org/officeDocument/2006/relationships/tags" Target="../tags/tag1176.xml"/><Relationship Id="rId17" Type="http://schemas.openxmlformats.org/officeDocument/2006/relationships/tags" Target="../tags/tag1181.xml"/><Relationship Id="rId25" Type="http://schemas.openxmlformats.org/officeDocument/2006/relationships/tags" Target="../tags/tag1189.xml"/><Relationship Id="rId33" Type="http://schemas.openxmlformats.org/officeDocument/2006/relationships/tags" Target="../tags/tag1197.xml"/><Relationship Id="rId38" Type="http://schemas.openxmlformats.org/officeDocument/2006/relationships/tags" Target="../tags/tag1202.xml"/><Relationship Id="rId46" Type="http://schemas.openxmlformats.org/officeDocument/2006/relationships/tags" Target="../tags/tag1210.xml"/><Relationship Id="rId59" Type="http://schemas.openxmlformats.org/officeDocument/2006/relationships/tags" Target="../tags/tag1223.xml"/><Relationship Id="rId67" Type="http://schemas.openxmlformats.org/officeDocument/2006/relationships/tags" Target="../tags/tag1231.xml"/><Relationship Id="rId20" Type="http://schemas.openxmlformats.org/officeDocument/2006/relationships/tags" Target="../tags/tag1184.xml"/><Relationship Id="rId41" Type="http://schemas.openxmlformats.org/officeDocument/2006/relationships/tags" Target="../tags/tag1205.xml"/><Relationship Id="rId54" Type="http://schemas.openxmlformats.org/officeDocument/2006/relationships/tags" Target="../tags/tag1218.xml"/><Relationship Id="rId62" Type="http://schemas.openxmlformats.org/officeDocument/2006/relationships/tags" Target="../tags/tag1226.xml"/><Relationship Id="rId70" Type="http://schemas.openxmlformats.org/officeDocument/2006/relationships/tags" Target="../tags/tag1234.xml"/><Relationship Id="rId75" Type="http://schemas.openxmlformats.org/officeDocument/2006/relationships/slideLayout" Target="../slideLayouts/slideLayout66.xml"/><Relationship Id="rId1" Type="http://schemas.openxmlformats.org/officeDocument/2006/relationships/tags" Target="../tags/tag1165.xml"/><Relationship Id="rId6" Type="http://schemas.openxmlformats.org/officeDocument/2006/relationships/tags" Target="../tags/tag1170.xml"/><Relationship Id="rId15" Type="http://schemas.openxmlformats.org/officeDocument/2006/relationships/tags" Target="../tags/tag1179.xml"/><Relationship Id="rId23" Type="http://schemas.openxmlformats.org/officeDocument/2006/relationships/tags" Target="../tags/tag1187.xml"/><Relationship Id="rId28" Type="http://schemas.openxmlformats.org/officeDocument/2006/relationships/tags" Target="../tags/tag1192.xml"/><Relationship Id="rId36" Type="http://schemas.openxmlformats.org/officeDocument/2006/relationships/tags" Target="../tags/tag1200.xml"/><Relationship Id="rId49" Type="http://schemas.openxmlformats.org/officeDocument/2006/relationships/tags" Target="../tags/tag1213.xml"/><Relationship Id="rId57" Type="http://schemas.openxmlformats.org/officeDocument/2006/relationships/tags" Target="../tags/tag1221.xml"/><Relationship Id="rId10" Type="http://schemas.openxmlformats.org/officeDocument/2006/relationships/tags" Target="../tags/tag1174.xml"/><Relationship Id="rId31" Type="http://schemas.openxmlformats.org/officeDocument/2006/relationships/tags" Target="../tags/tag1195.xml"/><Relationship Id="rId44" Type="http://schemas.openxmlformats.org/officeDocument/2006/relationships/tags" Target="../tags/tag1208.xml"/><Relationship Id="rId52" Type="http://schemas.openxmlformats.org/officeDocument/2006/relationships/tags" Target="../tags/tag1216.xml"/><Relationship Id="rId60" Type="http://schemas.openxmlformats.org/officeDocument/2006/relationships/tags" Target="../tags/tag1224.xml"/><Relationship Id="rId65" Type="http://schemas.openxmlformats.org/officeDocument/2006/relationships/tags" Target="../tags/tag1229.xml"/><Relationship Id="rId73" Type="http://schemas.openxmlformats.org/officeDocument/2006/relationships/tags" Target="../tags/tag1237.xml"/><Relationship Id="rId78" Type="http://schemas.openxmlformats.org/officeDocument/2006/relationships/image" Target="../media/image66.svg"/><Relationship Id="rId4" Type="http://schemas.openxmlformats.org/officeDocument/2006/relationships/tags" Target="../tags/tag1168.xml"/><Relationship Id="rId9" Type="http://schemas.openxmlformats.org/officeDocument/2006/relationships/tags" Target="../tags/tag1173.xml"/><Relationship Id="rId13" Type="http://schemas.openxmlformats.org/officeDocument/2006/relationships/tags" Target="../tags/tag1177.xml"/><Relationship Id="rId18" Type="http://schemas.openxmlformats.org/officeDocument/2006/relationships/tags" Target="../tags/tag1182.xml"/><Relationship Id="rId39" Type="http://schemas.openxmlformats.org/officeDocument/2006/relationships/tags" Target="../tags/tag1203.xml"/><Relationship Id="rId34" Type="http://schemas.openxmlformats.org/officeDocument/2006/relationships/tags" Target="../tags/tag1198.xml"/><Relationship Id="rId50" Type="http://schemas.openxmlformats.org/officeDocument/2006/relationships/tags" Target="../tags/tag1214.xml"/><Relationship Id="rId55" Type="http://schemas.openxmlformats.org/officeDocument/2006/relationships/tags" Target="../tags/tag1219.xml"/><Relationship Id="rId76" Type="http://schemas.openxmlformats.org/officeDocument/2006/relationships/oleObject" Target="../embeddings/oleObject77.bin"/><Relationship Id="rId7" Type="http://schemas.openxmlformats.org/officeDocument/2006/relationships/tags" Target="../tags/tag1171.xml"/><Relationship Id="rId71" Type="http://schemas.openxmlformats.org/officeDocument/2006/relationships/tags" Target="../tags/tag1235.xml"/><Relationship Id="rId2" Type="http://schemas.openxmlformats.org/officeDocument/2006/relationships/tags" Target="../tags/tag1166.xml"/><Relationship Id="rId29" Type="http://schemas.openxmlformats.org/officeDocument/2006/relationships/tags" Target="../tags/tag1193.xml"/></Relationships>
</file>

<file path=ppt/slides/_rels/slide27.xml.rels><?xml version="1.0" encoding="UTF-8" standalone="yes"?>
<Relationships xmlns="http://schemas.openxmlformats.org/package/2006/relationships"><Relationship Id="rId26" Type="http://schemas.openxmlformats.org/officeDocument/2006/relationships/tags" Target="../tags/tag1264.xml"/><Relationship Id="rId21" Type="http://schemas.openxmlformats.org/officeDocument/2006/relationships/tags" Target="../tags/tag1259.xml"/><Relationship Id="rId42" Type="http://schemas.openxmlformats.org/officeDocument/2006/relationships/tags" Target="../tags/tag1280.xml"/><Relationship Id="rId47" Type="http://schemas.openxmlformats.org/officeDocument/2006/relationships/tags" Target="../tags/tag1285.xml"/><Relationship Id="rId63" Type="http://schemas.openxmlformats.org/officeDocument/2006/relationships/tags" Target="../tags/tag1301.xml"/><Relationship Id="rId68" Type="http://schemas.openxmlformats.org/officeDocument/2006/relationships/tags" Target="../tags/tag1306.xml"/><Relationship Id="rId2" Type="http://schemas.openxmlformats.org/officeDocument/2006/relationships/tags" Target="../tags/tag1240.xml"/><Relationship Id="rId16" Type="http://schemas.openxmlformats.org/officeDocument/2006/relationships/tags" Target="../tags/tag1254.xml"/><Relationship Id="rId29" Type="http://schemas.openxmlformats.org/officeDocument/2006/relationships/tags" Target="../tags/tag1267.xml"/><Relationship Id="rId11" Type="http://schemas.openxmlformats.org/officeDocument/2006/relationships/tags" Target="../tags/tag1249.xml"/><Relationship Id="rId24" Type="http://schemas.openxmlformats.org/officeDocument/2006/relationships/tags" Target="../tags/tag1262.xml"/><Relationship Id="rId32" Type="http://schemas.openxmlformats.org/officeDocument/2006/relationships/tags" Target="../tags/tag1270.xml"/><Relationship Id="rId37" Type="http://schemas.openxmlformats.org/officeDocument/2006/relationships/tags" Target="../tags/tag1275.xml"/><Relationship Id="rId40" Type="http://schemas.openxmlformats.org/officeDocument/2006/relationships/tags" Target="../tags/tag1278.xml"/><Relationship Id="rId45" Type="http://schemas.openxmlformats.org/officeDocument/2006/relationships/tags" Target="../tags/tag1283.xml"/><Relationship Id="rId53" Type="http://schemas.openxmlformats.org/officeDocument/2006/relationships/tags" Target="../tags/tag1291.xml"/><Relationship Id="rId58" Type="http://schemas.openxmlformats.org/officeDocument/2006/relationships/tags" Target="../tags/tag1296.xml"/><Relationship Id="rId66" Type="http://schemas.openxmlformats.org/officeDocument/2006/relationships/tags" Target="../tags/tag1304.xml"/><Relationship Id="rId74" Type="http://schemas.openxmlformats.org/officeDocument/2006/relationships/image" Target="../media/image70.svg"/><Relationship Id="rId5" Type="http://schemas.openxmlformats.org/officeDocument/2006/relationships/tags" Target="../tags/tag1243.xml"/><Relationship Id="rId61" Type="http://schemas.openxmlformats.org/officeDocument/2006/relationships/tags" Target="../tags/tag1299.xml"/><Relationship Id="rId19" Type="http://schemas.openxmlformats.org/officeDocument/2006/relationships/tags" Target="../tags/tag1257.xml"/><Relationship Id="rId14" Type="http://schemas.openxmlformats.org/officeDocument/2006/relationships/tags" Target="../tags/tag1252.xml"/><Relationship Id="rId22" Type="http://schemas.openxmlformats.org/officeDocument/2006/relationships/tags" Target="../tags/tag1260.xml"/><Relationship Id="rId27" Type="http://schemas.openxmlformats.org/officeDocument/2006/relationships/tags" Target="../tags/tag1265.xml"/><Relationship Id="rId30" Type="http://schemas.openxmlformats.org/officeDocument/2006/relationships/tags" Target="../tags/tag1268.xml"/><Relationship Id="rId35" Type="http://schemas.openxmlformats.org/officeDocument/2006/relationships/tags" Target="../tags/tag1273.xml"/><Relationship Id="rId43" Type="http://schemas.openxmlformats.org/officeDocument/2006/relationships/tags" Target="../tags/tag1281.xml"/><Relationship Id="rId48" Type="http://schemas.openxmlformats.org/officeDocument/2006/relationships/tags" Target="../tags/tag1286.xml"/><Relationship Id="rId56" Type="http://schemas.openxmlformats.org/officeDocument/2006/relationships/tags" Target="../tags/tag1294.xml"/><Relationship Id="rId64" Type="http://schemas.openxmlformats.org/officeDocument/2006/relationships/tags" Target="../tags/tag1302.xml"/><Relationship Id="rId69" Type="http://schemas.openxmlformats.org/officeDocument/2006/relationships/tags" Target="../tags/tag1307.xml"/><Relationship Id="rId8" Type="http://schemas.openxmlformats.org/officeDocument/2006/relationships/tags" Target="../tags/tag1246.xml"/><Relationship Id="rId51" Type="http://schemas.openxmlformats.org/officeDocument/2006/relationships/tags" Target="../tags/tag1289.xml"/><Relationship Id="rId72" Type="http://schemas.openxmlformats.org/officeDocument/2006/relationships/image" Target="../media/image22.emf"/><Relationship Id="rId3" Type="http://schemas.openxmlformats.org/officeDocument/2006/relationships/tags" Target="../tags/tag1241.xml"/><Relationship Id="rId12" Type="http://schemas.openxmlformats.org/officeDocument/2006/relationships/tags" Target="../tags/tag1250.xml"/><Relationship Id="rId17" Type="http://schemas.openxmlformats.org/officeDocument/2006/relationships/tags" Target="../tags/tag1255.xml"/><Relationship Id="rId25" Type="http://schemas.openxmlformats.org/officeDocument/2006/relationships/tags" Target="../tags/tag1263.xml"/><Relationship Id="rId33" Type="http://schemas.openxmlformats.org/officeDocument/2006/relationships/tags" Target="../tags/tag1271.xml"/><Relationship Id="rId38" Type="http://schemas.openxmlformats.org/officeDocument/2006/relationships/tags" Target="../tags/tag1276.xml"/><Relationship Id="rId46" Type="http://schemas.openxmlformats.org/officeDocument/2006/relationships/tags" Target="../tags/tag1284.xml"/><Relationship Id="rId59" Type="http://schemas.openxmlformats.org/officeDocument/2006/relationships/tags" Target="../tags/tag1297.xml"/><Relationship Id="rId67" Type="http://schemas.openxmlformats.org/officeDocument/2006/relationships/tags" Target="../tags/tag1305.xml"/><Relationship Id="rId20" Type="http://schemas.openxmlformats.org/officeDocument/2006/relationships/tags" Target="../tags/tag1258.xml"/><Relationship Id="rId41" Type="http://schemas.openxmlformats.org/officeDocument/2006/relationships/tags" Target="../tags/tag1279.xml"/><Relationship Id="rId54" Type="http://schemas.openxmlformats.org/officeDocument/2006/relationships/tags" Target="../tags/tag1292.xml"/><Relationship Id="rId62" Type="http://schemas.openxmlformats.org/officeDocument/2006/relationships/tags" Target="../tags/tag1300.xml"/><Relationship Id="rId70" Type="http://schemas.openxmlformats.org/officeDocument/2006/relationships/slideLayout" Target="../slideLayouts/slideLayout66.xml"/><Relationship Id="rId1" Type="http://schemas.openxmlformats.org/officeDocument/2006/relationships/tags" Target="../tags/tag1239.xml"/><Relationship Id="rId6" Type="http://schemas.openxmlformats.org/officeDocument/2006/relationships/tags" Target="../tags/tag1244.xml"/><Relationship Id="rId15" Type="http://schemas.openxmlformats.org/officeDocument/2006/relationships/tags" Target="../tags/tag1253.xml"/><Relationship Id="rId23" Type="http://schemas.openxmlformats.org/officeDocument/2006/relationships/tags" Target="../tags/tag1261.xml"/><Relationship Id="rId28" Type="http://schemas.openxmlformats.org/officeDocument/2006/relationships/tags" Target="../tags/tag1266.xml"/><Relationship Id="rId36" Type="http://schemas.openxmlformats.org/officeDocument/2006/relationships/tags" Target="../tags/tag1274.xml"/><Relationship Id="rId49" Type="http://schemas.openxmlformats.org/officeDocument/2006/relationships/tags" Target="../tags/tag1287.xml"/><Relationship Id="rId57" Type="http://schemas.openxmlformats.org/officeDocument/2006/relationships/tags" Target="../tags/tag1295.xml"/><Relationship Id="rId10" Type="http://schemas.openxmlformats.org/officeDocument/2006/relationships/tags" Target="../tags/tag1248.xml"/><Relationship Id="rId31" Type="http://schemas.openxmlformats.org/officeDocument/2006/relationships/tags" Target="../tags/tag1269.xml"/><Relationship Id="rId44" Type="http://schemas.openxmlformats.org/officeDocument/2006/relationships/tags" Target="../tags/tag1282.xml"/><Relationship Id="rId52" Type="http://schemas.openxmlformats.org/officeDocument/2006/relationships/tags" Target="../tags/tag1290.xml"/><Relationship Id="rId60" Type="http://schemas.openxmlformats.org/officeDocument/2006/relationships/tags" Target="../tags/tag1298.xml"/><Relationship Id="rId65" Type="http://schemas.openxmlformats.org/officeDocument/2006/relationships/tags" Target="../tags/tag1303.xml"/><Relationship Id="rId73" Type="http://schemas.openxmlformats.org/officeDocument/2006/relationships/image" Target="../media/image69.svg"/><Relationship Id="rId4" Type="http://schemas.openxmlformats.org/officeDocument/2006/relationships/tags" Target="../tags/tag1242.xml"/><Relationship Id="rId9" Type="http://schemas.openxmlformats.org/officeDocument/2006/relationships/tags" Target="../tags/tag1247.xml"/><Relationship Id="rId13" Type="http://schemas.openxmlformats.org/officeDocument/2006/relationships/tags" Target="../tags/tag1251.xml"/><Relationship Id="rId18" Type="http://schemas.openxmlformats.org/officeDocument/2006/relationships/tags" Target="../tags/tag1256.xml"/><Relationship Id="rId39" Type="http://schemas.openxmlformats.org/officeDocument/2006/relationships/tags" Target="../tags/tag1277.xml"/><Relationship Id="rId34" Type="http://schemas.openxmlformats.org/officeDocument/2006/relationships/tags" Target="../tags/tag1272.xml"/><Relationship Id="rId50" Type="http://schemas.openxmlformats.org/officeDocument/2006/relationships/tags" Target="../tags/tag1288.xml"/><Relationship Id="rId55" Type="http://schemas.openxmlformats.org/officeDocument/2006/relationships/tags" Target="../tags/tag1293.xml"/><Relationship Id="rId7" Type="http://schemas.openxmlformats.org/officeDocument/2006/relationships/tags" Target="../tags/tag1245.xml"/><Relationship Id="rId71" Type="http://schemas.openxmlformats.org/officeDocument/2006/relationships/oleObject" Target="../embeddings/oleObject78.bin"/></Relationships>
</file>

<file path=ppt/slides/_rels/slide28.xml.rels><?xml version="1.0" encoding="UTF-8" standalone="yes"?>
<Relationships xmlns="http://schemas.openxmlformats.org/package/2006/relationships"><Relationship Id="rId26" Type="http://schemas.openxmlformats.org/officeDocument/2006/relationships/tags" Target="../tags/tag1333.xml"/><Relationship Id="rId21" Type="http://schemas.openxmlformats.org/officeDocument/2006/relationships/tags" Target="../tags/tag1328.xml"/><Relationship Id="rId42" Type="http://schemas.openxmlformats.org/officeDocument/2006/relationships/tags" Target="../tags/tag1349.xml"/><Relationship Id="rId47" Type="http://schemas.openxmlformats.org/officeDocument/2006/relationships/tags" Target="../tags/tag1354.xml"/><Relationship Id="rId63" Type="http://schemas.openxmlformats.org/officeDocument/2006/relationships/tags" Target="../tags/tag1370.xml"/><Relationship Id="rId68" Type="http://schemas.openxmlformats.org/officeDocument/2006/relationships/tags" Target="../tags/tag1375.xml"/><Relationship Id="rId84" Type="http://schemas.openxmlformats.org/officeDocument/2006/relationships/image" Target="../media/image72.svg"/><Relationship Id="rId16" Type="http://schemas.openxmlformats.org/officeDocument/2006/relationships/tags" Target="../tags/tag1323.xml"/><Relationship Id="rId11" Type="http://schemas.openxmlformats.org/officeDocument/2006/relationships/tags" Target="../tags/tag1318.xml"/><Relationship Id="rId32" Type="http://schemas.openxmlformats.org/officeDocument/2006/relationships/tags" Target="../tags/tag1339.xml"/><Relationship Id="rId37" Type="http://schemas.openxmlformats.org/officeDocument/2006/relationships/tags" Target="../tags/tag1344.xml"/><Relationship Id="rId53" Type="http://schemas.openxmlformats.org/officeDocument/2006/relationships/tags" Target="../tags/tag1360.xml"/><Relationship Id="rId58" Type="http://schemas.openxmlformats.org/officeDocument/2006/relationships/tags" Target="../tags/tag1365.xml"/><Relationship Id="rId74" Type="http://schemas.openxmlformats.org/officeDocument/2006/relationships/tags" Target="../tags/tag1381.xml"/><Relationship Id="rId79" Type="http://schemas.openxmlformats.org/officeDocument/2006/relationships/tags" Target="../tags/tag1386.xml"/><Relationship Id="rId5" Type="http://schemas.openxmlformats.org/officeDocument/2006/relationships/tags" Target="../tags/tag1312.xml"/><Relationship Id="rId19" Type="http://schemas.openxmlformats.org/officeDocument/2006/relationships/tags" Target="../tags/tag1326.xml"/><Relationship Id="rId14" Type="http://schemas.openxmlformats.org/officeDocument/2006/relationships/tags" Target="../tags/tag1321.xml"/><Relationship Id="rId22" Type="http://schemas.openxmlformats.org/officeDocument/2006/relationships/tags" Target="../tags/tag1329.xml"/><Relationship Id="rId27" Type="http://schemas.openxmlformats.org/officeDocument/2006/relationships/tags" Target="../tags/tag1334.xml"/><Relationship Id="rId30" Type="http://schemas.openxmlformats.org/officeDocument/2006/relationships/tags" Target="../tags/tag1337.xml"/><Relationship Id="rId35" Type="http://schemas.openxmlformats.org/officeDocument/2006/relationships/tags" Target="../tags/tag1342.xml"/><Relationship Id="rId43" Type="http://schemas.openxmlformats.org/officeDocument/2006/relationships/tags" Target="../tags/tag1350.xml"/><Relationship Id="rId48" Type="http://schemas.openxmlformats.org/officeDocument/2006/relationships/tags" Target="../tags/tag1355.xml"/><Relationship Id="rId56" Type="http://schemas.openxmlformats.org/officeDocument/2006/relationships/tags" Target="../tags/tag1363.xml"/><Relationship Id="rId64" Type="http://schemas.openxmlformats.org/officeDocument/2006/relationships/tags" Target="../tags/tag1371.xml"/><Relationship Id="rId69" Type="http://schemas.openxmlformats.org/officeDocument/2006/relationships/tags" Target="../tags/tag1376.xml"/><Relationship Id="rId77" Type="http://schemas.openxmlformats.org/officeDocument/2006/relationships/tags" Target="../tags/tag1384.xml"/><Relationship Id="rId8" Type="http://schemas.openxmlformats.org/officeDocument/2006/relationships/tags" Target="../tags/tag1315.xml"/><Relationship Id="rId51" Type="http://schemas.openxmlformats.org/officeDocument/2006/relationships/tags" Target="../tags/tag1358.xml"/><Relationship Id="rId72" Type="http://schemas.openxmlformats.org/officeDocument/2006/relationships/tags" Target="../tags/tag1379.xml"/><Relationship Id="rId80" Type="http://schemas.openxmlformats.org/officeDocument/2006/relationships/slideLayout" Target="../slideLayouts/slideLayout66.xml"/><Relationship Id="rId85" Type="http://schemas.openxmlformats.org/officeDocument/2006/relationships/image" Target="../media/image73.svg"/><Relationship Id="rId3" Type="http://schemas.openxmlformats.org/officeDocument/2006/relationships/tags" Target="../tags/tag1310.xml"/><Relationship Id="rId12" Type="http://schemas.openxmlformats.org/officeDocument/2006/relationships/tags" Target="../tags/tag1319.xml"/><Relationship Id="rId17" Type="http://schemas.openxmlformats.org/officeDocument/2006/relationships/tags" Target="../tags/tag1324.xml"/><Relationship Id="rId25" Type="http://schemas.openxmlformats.org/officeDocument/2006/relationships/tags" Target="../tags/tag1332.xml"/><Relationship Id="rId33" Type="http://schemas.openxmlformats.org/officeDocument/2006/relationships/tags" Target="../tags/tag1340.xml"/><Relationship Id="rId38" Type="http://schemas.openxmlformats.org/officeDocument/2006/relationships/tags" Target="../tags/tag1345.xml"/><Relationship Id="rId46" Type="http://schemas.openxmlformats.org/officeDocument/2006/relationships/tags" Target="../tags/tag1353.xml"/><Relationship Id="rId59" Type="http://schemas.openxmlformats.org/officeDocument/2006/relationships/tags" Target="../tags/tag1366.xml"/><Relationship Id="rId67" Type="http://schemas.openxmlformats.org/officeDocument/2006/relationships/tags" Target="../tags/tag1374.xml"/><Relationship Id="rId20" Type="http://schemas.openxmlformats.org/officeDocument/2006/relationships/tags" Target="../tags/tag1327.xml"/><Relationship Id="rId41" Type="http://schemas.openxmlformats.org/officeDocument/2006/relationships/tags" Target="../tags/tag1348.xml"/><Relationship Id="rId54" Type="http://schemas.openxmlformats.org/officeDocument/2006/relationships/tags" Target="../tags/tag1361.xml"/><Relationship Id="rId62" Type="http://schemas.openxmlformats.org/officeDocument/2006/relationships/tags" Target="../tags/tag1369.xml"/><Relationship Id="rId70" Type="http://schemas.openxmlformats.org/officeDocument/2006/relationships/tags" Target="../tags/tag1377.xml"/><Relationship Id="rId75" Type="http://schemas.openxmlformats.org/officeDocument/2006/relationships/tags" Target="../tags/tag1382.xml"/><Relationship Id="rId83" Type="http://schemas.openxmlformats.org/officeDocument/2006/relationships/image" Target="../media/image71.svg"/><Relationship Id="rId1" Type="http://schemas.openxmlformats.org/officeDocument/2006/relationships/tags" Target="../tags/tag1308.xml"/><Relationship Id="rId6" Type="http://schemas.openxmlformats.org/officeDocument/2006/relationships/tags" Target="../tags/tag1313.xml"/><Relationship Id="rId15" Type="http://schemas.openxmlformats.org/officeDocument/2006/relationships/tags" Target="../tags/tag1322.xml"/><Relationship Id="rId23" Type="http://schemas.openxmlformats.org/officeDocument/2006/relationships/tags" Target="../tags/tag1330.xml"/><Relationship Id="rId28" Type="http://schemas.openxmlformats.org/officeDocument/2006/relationships/tags" Target="../tags/tag1335.xml"/><Relationship Id="rId36" Type="http://schemas.openxmlformats.org/officeDocument/2006/relationships/tags" Target="../tags/tag1343.xml"/><Relationship Id="rId49" Type="http://schemas.openxmlformats.org/officeDocument/2006/relationships/tags" Target="../tags/tag1356.xml"/><Relationship Id="rId57" Type="http://schemas.openxmlformats.org/officeDocument/2006/relationships/tags" Target="../tags/tag1364.xml"/><Relationship Id="rId10" Type="http://schemas.openxmlformats.org/officeDocument/2006/relationships/tags" Target="../tags/tag1317.xml"/><Relationship Id="rId31" Type="http://schemas.openxmlformats.org/officeDocument/2006/relationships/tags" Target="../tags/tag1338.xml"/><Relationship Id="rId44" Type="http://schemas.openxmlformats.org/officeDocument/2006/relationships/tags" Target="../tags/tag1351.xml"/><Relationship Id="rId52" Type="http://schemas.openxmlformats.org/officeDocument/2006/relationships/tags" Target="../tags/tag1359.xml"/><Relationship Id="rId60" Type="http://schemas.openxmlformats.org/officeDocument/2006/relationships/tags" Target="../tags/tag1367.xml"/><Relationship Id="rId65" Type="http://schemas.openxmlformats.org/officeDocument/2006/relationships/tags" Target="../tags/tag1372.xml"/><Relationship Id="rId73" Type="http://schemas.openxmlformats.org/officeDocument/2006/relationships/tags" Target="../tags/tag1380.xml"/><Relationship Id="rId78" Type="http://schemas.openxmlformats.org/officeDocument/2006/relationships/tags" Target="../tags/tag1385.xml"/><Relationship Id="rId81" Type="http://schemas.openxmlformats.org/officeDocument/2006/relationships/oleObject" Target="../embeddings/oleObject79.bin"/><Relationship Id="rId4" Type="http://schemas.openxmlformats.org/officeDocument/2006/relationships/tags" Target="../tags/tag1311.xml"/><Relationship Id="rId9" Type="http://schemas.openxmlformats.org/officeDocument/2006/relationships/tags" Target="../tags/tag1316.xml"/><Relationship Id="rId13" Type="http://schemas.openxmlformats.org/officeDocument/2006/relationships/tags" Target="../tags/tag1320.xml"/><Relationship Id="rId18" Type="http://schemas.openxmlformats.org/officeDocument/2006/relationships/tags" Target="../tags/tag1325.xml"/><Relationship Id="rId39" Type="http://schemas.openxmlformats.org/officeDocument/2006/relationships/tags" Target="../tags/tag1346.xml"/><Relationship Id="rId34" Type="http://schemas.openxmlformats.org/officeDocument/2006/relationships/tags" Target="../tags/tag1341.xml"/><Relationship Id="rId50" Type="http://schemas.openxmlformats.org/officeDocument/2006/relationships/tags" Target="../tags/tag1357.xml"/><Relationship Id="rId55" Type="http://schemas.openxmlformats.org/officeDocument/2006/relationships/tags" Target="../tags/tag1362.xml"/><Relationship Id="rId76" Type="http://schemas.openxmlformats.org/officeDocument/2006/relationships/tags" Target="../tags/tag1383.xml"/><Relationship Id="rId7" Type="http://schemas.openxmlformats.org/officeDocument/2006/relationships/tags" Target="../tags/tag1314.xml"/><Relationship Id="rId71" Type="http://schemas.openxmlformats.org/officeDocument/2006/relationships/tags" Target="../tags/tag1378.xml"/><Relationship Id="rId2" Type="http://schemas.openxmlformats.org/officeDocument/2006/relationships/tags" Target="../tags/tag1309.xml"/><Relationship Id="rId29" Type="http://schemas.openxmlformats.org/officeDocument/2006/relationships/tags" Target="../tags/tag1336.xml"/><Relationship Id="rId24" Type="http://schemas.openxmlformats.org/officeDocument/2006/relationships/tags" Target="../tags/tag1331.xml"/><Relationship Id="rId40" Type="http://schemas.openxmlformats.org/officeDocument/2006/relationships/tags" Target="../tags/tag1347.xml"/><Relationship Id="rId45" Type="http://schemas.openxmlformats.org/officeDocument/2006/relationships/tags" Target="../tags/tag1352.xml"/><Relationship Id="rId66" Type="http://schemas.openxmlformats.org/officeDocument/2006/relationships/tags" Target="../tags/tag1373.xml"/><Relationship Id="rId61" Type="http://schemas.openxmlformats.org/officeDocument/2006/relationships/tags" Target="../tags/tag1368.xml"/><Relationship Id="rId82" Type="http://schemas.openxmlformats.org/officeDocument/2006/relationships/image" Target="../media/image22.emf"/></Relationships>
</file>

<file path=ppt/slides/_rels/slide29.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1389.xml"/><Relationship Id="rId7" Type="http://schemas.openxmlformats.org/officeDocument/2006/relationships/oleObject" Target="../embeddings/oleObject80.bin"/><Relationship Id="rId2" Type="http://schemas.openxmlformats.org/officeDocument/2006/relationships/tags" Target="../tags/tag1388.xml"/><Relationship Id="rId1" Type="http://schemas.openxmlformats.org/officeDocument/2006/relationships/tags" Target="../tags/tag1387.xml"/><Relationship Id="rId6" Type="http://schemas.openxmlformats.org/officeDocument/2006/relationships/slideLayout" Target="../slideLayouts/slideLayout67.xml"/><Relationship Id="rId11" Type="http://schemas.openxmlformats.org/officeDocument/2006/relationships/slide" Target="slide19.xml"/><Relationship Id="rId5" Type="http://schemas.openxmlformats.org/officeDocument/2006/relationships/tags" Target="../tags/tag1391.xml"/><Relationship Id="rId10" Type="http://schemas.openxmlformats.org/officeDocument/2006/relationships/slide" Target="slide4.xml"/><Relationship Id="rId4" Type="http://schemas.openxmlformats.org/officeDocument/2006/relationships/tags" Target="../tags/tag1390.xml"/><Relationship Id="rId9" Type="http://schemas.openxmlformats.org/officeDocument/2006/relationships/slide" Target="slide2.xml"/></Relationships>
</file>

<file path=ppt/slides/_rels/slide30.xml.rels><?xml version="1.0" encoding="UTF-8" standalone="yes"?>
<Relationships xmlns="http://schemas.openxmlformats.org/package/2006/relationships"><Relationship Id="rId13" Type="http://schemas.openxmlformats.org/officeDocument/2006/relationships/tags" Target="../tags/tag1404.xml"/><Relationship Id="rId18" Type="http://schemas.openxmlformats.org/officeDocument/2006/relationships/tags" Target="../tags/tag1409.xml"/><Relationship Id="rId26" Type="http://schemas.openxmlformats.org/officeDocument/2006/relationships/tags" Target="../tags/tag1417.xml"/><Relationship Id="rId39" Type="http://schemas.openxmlformats.org/officeDocument/2006/relationships/tags" Target="../tags/tag1430.xml"/><Relationship Id="rId21" Type="http://schemas.openxmlformats.org/officeDocument/2006/relationships/tags" Target="../tags/tag1412.xml"/><Relationship Id="rId34" Type="http://schemas.openxmlformats.org/officeDocument/2006/relationships/tags" Target="../tags/tag1425.xml"/><Relationship Id="rId42" Type="http://schemas.openxmlformats.org/officeDocument/2006/relationships/oleObject" Target="../embeddings/oleObject81.bin"/><Relationship Id="rId7" Type="http://schemas.openxmlformats.org/officeDocument/2006/relationships/tags" Target="../tags/tag1398.xml"/><Relationship Id="rId2" Type="http://schemas.openxmlformats.org/officeDocument/2006/relationships/tags" Target="../tags/tag1393.xml"/><Relationship Id="rId16" Type="http://schemas.openxmlformats.org/officeDocument/2006/relationships/tags" Target="../tags/tag1407.xml"/><Relationship Id="rId20" Type="http://schemas.openxmlformats.org/officeDocument/2006/relationships/tags" Target="../tags/tag1411.xml"/><Relationship Id="rId29" Type="http://schemas.openxmlformats.org/officeDocument/2006/relationships/tags" Target="../tags/tag1420.xml"/><Relationship Id="rId41" Type="http://schemas.openxmlformats.org/officeDocument/2006/relationships/slideLayout" Target="../slideLayouts/slideLayout74.xml"/><Relationship Id="rId1" Type="http://schemas.openxmlformats.org/officeDocument/2006/relationships/tags" Target="../tags/tag1392.xml"/><Relationship Id="rId6" Type="http://schemas.openxmlformats.org/officeDocument/2006/relationships/tags" Target="../tags/tag1397.xml"/><Relationship Id="rId11" Type="http://schemas.openxmlformats.org/officeDocument/2006/relationships/tags" Target="../tags/tag1402.xml"/><Relationship Id="rId24" Type="http://schemas.openxmlformats.org/officeDocument/2006/relationships/tags" Target="../tags/tag1415.xml"/><Relationship Id="rId32" Type="http://schemas.openxmlformats.org/officeDocument/2006/relationships/tags" Target="../tags/tag1423.xml"/><Relationship Id="rId37" Type="http://schemas.openxmlformats.org/officeDocument/2006/relationships/tags" Target="../tags/tag1428.xml"/><Relationship Id="rId40" Type="http://schemas.openxmlformats.org/officeDocument/2006/relationships/tags" Target="../tags/tag1431.xml"/><Relationship Id="rId5" Type="http://schemas.openxmlformats.org/officeDocument/2006/relationships/tags" Target="../tags/tag1396.xml"/><Relationship Id="rId15" Type="http://schemas.openxmlformats.org/officeDocument/2006/relationships/tags" Target="../tags/tag1406.xml"/><Relationship Id="rId23" Type="http://schemas.openxmlformats.org/officeDocument/2006/relationships/tags" Target="../tags/tag1414.xml"/><Relationship Id="rId28" Type="http://schemas.openxmlformats.org/officeDocument/2006/relationships/tags" Target="../tags/tag1419.xml"/><Relationship Id="rId36" Type="http://schemas.openxmlformats.org/officeDocument/2006/relationships/tags" Target="../tags/tag1427.xml"/><Relationship Id="rId10" Type="http://schemas.openxmlformats.org/officeDocument/2006/relationships/tags" Target="../tags/tag1401.xml"/><Relationship Id="rId19" Type="http://schemas.openxmlformats.org/officeDocument/2006/relationships/tags" Target="../tags/tag1410.xml"/><Relationship Id="rId31" Type="http://schemas.openxmlformats.org/officeDocument/2006/relationships/tags" Target="../tags/tag1422.xml"/><Relationship Id="rId44" Type="http://schemas.openxmlformats.org/officeDocument/2006/relationships/chart" Target="../charts/chart8.xml"/><Relationship Id="rId4" Type="http://schemas.openxmlformats.org/officeDocument/2006/relationships/tags" Target="../tags/tag1395.xml"/><Relationship Id="rId9" Type="http://schemas.openxmlformats.org/officeDocument/2006/relationships/tags" Target="../tags/tag1400.xml"/><Relationship Id="rId14" Type="http://schemas.openxmlformats.org/officeDocument/2006/relationships/tags" Target="../tags/tag1405.xml"/><Relationship Id="rId22" Type="http://schemas.openxmlformats.org/officeDocument/2006/relationships/tags" Target="../tags/tag1413.xml"/><Relationship Id="rId27" Type="http://schemas.openxmlformats.org/officeDocument/2006/relationships/tags" Target="../tags/tag1418.xml"/><Relationship Id="rId30" Type="http://schemas.openxmlformats.org/officeDocument/2006/relationships/tags" Target="../tags/tag1421.xml"/><Relationship Id="rId35" Type="http://schemas.openxmlformats.org/officeDocument/2006/relationships/tags" Target="../tags/tag1426.xml"/><Relationship Id="rId43" Type="http://schemas.openxmlformats.org/officeDocument/2006/relationships/image" Target="../media/image22.emf"/><Relationship Id="rId8" Type="http://schemas.openxmlformats.org/officeDocument/2006/relationships/tags" Target="../tags/tag1399.xml"/><Relationship Id="rId3" Type="http://schemas.openxmlformats.org/officeDocument/2006/relationships/tags" Target="../tags/tag1394.xml"/><Relationship Id="rId12" Type="http://schemas.openxmlformats.org/officeDocument/2006/relationships/tags" Target="../tags/tag1403.xml"/><Relationship Id="rId17" Type="http://schemas.openxmlformats.org/officeDocument/2006/relationships/tags" Target="../tags/tag1408.xml"/><Relationship Id="rId25" Type="http://schemas.openxmlformats.org/officeDocument/2006/relationships/tags" Target="../tags/tag1416.xml"/><Relationship Id="rId33" Type="http://schemas.openxmlformats.org/officeDocument/2006/relationships/tags" Target="../tags/tag1424.xml"/><Relationship Id="rId38" Type="http://schemas.openxmlformats.org/officeDocument/2006/relationships/tags" Target="../tags/tag1429.xml"/></Relationships>
</file>

<file path=ppt/slides/_rels/slide31.xml.rels><?xml version="1.0" encoding="UTF-8" standalone="yes"?>
<Relationships xmlns="http://schemas.openxmlformats.org/package/2006/relationships"><Relationship Id="rId8" Type="http://schemas.openxmlformats.org/officeDocument/2006/relationships/tags" Target="../tags/tag1439.xml"/><Relationship Id="rId13" Type="http://schemas.openxmlformats.org/officeDocument/2006/relationships/tags" Target="../tags/tag1444.xml"/><Relationship Id="rId18" Type="http://schemas.openxmlformats.org/officeDocument/2006/relationships/tags" Target="../tags/tag1449.xml"/><Relationship Id="rId26" Type="http://schemas.openxmlformats.org/officeDocument/2006/relationships/oleObject" Target="../embeddings/oleObject82.bin"/><Relationship Id="rId3" Type="http://schemas.openxmlformats.org/officeDocument/2006/relationships/tags" Target="../tags/tag1434.xml"/><Relationship Id="rId21" Type="http://schemas.openxmlformats.org/officeDocument/2006/relationships/tags" Target="../tags/tag1452.xml"/><Relationship Id="rId7" Type="http://schemas.openxmlformats.org/officeDocument/2006/relationships/tags" Target="../tags/tag1438.xml"/><Relationship Id="rId12" Type="http://schemas.openxmlformats.org/officeDocument/2006/relationships/tags" Target="../tags/tag1443.xml"/><Relationship Id="rId17" Type="http://schemas.openxmlformats.org/officeDocument/2006/relationships/tags" Target="../tags/tag1448.xml"/><Relationship Id="rId25" Type="http://schemas.openxmlformats.org/officeDocument/2006/relationships/slideLayout" Target="../slideLayouts/slideLayout66.xml"/><Relationship Id="rId2" Type="http://schemas.openxmlformats.org/officeDocument/2006/relationships/tags" Target="../tags/tag1433.xml"/><Relationship Id="rId16" Type="http://schemas.openxmlformats.org/officeDocument/2006/relationships/tags" Target="../tags/tag1447.xml"/><Relationship Id="rId20" Type="http://schemas.openxmlformats.org/officeDocument/2006/relationships/tags" Target="../tags/tag1451.xml"/><Relationship Id="rId1" Type="http://schemas.openxmlformats.org/officeDocument/2006/relationships/tags" Target="../tags/tag1432.xml"/><Relationship Id="rId6" Type="http://schemas.openxmlformats.org/officeDocument/2006/relationships/tags" Target="../tags/tag1437.xml"/><Relationship Id="rId11" Type="http://schemas.openxmlformats.org/officeDocument/2006/relationships/tags" Target="../tags/tag1442.xml"/><Relationship Id="rId24" Type="http://schemas.openxmlformats.org/officeDocument/2006/relationships/tags" Target="../tags/tag1455.xml"/><Relationship Id="rId5" Type="http://schemas.openxmlformats.org/officeDocument/2006/relationships/tags" Target="../tags/tag1436.xml"/><Relationship Id="rId15" Type="http://schemas.openxmlformats.org/officeDocument/2006/relationships/tags" Target="../tags/tag1446.xml"/><Relationship Id="rId23" Type="http://schemas.openxmlformats.org/officeDocument/2006/relationships/tags" Target="../tags/tag1454.xml"/><Relationship Id="rId28" Type="http://schemas.openxmlformats.org/officeDocument/2006/relationships/chart" Target="../charts/chart9.xml"/><Relationship Id="rId10" Type="http://schemas.openxmlformats.org/officeDocument/2006/relationships/tags" Target="../tags/tag1441.xml"/><Relationship Id="rId19" Type="http://schemas.openxmlformats.org/officeDocument/2006/relationships/tags" Target="../tags/tag1450.xml"/><Relationship Id="rId4" Type="http://schemas.openxmlformats.org/officeDocument/2006/relationships/tags" Target="../tags/tag1435.xml"/><Relationship Id="rId9" Type="http://schemas.openxmlformats.org/officeDocument/2006/relationships/tags" Target="../tags/tag1440.xml"/><Relationship Id="rId14" Type="http://schemas.openxmlformats.org/officeDocument/2006/relationships/tags" Target="../tags/tag1445.xml"/><Relationship Id="rId22" Type="http://schemas.openxmlformats.org/officeDocument/2006/relationships/tags" Target="../tags/tag1453.xml"/><Relationship Id="rId27" Type="http://schemas.openxmlformats.org/officeDocument/2006/relationships/image" Target="../media/image22.emf"/></Relationships>
</file>

<file path=ppt/slides/_rels/slide32.xml.rels><?xml version="1.0" encoding="UTF-8" standalone="yes"?>
<Relationships xmlns="http://schemas.openxmlformats.org/package/2006/relationships"><Relationship Id="rId13" Type="http://schemas.openxmlformats.org/officeDocument/2006/relationships/tags" Target="../tags/tag1468.xml"/><Relationship Id="rId18" Type="http://schemas.openxmlformats.org/officeDocument/2006/relationships/tags" Target="../tags/tag1473.xml"/><Relationship Id="rId26" Type="http://schemas.openxmlformats.org/officeDocument/2006/relationships/tags" Target="../tags/tag1481.xml"/><Relationship Id="rId39" Type="http://schemas.openxmlformats.org/officeDocument/2006/relationships/image" Target="../media/image22.emf"/><Relationship Id="rId21" Type="http://schemas.openxmlformats.org/officeDocument/2006/relationships/tags" Target="../tags/tag1476.xml"/><Relationship Id="rId34" Type="http://schemas.openxmlformats.org/officeDocument/2006/relationships/tags" Target="../tags/tag1489.xml"/><Relationship Id="rId7" Type="http://schemas.openxmlformats.org/officeDocument/2006/relationships/tags" Target="../tags/tag1462.xml"/><Relationship Id="rId12" Type="http://schemas.openxmlformats.org/officeDocument/2006/relationships/tags" Target="../tags/tag1467.xml"/><Relationship Id="rId17" Type="http://schemas.openxmlformats.org/officeDocument/2006/relationships/tags" Target="../tags/tag1472.xml"/><Relationship Id="rId25" Type="http://schemas.openxmlformats.org/officeDocument/2006/relationships/tags" Target="../tags/tag1480.xml"/><Relationship Id="rId33" Type="http://schemas.openxmlformats.org/officeDocument/2006/relationships/tags" Target="../tags/tag1488.xml"/><Relationship Id="rId38" Type="http://schemas.openxmlformats.org/officeDocument/2006/relationships/oleObject" Target="../embeddings/oleObject83.bin"/><Relationship Id="rId2" Type="http://schemas.openxmlformats.org/officeDocument/2006/relationships/tags" Target="../tags/tag1457.xml"/><Relationship Id="rId16" Type="http://schemas.openxmlformats.org/officeDocument/2006/relationships/tags" Target="../tags/tag1471.xml"/><Relationship Id="rId20" Type="http://schemas.openxmlformats.org/officeDocument/2006/relationships/tags" Target="../tags/tag1475.xml"/><Relationship Id="rId29" Type="http://schemas.openxmlformats.org/officeDocument/2006/relationships/tags" Target="../tags/tag1484.xml"/><Relationship Id="rId1" Type="http://schemas.openxmlformats.org/officeDocument/2006/relationships/tags" Target="../tags/tag1456.xml"/><Relationship Id="rId6" Type="http://schemas.openxmlformats.org/officeDocument/2006/relationships/tags" Target="../tags/tag1461.xml"/><Relationship Id="rId11" Type="http://schemas.openxmlformats.org/officeDocument/2006/relationships/tags" Target="../tags/tag1466.xml"/><Relationship Id="rId24" Type="http://schemas.openxmlformats.org/officeDocument/2006/relationships/tags" Target="../tags/tag1479.xml"/><Relationship Id="rId32" Type="http://schemas.openxmlformats.org/officeDocument/2006/relationships/tags" Target="../tags/tag1487.xml"/><Relationship Id="rId37" Type="http://schemas.openxmlformats.org/officeDocument/2006/relationships/slideLayout" Target="../slideLayouts/slideLayout74.xml"/><Relationship Id="rId40" Type="http://schemas.openxmlformats.org/officeDocument/2006/relationships/chart" Target="../charts/chart10.xml"/><Relationship Id="rId5" Type="http://schemas.openxmlformats.org/officeDocument/2006/relationships/tags" Target="../tags/tag1460.xml"/><Relationship Id="rId15" Type="http://schemas.openxmlformats.org/officeDocument/2006/relationships/tags" Target="../tags/tag1470.xml"/><Relationship Id="rId23" Type="http://schemas.openxmlformats.org/officeDocument/2006/relationships/tags" Target="../tags/tag1478.xml"/><Relationship Id="rId28" Type="http://schemas.openxmlformats.org/officeDocument/2006/relationships/tags" Target="../tags/tag1483.xml"/><Relationship Id="rId36" Type="http://schemas.openxmlformats.org/officeDocument/2006/relationships/tags" Target="../tags/tag1491.xml"/><Relationship Id="rId10" Type="http://schemas.openxmlformats.org/officeDocument/2006/relationships/tags" Target="../tags/tag1465.xml"/><Relationship Id="rId19" Type="http://schemas.openxmlformats.org/officeDocument/2006/relationships/tags" Target="../tags/tag1474.xml"/><Relationship Id="rId31" Type="http://schemas.openxmlformats.org/officeDocument/2006/relationships/tags" Target="../tags/tag1486.xml"/><Relationship Id="rId4" Type="http://schemas.openxmlformats.org/officeDocument/2006/relationships/tags" Target="../tags/tag1459.xml"/><Relationship Id="rId9" Type="http://schemas.openxmlformats.org/officeDocument/2006/relationships/tags" Target="../tags/tag1464.xml"/><Relationship Id="rId14" Type="http://schemas.openxmlformats.org/officeDocument/2006/relationships/tags" Target="../tags/tag1469.xml"/><Relationship Id="rId22" Type="http://schemas.openxmlformats.org/officeDocument/2006/relationships/tags" Target="../tags/tag1477.xml"/><Relationship Id="rId27" Type="http://schemas.openxmlformats.org/officeDocument/2006/relationships/tags" Target="../tags/tag1482.xml"/><Relationship Id="rId30" Type="http://schemas.openxmlformats.org/officeDocument/2006/relationships/tags" Target="../tags/tag1485.xml"/><Relationship Id="rId35" Type="http://schemas.openxmlformats.org/officeDocument/2006/relationships/tags" Target="../tags/tag1490.xml"/><Relationship Id="rId8" Type="http://schemas.openxmlformats.org/officeDocument/2006/relationships/tags" Target="../tags/tag1463.xml"/><Relationship Id="rId3" Type="http://schemas.openxmlformats.org/officeDocument/2006/relationships/tags" Target="../tags/tag1458.xml"/></Relationships>
</file>

<file path=ppt/slides/_rels/slide33.xml.rels><?xml version="1.0" encoding="UTF-8" standalone="yes"?>
<Relationships xmlns="http://schemas.openxmlformats.org/package/2006/relationships"><Relationship Id="rId13" Type="http://schemas.openxmlformats.org/officeDocument/2006/relationships/tags" Target="../tags/tag1504.xml"/><Relationship Id="rId18" Type="http://schemas.openxmlformats.org/officeDocument/2006/relationships/tags" Target="../tags/tag1509.xml"/><Relationship Id="rId26" Type="http://schemas.openxmlformats.org/officeDocument/2006/relationships/tags" Target="../tags/tag1517.xml"/><Relationship Id="rId39" Type="http://schemas.openxmlformats.org/officeDocument/2006/relationships/tags" Target="../tags/tag1530.xml"/><Relationship Id="rId21" Type="http://schemas.openxmlformats.org/officeDocument/2006/relationships/tags" Target="../tags/tag1512.xml"/><Relationship Id="rId34" Type="http://schemas.openxmlformats.org/officeDocument/2006/relationships/tags" Target="../tags/tag1525.xml"/><Relationship Id="rId42" Type="http://schemas.openxmlformats.org/officeDocument/2006/relationships/tags" Target="../tags/tag1533.xml"/><Relationship Id="rId47" Type="http://schemas.openxmlformats.org/officeDocument/2006/relationships/tags" Target="../tags/tag1538.xml"/><Relationship Id="rId50" Type="http://schemas.openxmlformats.org/officeDocument/2006/relationships/slideLayout" Target="../slideLayouts/slideLayout74.xml"/><Relationship Id="rId7" Type="http://schemas.openxmlformats.org/officeDocument/2006/relationships/tags" Target="../tags/tag1498.xml"/><Relationship Id="rId2" Type="http://schemas.openxmlformats.org/officeDocument/2006/relationships/tags" Target="../tags/tag1493.xml"/><Relationship Id="rId16" Type="http://schemas.openxmlformats.org/officeDocument/2006/relationships/tags" Target="../tags/tag1507.xml"/><Relationship Id="rId29" Type="http://schemas.openxmlformats.org/officeDocument/2006/relationships/tags" Target="../tags/tag1520.xml"/><Relationship Id="rId11" Type="http://schemas.openxmlformats.org/officeDocument/2006/relationships/tags" Target="../tags/tag1502.xml"/><Relationship Id="rId24" Type="http://schemas.openxmlformats.org/officeDocument/2006/relationships/tags" Target="../tags/tag1515.xml"/><Relationship Id="rId32" Type="http://schemas.openxmlformats.org/officeDocument/2006/relationships/tags" Target="../tags/tag1523.xml"/><Relationship Id="rId37" Type="http://schemas.openxmlformats.org/officeDocument/2006/relationships/tags" Target="../tags/tag1528.xml"/><Relationship Id="rId40" Type="http://schemas.openxmlformats.org/officeDocument/2006/relationships/tags" Target="../tags/tag1531.xml"/><Relationship Id="rId45" Type="http://schemas.openxmlformats.org/officeDocument/2006/relationships/tags" Target="../tags/tag1536.xml"/><Relationship Id="rId53" Type="http://schemas.openxmlformats.org/officeDocument/2006/relationships/chart" Target="../charts/chart11.xml"/><Relationship Id="rId5" Type="http://schemas.openxmlformats.org/officeDocument/2006/relationships/tags" Target="../tags/tag1496.xml"/><Relationship Id="rId10" Type="http://schemas.openxmlformats.org/officeDocument/2006/relationships/tags" Target="../tags/tag1501.xml"/><Relationship Id="rId19" Type="http://schemas.openxmlformats.org/officeDocument/2006/relationships/tags" Target="../tags/tag1510.xml"/><Relationship Id="rId31" Type="http://schemas.openxmlformats.org/officeDocument/2006/relationships/tags" Target="../tags/tag1522.xml"/><Relationship Id="rId44" Type="http://schemas.openxmlformats.org/officeDocument/2006/relationships/tags" Target="../tags/tag1535.xml"/><Relationship Id="rId52" Type="http://schemas.openxmlformats.org/officeDocument/2006/relationships/image" Target="../media/image22.emf"/><Relationship Id="rId4" Type="http://schemas.openxmlformats.org/officeDocument/2006/relationships/tags" Target="../tags/tag1495.xml"/><Relationship Id="rId9" Type="http://schemas.openxmlformats.org/officeDocument/2006/relationships/tags" Target="../tags/tag1500.xml"/><Relationship Id="rId14" Type="http://schemas.openxmlformats.org/officeDocument/2006/relationships/tags" Target="../tags/tag1505.xml"/><Relationship Id="rId22" Type="http://schemas.openxmlformats.org/officeDocument/2006/relationships/tags" Target="../tags/tag1513.xml"/><Relationship Id="rId27" Type="http://schemas.openxmlformats.org/officeDocument/2006/relationships/tags" Target="../tags/tag1518.xml"/><Relationship Id="rId30" Type="http://schemas.openxmlformats.org/officeDocument/2006/relationships/tags" Target="../tags/tag1521.xml"/><Relationship Id="rId35" Type="http://schemas.openxmlformats.org/officeDocument/2006/relationships/tags" Target="../tags/tag1526.xml"/><Relationship Id="rId43" Type="http://schemas.openxmlformats.org/officeDocument/2006/relationships/tags" Target="../tags/tag1534.xml"/><Relationship Id="rId48" Type="http://schemas.openxmlformats.org/officeDocument/2006/relationships/tags" Target="../tags/tag1539.xml"/><Relationship Id="rId8" Type="http://schemas.openxmlformats.org/officeDocument/2006/relationships/tags" Target="../tags/tag1499.xml"/><Relationship Id="rId51" Type="http://schemas.openxmlformats.org/officeDocument/2006/relationships/oleObject" Target="../embeddings/oleObject84.bin"/><Relationship Id="rId3" Type="http://schemas.openxmlformats.org/officeDocument/2006/relationships/tags" Target="../tags/tag1494.xml"/><Relationship Id="rId12" Type="http://schemas.openxmlformats.org/officeDocument/2006/relationships/tags" Target="../tags/tag1503.xml"/><Relationship Id="rId17" Type="http://schemas.openxmlformats.org/officeDocument/2006/relationships/tags" Target="../tags/tag1508.xml"/><Relationship Id="rId25" Type="http://schemas.openxmlformats.org/officeDocument/2006/relationships/tags" Target="../tags/tag1516.xml"/><Relationship Id="rId33" Type="http://schemas.openxmlformats.org/officeDocument/2006/relationships/tags" Target="../tags/tag1524.xml"/><Relationship Id="rId38" Type="http://schemas.openxmlformats.org/officeDocument/2006/relationships/tags" Target="../tags/tag1529.xml"/><Relationship Id="rId46" Type="http://schemas.openxmlformats.org/officeDocument/2006/relationships/tags" Target="../tags/tag1537.xml"/><Relationship Id="rId20" Type="http://schemas.openxmlformats.org/officeDocument/2006/relationships/tags" Target="../tags/tag1511.xml"/><Relationship Id="rId41" Type="http://schemas.openxmlformats.org/officeDocument/2006/relationships/tags" Target="../tags/tag1532.xml"/><Relationship Id="rId54" Type="http://schemas.openxmlformats.org/officeDocument/2006/relationships/chart" Target="../charts/chart12.xml"/><Relationship Id="rId1" Type="http://schemas.openxmlformats.org/officeDocument/2006/relationships/tags" Target="../tags/tag1492.xml"/><Relationship Id="rId6" Type="http://schemas.openxmlformats.org/officeDocument/2006/relationships/tags" Target="../tags/tag1497.xml"/><Relationship Id="rId15" Type="http://schemas.openxmlformats.org/officeDocument/2006/relationships/tags" Target="../tags/tag1506.xml"/><Relationship Id="rId23" Type="http://schemas.openxmlformats.org/officeDocument/2006/relationships/tags" Target="../tags/tag1514.xml"/><Relationship Id="rId28" Type="http://schemas.openxmlformats.org/officeDocument/2006/relationships/tags" Target="../tags/tag1519.xml"/><Relationship Id="rId36" Type="http://schemas.openxmlformats.org/officeDocument/2006/relationships/tags" Target="../tags/tag1527.xml"/><Relationship Id="rId49" Type="http://schemas.openxmlformats.org/officeDocument/2006/relationships/tags" Target="../tags/tag154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6.xml"/><Relationship Id="rId2" Type="http://schemas.openxmlformats.org/officeDocument/2006/relationships/tags" Target="../tags/tag1542.xml"/><Relationship Id="rId1" Type="http://schemas.openxmlformats.org/officeDocument/2006/relationships/tags" Target="../tags/tag1541.xml"/><Relationship Id="rId5" Type="http://schemas.openxmlformats.org/officeDocument/2006/relationships/image" Target="../media/image74.emf"/><Relationship Id="rId4" Type="http://schemas.openxmlformats.org/officeDocument/2006/relationships/oleObject" Target="../embeddings/oleObject85.bin"/></Relationships>
</file>

<file path=ppt/slides/_rels/slide35.xml.rels><?xml version="1.0" encoding="UTF-8" standalone="yes"?>
<Relationships xmlns="http://schemas.openxmlformats.org/package/2006/relationships"><Relationship Id="rId3" Type="http://schemas.openxmlformats.org/officeDocument/2006/relationships/tags" Target="../tags/tag1545.xml"/><Relationship Id="rId2" Type="http://schemas.openxmlformats.org/officeDocument/2006/relationships/tags" Target="../tags/tag1544.xml"/><Relationship Id="rId1" Type="http://schemas.openxmlformats.org/officeDocument/2006/relationships/tags" Target="../tags/tag1543.xml"/><Relationship Id="rId6" Type="http://schemas.openxmlformats.org/officeDocument/2006/relationships/image" Target="../media/image22.emf"/><Relationship Id="rId5" Type="http://schemas.openxmlformats.org/officeDocument/2006/relationships/oleObject" Target="../embeddings/oleObject86.bin"/><Relationship Id="rId4" Type="http://schemas.openxmlformats.org/officeDocument/2006/relationships/slideLayout" Target="../slideLayouts/slideLayout66.xml"/></Relationships>
</file>

<file path=ppt/slides/_rels/slide36.xml.rels><?xml version="1.0" encoding="UTF-8" standalone="yes"?>
<Relationships xmlns="http://schemas.openxmlformats.org/package/2006/relationships"><Relationship Id="rId8" Type="http://schemas.openxmlformats.org/officeDocument/2006/relationships/tags" Target="../tags/tag1553.xml"/><Relationship Id="rId13" Type="http://schemas.openxmlformats.org/officeDocument/2006/relationships/image" Target="../media/image75.svg"/><Relationship Id="rId3" Type="http://schemas.openxmlformats.org/officeDocument/2006/relationships/tags" Target="../tags/tag1548.xml"/><Relationship Id="rId7" Type="http://schemas.openxmlformats.org/officeDocument/2006/relationships/tags" Target="../tags/tag1552.xml"/><Relationship Id="rId12" Type="http://schemas.openxmlformats.org/officeDocument/2006/relationships/image" Target="../media/image56.svg"/><Relationship Id="rId17" Type="http://schemas.openxmlformats.org/officeDocument/2006/relationships/image" Target="../media/image79.svg"/><Relationship Id="rId2" Type="http://schemas.openxmlformats.org/officeDocument/2006/relationships/tags" Target="../tags/tag1547.xml"/><Relationship Id="rId16" Type="http://schemas.openxmlformats.org/officeDocument/2006/relationships/image" Target="../media/image78.svg"/><Relationship Id="rId1" Type="http://schemas.openxmlformats.org/officeDocument/2006/relationships/tags" Target="../tags/tag1546.xml"/><Relationship Id="rId6" Type="http://schemas.openxmlformats.org/officeDocument/2006/relationships/tags" Target="../tags/tag1551.xml"/><Relationship Id="rId11" Type="http://schemas.openxmlformats.org/officeDocument/2006/relationships/image" Target="../media/image26.emf"/><Relationship Id="rId5" Type="http://schemas.openxmlformats.org/officeDocument/2006/relationships/tags" Target="../tags/tag1550.xml"/><Relationship Id="rId15" Type="http://schemas.openxmlformats.org/officeDocument/2006/relationships/image" Target="../media/image77.svg"/><Relationship Id="rId10" Type="http://schemas.openxmlformats.org/officeDocument/2006/relationships/oleObject" Target="../embeddings/oleObject87.bin"/><Relationship Id="rId4" Type="http://schemas.openxmlformats.org/officeDocument/2006/relationships/tags" Target="../tags/tag1549.xml"/><Relationship Id="rId9" Type="http://schemas.openxmlformats.org/officeDocument/2006/relationships/slideLayout" Target="../slideLayouts/slideLayout66.xml"/><Relationship Id="rId14" Type="http://schemas.openxmlformats.org/officeDocument/2006/relationships/image" Target="../media/image76.svg"/></Relationships>
</file>

<file path=ppt/slides/_rels/slide37.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1556.xml"/><Relationship Id="rId7" Type="http://schemas.openxmlformats.org/officeDocument/2006/relationships/oleObject" Target="../embeddings/oleObject88.bin"/><Relationship Id="rId2" Type="http://schemas.openxmlformats.org/officeDocument/2006/relationships/tags" Target="../tags/tag1555.xml"/><Relationship Id="rId1" Type="http://schemas.openxmlformats.org/officeDocument/2006/relationships/tags" Target="../tags/tag1554.xml"/><Relationship Id="rId6" Type="http://schemas.openxmlformats.org/officeDocument/2006/relationships/slideLayout" Target="../slideLayouts/slideLayout66.xml"/><Relationship Id="rId5" Type="http://schemas.openxmlformats.org/officeDocument/2006/relationships/tags" Target="../tags/tag1558.xml"/><Relationship Id="rId4" Type="http://schemas.openxmlformats.org/officeDocument/2006/relationships/tags" Target="../tags/tag1557.xml"/></Relationships>
</file>

<file path=ppt/slides/_rels/slide38.xml.rels><?xml version="1.0" encoding="UTF-8" standalone="yes"?>
<Relationships xmlns="http://schemas.openxmlformats.org/package/2006/relationships"><Relationship Id="rId3" Type="http://schemas.openxmlformats.org/officeDocument/2006/relationships/tags" Target="../tags/tag1561.xml"/><Relationship Id="rId7" Type="http://schemas.openxmlformats.org/officeDocument/2006/relationships/image" Target="../media/image22.emf"/><Relationship Id="rId2" Type="http://schemas.openxmlformats.org/officeDocument/2006/relationships/tags" Target="../tags/tag1560.xml"/><Relationship Id="rId1" Type="http://schemas.openxmlformats.org/officeDocument/2006/relationships/tags" Target="../tags/tag1559.xml"/><Relationship Id="rId6" Type="http://schemas.openxmlformats.org/officeDocument/2006/relationships/oleObject" Target="../embeddings/oleObject89.bin"/><Relationship Id="rId5" Type="http://schemas.openxmlformats.org/officeDocument/2006/relationships/slideLayout" Target="../slideLayouts/slideLayout66.xml"/><Relationship Id="rId4" Type="http://schemas.openxmlformats.org/officeDocument/2006/relationships/tags" Target="../tags/tag1562.xml"/></Relationships>
</file>

<file path=ppt/slides/_rels/slide39.xml.rels><?xml version="1.0" encoding="UTF-8" standalone="yes"?>
<Relationships xmlns="http://schemas.openxmlformats.org/package/2006/relationships"><Relationship Id="rId13" Type="http://schemas.openxmlformats.org/officeDocument/2006/relationships/tags" Target="../tags/tag1575.xml"/><Relationship Id="rId18" Type="http://schemas.openxmlformats.org/officeDocument/2006/relationships/oleObject" Target="../embeddings/oleObject90.bin"/><Relationship Id="rId26" Type="http://schemas.openxmlformats.org/officeDocument/2006/relationships/image" Target="../media/image86.jpg"/><Relationship Id="rId39" Type="http://schemas.openxmlformats.org/officeDocument/2006/relationships/image" Target="../media/image99.svg"/><Relationship Id="rId21" Type="http://schemas.openxmlformats.org/officeDocument/2006/relationships/image" Target="../media/image81.jpg"/><Relationship Id="rId34" Type="http://schemas.openxmlformats.org/officeDocument/2006/relationships/image" Target="../media/image94.jpg"/><Relationship Id="rId7" Type="http://schemas.openxmlformats.org/officeDocument/2006/relationships/tags" Target="../tags/tag1569.xml"/><Relationship Id="rId2" Type="http://schemas.openxmlformats.org/officeDocument/2006/relationships/tags" Target="../tags/tag1564.xml"/><Relationship Id="rId16" Type="http://schemas.openxmlformats.org/officeDocument/2006/relationships/tags" Target="../tags/tag1578.xml"/><Relationship Id="rId20" Type="http://schemas.openxmlformats.org/officeDocument/2006/relationships/image" Target="../media/image80.svg"/><Relationship Id="rId29" Type="http://schemas.openxmlformats.org/officeDocument/2006/relationships/image" Target="../media/image89.png"/><Relationship Id="rId41" Type="http://schemas.openxmlformats.org/officeDocument/2006/relationships/image" Target="../media/image101.svg"/><Relationship Id="rId1" Type="http://schemas.openxmlformats.org/officeDocument/2006/relationships/tags" Target="../tags/tag1563.xml"/><Relationship Id="rId6" Type="http://schemas.openxmlformats.org/officeDocument/2006/relationships/tags" Target="../tags/tag1568.xml"/><Relationship Id="rId11" Type="http://schemas.openxmlformats.org/officeDocument/2006/relationships/tags" Target="../tags/tag1573.xml"/><Relationship Id="rId24" Type="http://schemas.openxmlformats.org/officeDocument/2006/relationships/image" Target="../media/image84.png"/><Relationship Id="rId32" Type="http://schemas.openxmlformats.org/officeDocument/2006/relationships/image" Target="../media/image92.jpg"/><Relationship Id="rId37" Type="http://schemas.openxmlformats.org/officeDocument/2006/relationships/image" Target="../media/image97.svg"/><Relationship Id="rId40" Type="http://schemas.openxmlformats.org/officeDocument/2006/relationships/image" Target="../media/image100.svg"/><Relationship Id="rId5" Type="http://schemas.openxmlformats.org/officeDocument/2006/relationships/tags" Target="../tags/tag1567.xml"/><Relationship Id="rId15" Type="http://schemas.openxmlformats.org/officeDocument/2006/relationships/tags" Target="../tags/tag1577.xml"/><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svg"/><Relationship Id="rId10" Type="http://schemas.openxmlformats.org/officeDocument/2006/relationships/tags" Target="../tags/tag1572.xml"/><Relationship Id="rId19" Type="http://schemas.openxmlformats.org/officeDocument/2006/relationships/image" Target="../media/image22.emf"/><Relationship Id="rId31" Type="http://schemas.openxmlformats.org/officeDocument/2006/relationships/image" Target="../media/image91.jpg"/><Relationship Id="rId4" Type="http://schemas.openxmlformats.org/officeDocument/2006/relationships/tags" Target="../tags/tag1566.xml"/><Relationship Id="rId9" Type="http://schemas.openxmlformats.org/officeDocument/2006/relationships/tags" Target="../tags/tag1571.xml"/><Relationship Id="rId14" Type="http://schemas.openxmlformats.org/officeDocument/2006/relationships/tags" Target="../tags/tag1576.xml"/><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jpg"/><Relationship Id="rId35" Type="http://schemas.openxmlformats.org/officeDocument/2006/relationships/image" Target="../media/image95.png"/><Relationship Id="rId8" Type="http://schemas.openxmlformats.org/officeDocument/2006/relationships/tags" Target="../tags/tag1570.xml"/><Relationship Id="rId3" Type="http://schemas.openxmlformats.org/officeDocument/2006/relationships/tags" Target="../tags/tag1565.xml"/><Relationship Id="rId12" Type="http://schemas.openxmlformats.org/officeDocument/2006/relationships/tags" Target="../tags/tag1574.xml"/><Relationship Id="rId17" Type="http://schemas.openxmlformats.org/officeDocument/2006/relationships/slideLayout" Target="../slideLayouts/slideLayout66.xml"/><Relationship Id="rId25" Type="http://schemas.openxmlformats.org/officeDocument/2006/relationships/image" Target="../media/image85.png"/><Relationship Id="rId33" Type="http://schemas.openxmlformats.org/officeDocument/2006/relationships/image" Target="../media/image93.jpg"/><Relationship Id="rId38" Type="http://schemas.openxmlformats.org/officeDocument/2006/relationships/image" Target="../media/image98.svg"/></Relationships>
</file>

<file path=ppt/slides/_rels/slide40.xml.rels><?xml version="1.0" encoding="UTF-8" standalone="yes"?>
<Relationships xmlns="http://schemas.openxmlformats.org/package/2006/relationships"><Relationship Id="rId13" Type="http://schemas.openxmlformats.org/officeDocument/2006/relationships/tags" Target="../tags/tag1591.xml"/><Relationship Id="rId18" Type="http://schemas.openxmlformats.org/officeDocument/2006/relationships/tags" Target="../tags/tag1596.xml"/><Relationship Id="rId26" Type="http://schemas.openxmlformats.org/officeDocument/2006/relationships/tags" Target="../tags/tag1604.xml"/><Relationship Id="rId39" Type="http://schemas.openxmlformats.org/officeDocument/2006/relationships/image" Target="../media/image105.svg"/><Relationship Id="rId21" Type="http://schemas.openxmlformats.org/officeDocument/2006/relationships/tags" Target="../tags/tag1599.xml"/><Relationship Id="rId34" Type="http://schemas.openxmlformats.org/officeDocument/2006/relationships/oleObject" Target="../embeddings/oleObject91.bin"/><Relationship Id="rId7" Type="http://schemas.openxmlformats.org/officeDocument/2006/relationships/tags" Target="../tags/tag1585.xml"/><Relationship Id="rId2" Type="http://schemas.openxmlformats.org/officeDocument/2006/relationships/tags" Target="../tags/tag1580.xml"/><Relationship Id="rId16" Type="http://schemas.openxmlformats.org/officeDocument/2006/relationships/tags" Target="../tags/tag1594.xml"/><Relationship Id="rId20" Type="http://schemas.openxmlformats.org/officeDocument/2006/relationships/tags" Target="../tags/tag1598.xml"/><Relationship Id="rId29" Type="http://schemas.openxmlformats.org/officeDocument/2006/relationships/tags" Target="../tags/tag1607.xml"/><Relationship Id="rId41" Type="http://schemas.openxmlformats.org/officeDocument/2006/relationships/image" Target="../media/image107.svg"/><Relationship Id="rId1" Type="http://schemas.openxmlformats.org/officeDocument/2006/relationships/tags" Target="../tags/tag1579.xml"/><Relationship Id="rId6" Type="http://schemas.openxmlformats.org/officeDocument/2006/relationships/tags" Target="../tags/tag1584.xml"/><Relationship Id="rId11" Type="http://schemas.openxmlformats.org/officeDocument/2006/relationships/tags" Target="../tags/tag1589.xml"/><Relationship Id="rId24" Type="http://schemas.openxmlformats.org/officeDocument/2006/relationships/tags" Target="../tags/tag1602.xml"/><Relationship Id="rId32" Type="http://schemas.openxmlformats.org/officeDocument/2006/relationships/tags" Target="../tags/tag1610.xml"/><Relationship Id="rId37" Type="http://schemas.openxmlformats.org/officeDocument/2006/relationships/image" Target="../media/image103.svg"/><Relationship Id="rId40" Type="http://schemas.openxmlformats.org/officeDocument/2006/relationships/image" Target="../media/image106.svg"/><Relationship Id="rId5" Type="http://schemas.openxmlformats.org/officeDocument/2006/relationships/tags" Target="../tags/tag1583.xml"/><Relationship Id="rId15" Type="http://schemas.openxmlformats.org/officeDocument/2006/relationships/tags" Target="../tags/tag1593.xml"/><Relationship Id="rId23" Type="http://schemas.openxmlformats.org/officeDocument/2006/relationships/tags" Target="../tags/tag1601.xml"/><Relationship Id="rId28" Type="http://schemas.openxmlformats.org/officeDocument/2006/relationships/tags" Target="../tags/tag1606.xml"/><Relationship Id="rId36" Type="http://schemas.openxmlformats.org/officeDocument/2006/relationships/image" Target="../media/image102.svg"/><Relationship Id="rId10" Type="http://schemas.openxmlformats.org/officeDocument/2006/relationships/tags" Target="../tags/tag1588.xml"/><Relationship Id="rId19" Type="http://schemas.openxmlformats.org/officeDocument/2006/relationships/tags" Target="../tags/tag1597.xml"/><Relationship Id="rId31" Type="http://schemas.openxmlformats.org/officeDocument/2006/relationships/tags" Target="../tags/tag1609.xml"/><Relationship Id="rId4" Type="http://schemas.openxmlformats.org/officeDocument/2006/relationships/tags" Target="../tags/tag1582.xml"/><Relationship Id="rId9" Type="http://schemas.openxmlformats.org/officeDocument/2006/relationships/tags" Target="../tags/tag1587.xml"/><Relationship Id="rId14" Type="http://schemas.openxmlformats.org/officeDocument/2006/relationships/tags" Target="../tags/tag1592.xml"/><Relationship Id="rId22" Type="http://schemas.openxmlformats.org/officeDocument/2006/relationships/tags" Target="../tags/tag1600.xml"/><Relationship Id="rId27" Type="http://schemas.openxmlformats.org/officeDocument/2006/relationships/tags" Target="../tags/tag1605.xml"/><Relationship Id="rId30" Type="http://schemas.openxmlformats.org/officeDocument/2006/relationships/tags" Target="../tags/tag1608.xml"/><Relationship Id="rId35" Type="http://schemas.openxmlformats.org/officeDocument/2006/relationships/image" Target="../media/image22.emf"/><Relationship Id="rId8" Type="http://schemas.openxmlformats.org/officeDocument/2006/relationships/tags" Target="../tags/tag1586.xml"/><Relationship Id="rId3" Type="http://schemas.openxmlformats.org/officeDocument/2006/relationships/tags" Target="../tags/tag1581.xml"/><Relationship Id="rId12" Type="http://schemas.openxmlformats.org/officeDocument/2006/relationships/tags" Target="../tags/tag1590.xml"/><Relationship Id="rId17" Type="http://schemas.openxmlformats.org/officeDocument/2006/relationships/tags" Target="../tags/tag1595.xml"/><Relationship Id="rId25" Type="http://schemas.openxmlformats.org/officeDocument/2006/relationships/tags" Target="../tags/tag1603.xml"/><Relationship Id="rId33" Type="http://schemas.openxmlformats.org/officeDocument/2006/relationships/slideLayout" Target="../slideLayouts/slideLayout66.xml"/><Relationship Id="rId38" Type="http://schemas.openxmlformats.org/officeDocument/2006/relationships/image" Target="../media/image104.svg"/></Relationships>
</file>

<file path=ppt/slides/_rels/slide41.xml.rels><?xml version="1.0" encoding="UTF-8" standalone="yes"?>
<Relationships xmlns="http://schemas.openxmlformats.org/package/2006/relationships"><Relationship Id="rId13" Type="http://schemas.openxmlformats.org/officeDocument/2006/relationships/tags" Target="../tags/tag1623.xml"/><Relationship Id="rId18" Type="http://schemas.openxmlformats.org/officeDocument/2006/relationships/tags" Target="../tags/tag1628.xml"/><Relationship Id="rId26" Type="http://schemas.openxmlformats.org/officeDocument/2006/relationships/tags" Target="../tags/tag1636.xml"/><Relationship Id="rId39" Type="http://schemas.openxmlformats.org/officeDocument/2006/relationships/image" Target="../media/image104.svg"/><Relationship Id="rId21" Type="http://schemas.openxmlformats.org/officeDocument/2006/relationships/tags" Target="../tags/tag1631.xml"/><Relationship Id="rId34" Type="http://schemas.openxmlformats.org/officeDocument/2006/relationships/slideLayout" Target="../slideLayouts/slideLayout66.xml"/><Relationship Id="rId42" Type="http://schemas.openxmlformats.org/officeDocument/2006/relationships/image" Target="../media/image109.svg"/><Relationship Id="rId7" Type="http://schemas.openxmlformats.org/officeDocument/2006/relationships/tags" Target="../tags/tag1617.xml"/><Relationship Id="rId2" Type="http://schemas.openxmlformats.org/officeDocument/2006/relationships/tags" Target="../tags/tag1612.xml"/><Relationship Id="rId16" Type="http://schemas.openxmlformats.org/officeDocument/2006/relationships/tags" Target="../tags/tag1626.xml"/><Relationship Id="rId20" Type="http://schemas.openxmlformats.org/officeDocument/2006/relationships/tags" Target="../tags/tag1630.xml"/><Relationship Id="rId29" Type="http://schemas.openxmlformats.org/officeDocument/2006/relationships/tags" Target="../tags/tag1639.xml"/><Relationship Id="rId41" Type="http://schemas.openxmlformats.org/officeDocument/2006/relationships/image" Target="../media/image105.svg"/><Relationship Id="rId1" Type="http://schemas.openxmlformats.org/officeDocument/2006/relationships/tags" Target="../tags/tag1611.xml"/><Relationship Id="rId6" Type="http://schemas.openxmlformats.org/officeDocument/2006/relationships/tags" Target="../tags/tag1616.xml"/><Relationship Id="rId11" Type="http://schemas.openxmlformats.org/officeDocument/2006/relationships/tags" Target="../tags/tag1621.xml"/><Relationship Id="rId24" Type="http://schemas.openxmlformats.org/officeDocument/2006/relationships/tags" Target="../tags/tag1634.xml"/><Relationship Id="rId32" Type="http://schemas.openxmlformats.org/officeDocument/2006/relationships/tags" Target="../tags/tag1642.xml"/><Relationship Id="rId37" Type="http://schemas.openxmlformats.org/officeDocument/2006/relationships/image" Target="../media/image102.svg"/><Relationship Id="rId40" Type="http://schemas.openxmlformats.org/officeDocument/2006/relationships/image" Target="../media/image108.svg"/><Relationship Id="rId5" Type="http://schemas.openxmlformats.org/officeDocument/2006/relationships/tags" Target="../tags/tag1615.xml"/><Relationship Id="rId15" Type="http://schemas.openxmlformats.org/officeDocument/2006/relationships/tags" Target="../tags/tag1625.xml"/><Relationship Id="rId23" Type="http://schemas.openxmlformats.org/officeDocument/2006/relationships/tags" Target="../tags/tag1633.xml"/><Relationship Id="rId28" Type="http://schemas.openxmlformats.org/officeDocument/2006/relationships/tags" Target="../tags/tag1638.xml"/><Relationship Id="rId36" Type="http://schemas.openxmlformats.org/officeDocument/2006/relationships/image" Target="../media/image22.emf"/><Relationship Id="rId10" Type="http://schemas.openxmlformats.org/officeDocument/2006/relationships/tags" Target="../tags/tag1620.xml"/><Relationship Id="rId19" Type="http://schemas.openxmlformats.org/officeDocument/2006/relationships/tags" Target="../tags/tag1629.xml"/><Relationship Id="rId31" Type="http://schemas.openxmlformats.org/officeDocument/2006/relationships/tags" Target="../tags/tag1641.xml"/><Relationship Id="rId4" Type="http://schemas.openxmlformats.org/officeDocument/2006/relationships/tags" Target="../tags/tag1614.xml"/><Relationship Id="rId9" Type="http://schemas.openxmlformats.org/officeDocument/2006/relationships/tags" Target="../tags/tag1619.xml"/><Relationship Id="rId14" Type="http://schemas.openxmlformats.org/officeDocument/2006/relationships/tags" Target="../tags/tag1624.xml"/><Relationship Id="rId22" Type="http://schemas.openxmlformats.org/officeDocument/2006/relationships/tags" Target="../tags/tag1632.xml"/><Relationship Id="rId27" Type="http://schemas.openxmlformats.org/officeDocument/2006/relationships/tags" Target="../tags/tag1637.xml"/><Relationship Id="rId30" Type="http://schemas.openxmlformats.org/officeDocument/2006/relationships/tags" Target="../tags/tag1640.xml"/><Relationship Id="rId35" Type="http://schemas.openxmlformats.org/officeDocument/2006/relationships/oleObject" Target="../embeddings/oleObject92.bin"/><Relationship Id="rId43" Type="http://schemas.openxmlformats.org/officeDocument/2006/relationships/image" Target="../media/image106.svg"/><Relationship Id="rId8" Type="http://schemas.openxmlformats.org/officeDocument/2006/relationships/tags" Target="../tags/tag1618.xml"/><Relationship Id="rId3" Type="http://schemas.openxmlformats.org/officeDocument/2006/relationships/tags" Target="../tags/tag1613.xml"/><Relationship Id="rId12" Type="http://schemas.openxmlformats.org/officeDocument/2006/relationships/tags" Target="../tags/tag1622.xml"/><Relationship Id="rId17" Type="http://schemas.openxmlformats.org/officeDocument/2006/relationships/tags" Target="../tags/tag1627.xml"/><Relationship Id="rId25" Type="http://schemas.openxmlformats.org/officeDocument/2006/relationships/tags" Target="../tags/tag1635.xml"/><Relationship Id="rId33" Type="http://schemas.openxmlformats.org/officeDocument/2006/relationships/tags" Target="../tags/tag1643.xml"/><Relationship Id="rId38" Type="http://schemas.openxmlformats.org/officeDocument/2006/relationships/image" Target="../media/image10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2"/>
            </p:custDataLst>
            <p:extLst>
              <p:ext uri="{D42A27DB-BD31-4B8C-83A1-F6EECF244321}">
                <p14:modId xmlns:p14="http://schemas.microsoft.com/office/powerpoint/2010/main" val="2198395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72" imgH="588" progId="TCLayout.ActiveDocument.1">
                  <p:embed/>
                </p:oleObj>
              </mc:Choice>
              <mc:Fallback>
                <p:oleObj name="think-cell Slide" r:id="rId8" imgW="572" imgH="588" progId="TCLayout.ActiveDocument.1">
                  <p:embed/>
                  <p:pic>
                    <p:nvPicPr>
                      <p:cNvPr id="3" name="Object 2" hidden="1">
                        <a:extLst>
                          <a:ext uri="{FF2B5EF4-FFF2-40B4-BE49-F238E27FC236}">
                            <a16:creationId xmlns:a16="http://schemas.microsoft.com/office/drawing/2014/main" id="{DFC82A3A-0A2D-4C91-9164-E53833C359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108DE052-9238-470A-B7A3-D8EB461E3CEB}"/>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4400" b="1" i="0" u="none" strike="noStrike" kern="1200" cap="none" spc="0" normalizeH="0" baseline="0" noProof="0" err="1">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11" name="Subtitle">
            <a:extLst>
              <a:ext uri="{FF2B5EF4-FFF2-40B4-BE49-F238E27FC236}">
                <a16:creationId xmlns:a16="http://schemas.microsoft.com/office/drawing/2014/main" id="{88411BE9-77FF-42E6-1F8B-2D95D26AEB2E}"/>
              </a:ext>
            </a:extLst>
          </p:cNvPr>
          <p:cNvSpPr>
            <a:spLocks noGrp="1"/>
          </p:cNvSpPr>
          <p:nvPr>
            <p:ph type="subTitle" idx="1"/>
            <p:custDataLst>
              <p:tags r:id="rId4"/>
            </p:custDataLst>
          </p:nvPr>
        </p:nvSpPr>
        <p:spPr>
          <a:xfrm>
            <a:off x="558977" y="4141454"/>
            <a:ext cx="6578247" cy="276999"/>
          </a:xfrm>
          <a:noFill/>
          <a:ln/>
          <a:extLst>
            <a:ext uri="{909E8E84-426E-40DD-AFC4-6F175D3DCCD1}">
              <a14:hiddenFill xmlns:a14="http://schemas.microsoft.com/office/drawing/2010/main">
                <a:solidFill>
                  <a:srgbClr val="FFFFFF"/>
                </a:solidFill>
              </a14:hiddenFill>
            </a:ext>
          </a:extLst>
        </p:spPr>
        <p:txBody>
          <a:bodyPr>
            <a:spAutoFit/>
          </a:bodyPr>
          <a:lstStyle/>
          <a:p>
            <a:r>
              <a:rPr lang="en-US" dirty="0"/>
              <a:t>Incomplete preliminary draft</a:t>
            </a:r>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5"/>
            </p:custDataLst>
          </p:nvPr>
        </p:nvSpPr>
        <p:spPr>
          <a:xfrm>
            <a:off x="558977" y="3411601"/>
            <a:ext cx="6578247" cy="615553"/>
          </a:xfrm>
          <a:noFill/>
          <a:ln/>
          <a:extLst>
            <a:ext uri="{909E8E84-426E-40DD-AFC4-6F175D3DCCD1}">
              <a14:hiddenFill xmlns:a14="http://schemas.microsoft.com/office/drawing/2010/main">
                <a:solidFill>
                  <a:srgbClr val="FFFFFF"/>
                </a:solidFill>
              </a14:hiddenFill>
            </a:ext>
          </a:extLst>
        </p:spPr>
        <p:txBody>
          <a:bodyPr vert="horz"/>
          <a:lstStyle/>
          <a:p>
            <a:r>
              <a:rPr lang="en-US">
                <a:latin typeface="+mj-lt"/>
                <a:ea typeface="Tahoma" panose="020B0604030504040204" pitchFamily="34" charset="0"/>
                <a:cs typeface="Tahoma" panose="020B0604030504040204" pitchFamily="34" charset="0"/>
              </a:rPr>
              <a:t>Tech </a:t>
            </a:r>
            <a:r>
              <a:rPr lang="en-US" dirty="0">
                <a:latin typeface="+mj-lt"/>
                <a:ea typeface="Tahoma" panose="020B0604030504040204" pitchFamily="34" charset="0"/>
                <a:cs typeface="Tahoma" panose="020B0604030504040204" pitchFamily="34" charset="0"/>
              </a:rPr>
              <a:t>Assessment</a:t>
            </a:r>
          </a:p>
        </p:txBody>
      </p:sp>
    </p:spTree>
    <p:custDataLst>
      <p:tags r:id="rId1"/>
    </p:custDataLst>
    <p:extLst>
      <p:ext uri="{BB962C8B-B14F-4D97-AF65-F5344CB8AC3E}">
        <p14:creationId xmlns:p14="http://schemas.microsoft.com/office/powerpoint/2010/main" val="3095890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6AD5-C102-6B66-74EF-4CBB09A42999}"/>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04B5DF4C-9FF3-2E17-A23E-ED3DAA54D5A1}"/>
              </a:ext>
            </a:extLst>
          </p:cNvPr>
          <p:cNvGraphicFramePr>
            <a:graphicFrameLocks noChangeAspect="1"/>
          </p:cNvGraphicFramePr>
          <p:nvPr>
            <p:custDataLst>
              <p:tags r:id="rId1"/>
            </p:custDataLst>
            <p:extLst>
              <p:ext uri="{D42A27DB-BD31-4B8C-83A1-F6EECF244321}">
                <p14:modId xmlns:p14="http://schemas.microsoft.com/office/powerpoint/2010/main" val="3680339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6" name="Object 6" hidden="1">
                        <a:extLst>
                          <a:ext uri="{FF2B5EF4-FFF2-40B4-BE49-F238E27FC236}">
                            <a16:creationId xmlns:a16="http://schemas.microsoft.com/office/drawing/2014/main" id="{04B5DF4C-9FF3-2E17-A23E-ED3DAA54D5A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F089F0-2D14-AFF4-F18B-5BCCBDC09334}"/>
              </a:ext>
            </a:extLst>
          </p:cNvPr>
          <p:cNvSpPr>
            <a:spLocks noGrp="1"/>
          </p:cNvSpPr>
          <p:nvPr>
            <p:ph type="title"/>
          </p:nvPr>
        </p:nvSpPr>
        <p:spPr>
          <a:xfrm>
            <a:off x="554734" y="534400"/>
            <a:ext cx="11082528" cy="369332"/>
          </a:xfrm>
        </p:spPr>
        <p:txBody>
          <a:bodyPr vert="horz"/>
          <a:lstStyle/>
          <a:p>
            <a:fld id="{9E74F744-DFC3-4954-BFB5-3492494D7A61}" type="datetime'Contents'">
              <a:rPr lang="en-US" altLang="en-US" smtClean="0">
                <a:effectLst/>
              </a:rPr>
              <a:pPr/>
              <a:t>Contents</a:t>
            </a:fld>
            <a:endParaRPr lang="en-US"/>
          </a:p>
        </p:txBody>
      </p:sp>
      <p:sp>
        <p:nvSpPr>
          <p:cNvPr id="4" name="Text Placeholder 4">
            <a:extLst>
              <a:ext uri="{FF2B5EF4-FFF2-40B4-BE49-F238E27FC236}">
                <a16:creationId xmlns:a16="http://schemas.microsoft.com/office/drawing/2014/main" id="{B1803200-DD56-EAE3-F3CD-F22F34260816}"/>
              </a:ext>
            </a:extLst>
          </p:cNvPr>
          <p:cNvSpPr>
            <a:spLocks noGrp="1"/>
          </p:cNvSpPr>
          <p:nvPr>
            <p:custDataLst>
              <p:tags r:id="rId2"/>
            </p:custDataLst>
          </p:nvPr>
        </p:nvSpPr>
        <p:spPr bwMode="auto">
          <a:xfrm>
            <a:off x="4773613" y="2614613"/>
            <a:ext cx="2644775" cy="407988"/>
          </a:xfrm>
          <a:prstGeom prst="rect">
            <a:avLst/>
          </a:prstGeom>
          <a:solidFill>
            <a:schemeClr val="accent6"/>
          </a:solidFill>
          <a:ln>
            <a:noFill/>
          </a:ln>
          <a:effectLst/>
        </p:spPr>
        <p:txBody>
          <a:bodyPr vert="horz" wrap="none" lIns="82550"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b="1">
                <a:solidFill>
                  <a:schemeClr val="tx1"/>
                </a:solidFill>
              </a:rPr>
              <a:t>Executive </a:t>
            </a:r>
            <a:r>
              <a:rPr lang="en-US" altLang="en-US" sz="1600" b="1" dirty="0">
                <a:solidFill>
                  <a:schemeClr val="tx1"/>
                </a:solidFill>
              </a:rPr>
              <a:t>summary</a:t>
            </a:r>
            <a:endParaRPr lang="en-US" sz="1600" b="1" dirty="0">
              <a:solidFill>
                <a:schemeClr val="tx1"/>
              </a:solidFill>
            </a:endParaRPr>
          </a:p>
        </p:txBody>
      </p:sp>
      <p:sp>
        <p:nvSpPr>
          <p:cNvPr id="10" name="Text Placeholder 4">
            <a:hlinkClick r:id="rId9" action="ppaction://hlinksldjump"/>
            <a:extLst>
              <a:ext uri="{FF2B5EF4-FFF2-40B4-BE49-F238E27FC236}">
                <a16:creationId xmlns:a16="http://schemas.microsoft.com/office/drawing/2014/main" id="{8D6852D5-ACFD-63B6-9D7C-A611756C6DCA}"/>
              </a:ext>
            </a:extLst>
          </p:cNvPr>
          <p:cNvSpPr>
            <a:spLocks noGrp="1"/>
          </p:cNvSpPr>
          <p:nvPr>
            <p:custDataLst>
              <p:tags r:id="rId3"/>
            </p:custDataLst>
          </p:nvPr>
        </p:nvSpPr>
        <p:spPr bwMode="auto">
          <a:xfrm>
            <a:off x="4773613" y="3022600"/>
            <a:ext cx="2644775"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Demand </a:t>
            </a:r>
            <a:r>
              <a:rPr lang="en-US" altLang="en-US" sz="1600" dirty="0">
                <a:solidFill>
                  <a:schemeClr val="bg1"/>
                </a:solidFill>
              </a:rPr>
              <a:t>and portfolio</a:t>
            </a:r>
            <a:endParaRPr lang="en-US" sz="1600" dirty="0">
              <a:solidFill>
                <a:schemeClr val="bg1"/>
              </a:solidFill>
            </a:endParaRPr>
          </a:p>
        </p:txBody>
      </p:sp>
      <p:sp>
        <p:nvSpPr>
          <p:cNvPr id="12" name="Text Placeholder 4">
            <a:hlinkClick r:id="rId10" action="ppaction://hlinksldjump"/>
            <a:extLst>
              <a:ext uri="{FF2B5EF4-FFF2-40B4-BE49-F238E27FC236}">
                <a16:creationId xmlns:a16="http://schemas.microsoft.com/office/drawing/2014/main" id="{589E09DE-09D6-E241-93CA-B1C3E6A8F0E2}"/>
              </a:ext>
            </a:extLst>
          </p:cNvPr>
          <p:cNvSpPr>
            <a:spLocks noGrp="1"/>
          </p:cNvSpPr>
          <p:nvPr>
            <p:custDataLst>
              <p:tags r:id="rId4"/>
            </p:custDataLst>
          </p:nvPr>
        </p:nvSpPr>
        <p:spPr bwMode="auto">
          <a:xfrm>
            <a:off x="4773613" y="3429000"/>
            <a:ext cx="2644775"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ltLang="en-US" sz="1600">
                <a:solidFill>
                  <a:schemeClr val="bg1"/>
                </a:solidFill>
              </a:rPr>
              <a:t>SDLC </a:t>
            </a:r>
            <a:r>
              <a:rPr lang="en-US" altLang="en-US" sz="1600" dirty="0">
                <a:solidFill>
                  <a:schemeClr val="bg1"/>
                </a:solidFill>
              </a:rPr>
              <a:t>and engineering</a:t>
            </a:r>
            <a:endParaRPr lang="en-US" sz="1600" dirty="0">
              <a:solidFill>
                <a:schemeClr val="bg1"/>
              </a:solidFill>
            </a:endParaRPr>
          </a:p>
        </p:txBody>
      </p:sp>
      <p:sp>
        <p:nvSpPr>
          <p:cNvPr id="15" name="Text Placeholder 4">
            <a:hlinkClick r:id="rId11" action="ppaction://hlinksldjump"/>
            <a:extLst>
              <a:ext uri="{FF2B5EF4-FFF2-40B4-BE49-F238E27FC236}">
                <a16:creationId xmlns:a16="http://schemas.microsoft.com/office/drawing/2014/main" id="{D2DD4E58-A447-73B3-1CAE-AE373B035FCF}"/>
              </a:ext>
            </a:extLst>
          </p:cNvPr>
          <p:cNvSpPr>
            <a:spLocks noGrp="1"/>
          </p:cNvSpPr>
          <p:nvPr>
            <p:custDataLst>
              <p:tags r:id="rId5"/>
            </p:custDataLst>
          </p:nvPr>
        </p:nvSpPr>
        <p:spPr bwMode="auto">
          <a:xfrm>
            <a:off x="4773614" y="3835400"/>
            <a:ext cx="2644775"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Architecture </a:t>
            </a:r>
            <a:r>
              <a:rPr lang="en-US" altLang="en-US" sz="1600" dirty="0">
                <a:solidFill>
                  <a:schemeClr val="bg1"/>
                </a:solidFill>
              </a:rPr>
              <a:t>and operations</a:t>
            </a:r>
            <a:endParaRPr lang="en-US" sz="1600" dirty="0">
              <a:solidFill>
                <a:schemeClr val="bg1"/>
              </a:solidFill>
            </a:endParaRPr>
          </a:p>
        </p:txBody>
      </p:sp>
      <p:sp>
        <p:nvSpPr>
          <p:cNvPr id="3" name="Rectangle 1">
            <a:extLst>
              <a:ext uri="{FF2B5EF4-FFF2-40B4-BE49-F238E27FC236}">
                <a16:creationId xmlns:a16="http://schemas.microsoft.com/office/drawing/2014/main" id="{914FDA63-6A79-6BFE-6970-3D11DDC414DE}"/>
              </a:ext>
            </a:extLst>
          </p:cNvPr>
          <p:cNvSpPr/>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490524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FEB5-02CA-5CC4-5C28-A736B22E8A40}"/>
            </a:ext>
          </a:extLst>
        </p:cNvPr>
        <p:cNvGrpSpPr/>
        <p:nvPr/>
      </p:nvGrpSpPr>
      <p:grpSpPr>
        <a:xfrm>
          <a:off x="0" y="0"/>
          <a:ext cx="0" cy="0"/>
          <a:chOff x="0" y="0"/>
          <a:chExt cx="0" cy="0"/>
        </a:xfrm>
      </p:grpSpPr>
      <p:graphicFrame>
        <p:nvGraphicFramePr>
          <p:cNvPr id="56" name="Object 6" hidden="1">
            <a:extLst>
              <a:ext uri="{FF2B5EF4-FFF2-40B4-BE49-F238E27FC236}">
                <a16:creationId xmlns:a16="http://schemas.microsoft.com/office/drawing/2014/main" id="{10E86A80-8ED9-B220-8A98-CC1577FDF6D8}"/>
              </a:ext>
            </a:extLst>
          </p:cNvPr>
          <p:cNvGraphicFramePr>
            <a:graphicFrameLocks noChangeAspect="1"/>
          </p:cNvGraphicFramePr>
          <p:nvPr>
            <p:custDataLst>
              <p:tags r:id="rId1"/>
            </p:custDataLst>
            <p:extLst>
              <p:ext uri="{D42A27DB-BD31-4B8C-83A1-F6EECF244321}">
                <p14:modId xmlns:p14="http://schemas.microsoft.com/office/powerpoint/2010/main" val="412207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5" progId="TCLayout.ActiveDocument.1">
                  <p:embed/>
                </p:oleObj>
              </mc:Choice>
              <mc:Fallback>
                <p:oleObj name="think-cell Slide" r:id="rId9" imgW="592" imgH="595" progId="TCLayout.ActiveDocument.1">
                  <p:embed/>
                  <p:pic>
                    <p:nvPicPr>
                      <p:cNvPr id="56" name="Object 6" hidden="1">
                        <a:extLst>
                          <a:ext uri="{FF2B5EF4-FFF2-40B4-BE49-F238E27FC236}">
                            <a16:creationId xmlns:a16="http://schemas.microsoft.com/office/drawing/2014/main" id="{10E86A80-8ED9-B220-8A98-CC1577FDF6D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A4B444BB-B2DB-4135-F3B0-E9CBA86955E1}"/>
              </a:ext>
            </a:extLst>
          </p:cNvPr>
          <p:cNvSpPr>
            <a:spLocks noGrp="1"/>
          </p:cNvSpPr>
          <p:nvPr>
            <p:ph type="title"/>
            <p:custDataLst>
              <p:tags r:id="rId2"/>
            </p:custDataLst>
          </p:nvPr>
        </p:nvSpPr>
        <p:spPr>
          <a:xfrm>
            <a:off x="554734" y="1070423"/>
            <a:ext cx="11082528" cy="369332"/>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Executive summary</a:t>
            </a:r>
          </a:p>
        </p:txBody>
      </p:sp>
      <p:sp>
        <p:nvSpPr>
          <p:cNvPr id="19" name="1. On-page tracker">
            <a:extLst>
              <a:ext uri="{FF2B5EF4-FFF2-40B4-BE49-F238E27FC236}">
                <a16:creationId xmlns:a16="http://schemas.microsoft.com/office/drawing/2014/main" id="{8C4CE4D5-F984-D3AD-B269-2F8C48B0B0FE}"/>
              </a:ext>
            </a:extLst>
          </p:cNvPr>
          <p:cNvSpPr>
            <a:spLocks noGrp="1"/>
          </p:cNvSpPr>
          <p:nvPr>
            <p:ph type="body" sz="quarter" idx="10"/>
            <p:custDataLst>
              <p:tags r:id="rId3"/>
            </p:custDataLst>
          </p:nvPr>
        </p:nvSpPr>
        <p:spPr/>
        <p:txBody>
          <a:bodyPr/>
          <a:lstStyle/>
          <a:p>
            <a:endParaRPr lang="sv-SE" dirty="0"/>
          </a:p>
        </p:txBody>
      </p:sp>
      <p:cxnSp>
        <p:nvCxnSpPr>
          <p:cNvPr id="49" name="Straight Connector 48">
            <a:extLst>
              <a:ext uri="{FF2B5EF4-FFF2-40B4-BE49-F238E27FC236}">
                <a16:creationId xmlns:a16="http://schemas.microsoft.com/office/drawing/2014/main" id="{7470D887-FFD7-B219-9274-A6B292D799EA}"/>
              </a:ext>
            </a:extLst>
          </p:cNvPr>
          <p:cNvCxnSpPr>
            <a:cxnSpLocks/>
          </p:cNvCxnSpPr>
          <p:nvPr/>
        </p:nvCxnSpPr>
        <p:spPr>
          <a:xfrm>
            <a:off x="554736" y="1946637"/>
            <a:ext cx="11025486"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A1E75D3-2B1D-0FD2-DF2B-19B1B9A79621}"/>
              </a:ext>
            </a:extLst>
          </p:cNvPr>
          <p:cNvSpPr txBox="1">
            <a:spLocks/>
          </p:cNvSpPr>
          <p:nvPr/>
        </p:nvSpPr>
        <p:spPr>
          <a:xfrm>
            <a:off x="554735" y="1738028"/>
            <a:ext cx="1881487" cy="184666"/>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solidFill>
                  <a:schemeClr val="accent4"/>
                </a:solidFill>
              </a:rPr>
              <a:t>Reviewed dimensions</a:t>
            </a:r>
          </a:p>
        </p:txBody>
      </p:sp>
      <p:sp>
        <p:nvSpPr>
          <p:cNvPr id="28" name="TextBox 27">
            <a:extLst>
              <a:ext uri="{FF2B5EF4-FFF2-40B4-BE49-F238E27FC236}">
                <a16:creationId xmlns:a16="http://schemas.microsoft.com/office/drawing/2014/main" id="{C9EFC71C-233C-DD3C-D073-A19D44B96F56}"/>
              </a:ext>
            </a:extLst>
          </p:cNvPr>
          <p:cNvSpPr txBox="1">
            <a:spLocks/>
          </p:cNvSpPr>
          <p:nvPr/>
        </p:nvSpPr>
        <p:spPr>
          <a:xfrm>
            <a:off x="2616888" y="1706563"/>
            <a:ext cx="1486085" cy="184666"/>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pPr>
            <a:r>
              <a:rPr lang="en-US" sz="1200" b="1" dirty="0"/>
              <a:t>Key observations</a:t>
            </a:r>
          </a:p>
        </p:txBody>
      </p:sp>
      <p:pic>
        <p:nvPicPr>
          <p:cNvPr id="12" name="CustomIcon">
            <a:extLst>
              <a:ext uri="{FF2B5EF4-FFF2-40B4-BE49-F238E27FC236}">
                <a16:creationId xmlns:a16="http://schemas.microsoft.com/office/drawing/2014/main" id="{47454967-AD84-A273-F51D-0D43489104FE}"/>
              </a:ext>
            </a:extLst>
          </p:cNvPr>
          <p:cNvPicPr>
            <a:picLocks/>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554736" y="2002046"/>
            <a:ext cx="366404" cy="368300"/>
          </a:xfrm>
          <a:prstGeom prst="rect">
            <a:avLst/>
          </a:prstGeom>
        </p:spPr>
      </p:pic>
      <p:sp>
        <p:nvSpPr>
          <p:cNvPr id="8" name="TextBox 7">
            <a:extLst>
              <a:ext uri="{FF2B5EF4-FFF2-40B4-BE49-F238E27FC236}">
                <a16:creationId xmlns:a16="http://schemas.microsoft.com/office/drawing/2014/main" id="{DE55C478-C9BA-A5AF-6D2B-978D8BF43332}"/>
              </a:ext>
            </a:extLst>
          </p:cNvPr>
          <p:cNvSpPr txBox="1">
            <a:spLocks/>
          </p:cNvSpPr>
          <p:nvPr/>
        </p:nvSpPr>
        <p:spPr>
          <a:xfrm>
            <a:off x="1072397" y="2002046"/>
            <a:ext cx="1134503" cy="369332"/>
          </a:xfrm>
          <a:prstGeom prst="rect">
            <a:avLst/>
          </a:prstGeom>
        </p:spPr>
        <p:txBody>
          <a:bodyPr vert="horz" wrap="square" lIns="0" tIns="0" rIns="0" bIns="0" rtlCol="0" anchor="t" anchorCtr="0">
            <a:noAutofit/>
          </a:bodyPr>
          <a:lstStyle>
            <a:lvl1pPr marL="0" lvl="0" indent="0" defTabSz="895350" eaLnBrk="1" latinLnBrk="0" hangingPunct="1">
              <a:buClr>
                <a:schemeClr val="tx2"/>
              </a:buClr>
              <a:buSzPct val="100000"/>
              <a:defRPr sz="1400" baseline="0">
                <a:latin typeface="+mn-lt"/>
              </a:defRPr>
            </a:lvl1pPr>
            <a:lvl2pPr marL="193675" lvl="1" indent="-192088" defTabSz="895350" eaLnBrk="1" latinLnBrk="0" hangingPunct="1">
              <a:buClr>
                <a:schemeClr val="tx2"/>
              </a:buClr>
              <a:buSzPct val="125000"/>
              <a:buFont typeface="Arial" charset="0"/>
              <a:buChar char="▪"/>
              <a:defRPr sz="1400" baseline="0">
                <a:latin typeface="+mn-lt"/>
              </a:defRPr>
            </a:lvl2pPr>
            <a:lvl3pPr marL="457200" lvl="2" indent="-261938" defTabSz="895350" eaLnBrk="1" latinLnBrk="0" hangingPunct="1">
              <a:buClr>
                <a:schemeClr val="tx2"/>
              </a:buClr>
              <a:buSzPct val="120000"/>
              <a:buFont typeface="Arial" charset="0"/>
              <a:buChar char="–"/>
              <a:defRPr sz="1400" baseline="0">
                <a:latin typeface="+mn-lt"/>
              </a:defRPr>
            </a:lvl3pPr>
            <a:lvl4pPr marL="614363" lvl="3" indent="-155575" defTabSz="895350" eaLnBrk="1" latinLnBrk="0" hangingPunct="1">
              <a:buClr>
                <a:schemeClr val="tx2"/>
              </a:buClr>
              <a:buSzPct val="120000"/>
              <a:buFont typeface="Arial" charset="0"/>
              <a:buChar char="▫"/>
              <a:defRPr sz="1400" baseline="0">
                <a:latin typeface="+mn-lt"/>
              </a:defRPr>
            </a:lvl4pPr>
            <a:lvl5pPr marL="749808" lvl="4" indent="-130175" defTabSz="895350" eaLnBrk="1" latinLnBrk="0"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913526" eaLnBrk="1" fontAlgn="base" latinLnBrk="0" hangingPunct="1">
              <a:lnSpc>
                <a:spcPct val="100000"/>
              </a:lnSpc>
              <a:spcBef>
                <a:spcPts val="600"/>
              </a:spcBef>
              <a:buClr>
                <a:srgbClr val="FFFFFF"/>
              </a:buClr>
              <a:buSzPct val="100000"/>
              <a:buFontTx/>
              <a:buNone/>
              <a:tabLst/>
              <a:defRPr/>
            </a:pPr>
            <a:r>
              <a:rPr kumimoji="0" lang="en-US" sz="1200" b="1" i="0" u="none" strike="noStrike" kern="1200" cap="none" spc="0" normalizeH="0" baseline="0" dirty="0">
                <a:ln>
                  <a:noFill/>
                </a:ln>
                <a:solidFill>
                  <a:schemeClr val="accent4"/>
                </a:solidFill>
                <a:effectLst/>
                <a:uLnTx/>
                <a:uFillTx/>
                <a:ea typeface="+mn-ea"/>
                <a:cs typeface="+mn-cs"/>
              </a:rPr>
              <a:t>Demand &amp; portfolio</a:t>
            </a:r>
          </a:p>
        </p:txBody>
      </p:sp>
      <p:sp>
        <p:nvSpPr>
          <p:cNvPr id="17" name="TextBox 16">
            <a:extLst>
              <a:ext uri="{FF2B5EF4-FFF2-40B4-BE49-F238E27FC236}">
                <a16:creationId xmlns:a16="http://schemas.microsoft.com/office/drawing/2014/main" id="{7495EB17-4EE5-3850-DA94-6CFC3D696725}"/>
              </a:ext>
            </a:extLst>
          </p:cNvPr>
          <p:cNvSpPr txBox="1"/>
          <p:nvPr/>
        </p:nvSpPr>
        <p:spPr>
          <a:xfrm>
            <a:off x="2614117" y="2026813"/>
            <a:ext cx="4497343" cy="12311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dirty="0">
                <a:solidFill>
                  <a:srgbClr val="000000"/>
                </a:solidFill>
                <a:sym typeface=""/>
              </a:rPr>
              <a:t>The engineering team is heavily skewed towards back-end development, </a:t>
            </a:r>
            <a:r>
              <a:rPr lang="en-US" sz="1000" b="1" dirty="0">
                <a:solidFill>
                  <a:srgbClr val="000000"/>
                </a:solidFill>
                <a:sym typeface=""/>
              </a:rPr>
              <a:t>with a very thin QA</a:t>
            </a:r>
          </a:p>
          <a:p>
            <a:pPr lvl="1">
              <a:spcAft>
                <a:spcPts val="0"/>
              </a:spcAft>
              <a:buSzPct val="100000"/>
            </a:pPr>
            <a:r>
              <a:rPr lang="en-US" sz="1000" dirty="0">
                <a:solidFill>
                  <a:srgbClr val="000000"/>
                </a:solidFill>
                <a:cs typeface="+mn-cs"/>
                <a:sym typeface=""/>
              </a:rPr>
              <a:t>Demand outpaces delivery capacity, with </a:t>
            </a:r>
            <a:r>
              <a:rPr lang="en-US" sz="1000" b="1" dirty="0">
                <a:solidFill>
                  <a:srgbClr val="000000"/>
                </a:solidFill>
                <a:cs typeface="+mn-cs"/>
                <a:sym typeface=""/>
              </a:rPr>
              <a:t>no business tribe clearing more than 81% of its incoming requests</a:t>
            </a:r>
            <a:r>
              <a:rPr lang="en-US" sz="1000" dirty="0">
                <a:solidFill>
                  <a:srgbClr val="000000"/>
                </a:solidFill>
                <a:cs typeface="+mn-cs"/>
                <a:sym typeface=""/>
              </a:rPr>
              <a:t>, customer-facing squads falling behind the fastest</a:t>
            </a:r>
          </a:p>
          <a:p>
            <a:pPr lvl="1">
              <a:spcAft>
                <a:spcPts val="0"/>
              </a:spcAft>
              <a:buSzPct val="100000"/>
            </a:pPr>
            <a:r>
              <a:rPr lang="en-US" sz="1000" dirty="0">
                <a:solidFill>
                  <a:srgbClr val="000000"/>
                </a:solidFill>
                <a:cs typeface="+mn-cs"/>
                <a:sym typeface=""/>
              </a:rPr>
              <a:t>A significant portion of </a:t>
            </a:r>
            <a:r>
              <a:rPr lang="en-US" sz="1000" b="1" dirty="0">
                <a:solidFill>
                  <a:srgbClr val="000000"/>
                </a:solidFill>
                <a:cs typeface="+mn-cs"/>
                <a:sym typeface=""/>
              </a:rPr>
              <a:t>development work (~25%) is dedicated to defect fixes</a:t>
            </a:r>
            <a:r>
              <a:rPr lang="en-US" sz="1000" dirty="0">
                <a:solidFill>
                  <a:srgbClr val="000000"/>
                </a:solidFill>
                <a:cs typeface="+mn-cs"/>
                <a:sym typeface=""/>
              </a:rPr>
              <a:t>, especially in platforms for payments and corporate lending</a:t>
            </a:r>
          </a:p>
          <a:p>
            <a:pPr lvl="1">
              <a:spcAft>
                <a:spcPts val="0"/>
              </a:spcAft>
              <a:buSzPct val="100000"/>
            </a:pPr>
            <a:endParaRPr lang="en-US" sz="1000" dirty="0">
              <a:solidFill>
                <a:srgbClr val="000000"/>
              </a:solidFill>
              <a:cs typeface="+mn-cs"/>
              <a:sym typeface=""/>
            </a:endParaRPr>
          </a:p>
        </p:txBody>
      </p:sp>
      <p:sp>
        <p:nvSpPr>
          <p:cNvPr id="4" name="TextBox 3">
            <a:extLst>
              <a:ext uri="{FF2B5EF4-FFF2-40B4-BE49-F238E27FC236}">
                <a16:creationId xmlns:a16="http://schemas.microsoft.com/office/drawing/2014/main" id="{30D6ACA3-2E4C-BC8E-1B2E-DD6E20E5E601}"/>
              </a:ext>
            </a:extLst>
          </p:cNvPr>
          <p:cNvSpPr txBox="1">
            <a:spLocks/>
          </p:cNvSpPr>
          <p:nvPr/>
        </p:nvSpPr>
        <p:spPr>
          <a:xfrm>
            <a:off x="7288945" y="1706563"/>
            <a:ext cx="1486085" cy="184666"/>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pPr>
            <a:r>
              <a:rPr lang="en-US" sz="1200" b="1" dirty="0"/>
              <a:t>Potential actions</a:t>
            </a:r>
          </a:p>
        </p:txBody>
      </p:sp>
      <p:sp>
        <p:nvSpPr>
          <p:cNvPr id="5" name="TextBox 4">
            <a:extLst>
              <a:ext uri="{FF2B5EF4-FFF2-40B4-BE49-F238E27FC236}">
                <a16:creationId xmlns:a16="http://schemas.microsoft.com/office/drawing/2014/main" id="{94179E71-CA5E-A184-D1F7-68DED7B595A5}"/>
              </a:ext>
            </a:extLst>
          </p:cNvPr>
          <p:cNvSpPr txBox="1"/>
          <p:nvPr/>
        </p:nvSpPr>
        <p:spPr>
          <a:xfrm>
            <a:off x="7272169" y="2026813"/>
            <a:ext cx="4305590" cy="10772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dirty="0">
                <a:solidFill>
                  <a:srgbClr val="000000"/>
                </a:solidFill>
                <a:sym typeface=""/>
              </a:rPr>
              <a:t>Implement a unified process for </a:t>
            </a:r>
            <a:r>
              <a:rPr lang="en-US" sz="1000" b="1" dirty="0">
                <a:solidFill>
                  <a:srgbClr val="000000"/>
                </a:solidFill>
                <a:sym typeface=""/>
              </a:rPr>
              <a:t>prioritizing demand based on value, risk, and effort</a:t>
            </a:r>
            <a:r>
              <a:rPr lang="en-US" sz="1000" dirty="0">
                <a:solidFill>
                  <a:srgbClr val="000000"/>
                </a:solidFill>
                <a:sym typeface=""/>
              </a:rPr>
              <a:t> to ensure capacity is directed to the highest-impact work</a:t>
            </a:r>
          </a:p>
          <a:p>
            <a:pPr lvl="1">
              <a:spcAft>
                <a:spcPts val="0"/>
              </a:spcAft>
              <a:buSzPct val="100000"/>
            </a:pPr>
            <a:r>
              <a:rPr lang="en-US" sz="1000" dirty="0">
                <a:solidFill>
                  <a:srgbClr val="000000"/>
                </a:solidFill>
                <a:cs typeface="+mn-cs"/>
                <a:sym typeface=""/>
              </a:rPr>
              <a:t>Establish an </a:t>
            </a:r>
            <a:r>
              <a:rPr lang="en-US" sz="1000" b="1" dirty="0">
                <a:solidFill>
                  <a:srgbClr val="000000"/>
                </a:solidFill>
                <a:cs typeface="+mn-cs"/>
                <a:sym typeface=""/>
              </a:rPr>
              <a:t>Enterprise Portfolio Management Office </a:t>
            </a:r>
            <a:r>
              <a:rPr lang="en-US" sz="1000" dirty="0">
                <a:solidFill>
                  <a:srgbClr val="000000"/>
                </a:solidFill>
                <a:cs typeface="+mn-cs"/>
                <a:sym typeface=""/>
              </a:rPr>
              <a:t>to manage trade-offs, align intake with strategic priorities</a:t>
            </a:r>
          </a:p>
          <a:p>
            <a:pPr lvl="1">
              <a:spcAft>
                <a:spcPts val="0"/>
              </a:spcAft>
              <a:buSzPct val="100000"/>
            </a:pPr>
            <a:r>
              <a:rPr lang="en-US" sz="1000" dirty="0">
                <a:solidFill>
                  <a:srgbClr val="000000"/>
                </a:solidFill>
                <a:cs typeface="+mn-cs"/>
                <a:sym typeface=""/>
              </a:rPr>
              <a:t>Invest in </a:t>
            </a:r>
            <a:r>
              <a:rPr lang="en-US" sz="1000" b="1" dirty="0">
                <a:solidFill>
                  <a:srgbClr val="000000"/>
                </a:solidFill>
                <a:cs typeface="+mn-cs"/>
                <a:sym typeface=""/>
              </a:rPr>
              <a:t>embedding testers within the business tribes</a:t>
            </a:r>
            <a:r>
              <a:rPr lang="en-US" sz="1000" dirty="0">
                <a:solidFill>
                  <a:srgbClr val="000000"/>
                </a:solidFill>
                <a:cs typeface="+mn-cs"/>
                <a:sym typeface=""/>
              </a:rPr>
              <a:t> to catch quality issues earlier</a:t>
            </a:r>
          </a:p>
        </p:txBody>
      </p:sp>
      <p:cxnSp>
        <p:nvCxnSpPr>
          <p:cNvPr id="35" name="Straight Connector 34">
            <a:extLst>
              <a:ext uri="{FF2B5EF4-FFF2-40B4-BE49-F238E27FC236}">
                <a16:creationId xmlns:a16="http://schemas.microsoft.com/office/drawing/2014/main" id="{455790DD-5311-C5EA-2DF8-6E0EA20E3C73}"/>
              </a:ext>
            </a:extLst>
          </p:cNvPr>
          <p:cNvCxnSpPr>
            <a:cxnSpLocks/>
          </p:cNvCxnSpPr>
          <p:nvPr/>
        </p:nvCxnSpPr>
        <p:spPr>
          <a:xfrm>
            <a:off x="554737" y="4660525"/>
            <a:ext cx="11025485"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845850F-7C84-8678-840B-7A05ED8DF6F3}"/>
              </a:ext>
            </a:extLst>
          </p:cNvPr>
          <p:cNvCxnSpPr>
            <a:cxnSpLocks/>
          </p:cNvCxnSpPr>
          <p:nvPr/>
        </p:nvCxnSpPr>
        <p:spPr>
          <a:xfrm>
            <a:off x="554736" y="3313273"/>
            <a:ext cx="11025485"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5" name="CustomIcon">
            <a:extLst>
              <a:ext uri="{FF2B5EF4-FFF2-40B4-BE49-F238E27FC236}">
                <a16:creationId xmlns:a16="http://schemas.microsoft.com/office/drawing/2014/main" id="{CFAC3D16-1DA2-EF28-401E-9CBCE68F6BBC}"/>
              </a:ext>
            </a:extLst>
          </p:cNvPr>
          <p:cNvPicPr>
            <a:picLocks/>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554736" y="3351276"/>
            <a:ext cx="366404" cy="368300"/>
          </a:xfrm>
          <a:prstGeom prst="rect">
            <a:avLst/>
          </a:prstGeom>
        </p:spPr>
      </p:pic>
      <p:sp>
        <p:nvSpPr>
          <p:cNvPr id="9" name="TextBox 8">
            <a:extLst>
              <a:ext uri="{FF2B5EF4-FFF2-40B4-BE49-F238E27FC236}">
                <a16:creationId xmlns:a16="http://schemas.microsoft.com/office/drawing/2014/main" id="{3F2D160D-EB37-3918-2147-1D20F25D6C94}"/>
              </a:ext>
            </a:extLst>
          </p:cNvPr>
          <p:cNvSpPr txBox="1">
            <a:spLocks/>
          </p:cNvSpPr>
          <p:nvPr/>
        </p:nvSpPr>
        <p:spPr>
          <a:xfrm>
            <a:off x="1072397" y="3351276"/>
            <a:ext cx="1134503" cy="184666"/>
          </a:xfrm>
          <a:prstGeom prst="rect">
            <a:avLst/>
          </a:prstGeom>
        </p:spPr>
        <p:txBody>
          <a:bodyPr vert="horz" wrap="square" lIns="0" tIns="0" rIns="0" bIns="0" rtlCol="0" anchor="t" anchorCtr="0">
            <a:noAutofit/>
          </a:bodyPr>
          <a:lstStyle>
            <a:lvl1pPr marL="0" lvl="0" indent="0" defTabSz="895350" eaLnBrk="1" latinLnBrk="0" hangingPunct="1">
              <a:buClr>
                <a:schemeClr val="tx2"/>
              </a:buClr>
              <a:buSzPct val="100000"/>
              <a:defRPr sz="1400" baseline="0">
                <a:latin typeface="+mn-lt"/>
              </a:defRPr>
            </a:lvl1pPr>
            <a:lvl2pPr marL="193675" lvl="1" indent="-192088" defTabSz="895350" eaLnBrk="1" latinLnBrk="0" hangingPunct="1">
              <a:buClr>
                <a:schemeClr val="tx2"/>
              </a:buClr>
              <a:buSzPct val="125000"/>
              <a:buFont typeface="Arial" charset="0"/>
              <a:buChar char="▪"/>
              <a:defRPr sz="1400" baseline="0">
                <a:latin typeface="+mn-lt"/>
              </a:defRPr>
            </a:lvl2pPr>
            <a:lvl3pPr marL="457200" lvl="2" indent="-261938" defTabSz="895350" eaLnBrk="1" latinLnBrk="0" hangingPunct="1">
              <a:buClr>
                <a:schemeClr val="tx2"/>
              </a:buClr>
              <a:buSzPct val="120000"/>
              <a:buFont typeface="Arial" charset="0"/>
              <a:buChar char="–"/>
              <a:defRPr sz="1400" baseline="0">
                <a:latin typeface="+mn-lt"/>
              </a:defRPr>
            </a:lvl3pPr>
            <a:lvl4pPr marL="614363" lvl="3" indent="-155575" defTabSz="895350" eaLnBrk="1" latinLnBrk="0" hangingPunct="1">
              <a:buClr>
                <a:schemeClr val="tx2"/>
              </a:buClr>
              <a:buSzPct val="120000"/>
              <a:buFont typeface="Arial" charset="0"/>
              <a:buChar char="▫"/>
              <a:defRPr sz="1400" baseline="0">
                <a:latin typeface="+mn-lt"/>
              </a:defRPr>
            </a:lvl4pPr>
            <a:lvl5pPr marL="749808" lvl="4" indent="-130175" defTabSz="895350" eaLnBrk="1" latinLnBrk="0"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913526" eaLnBrk="1" fontAlgn="base" latinLnBrk="0" hangingPunct="1">
              <a:lnSpc>
                <a:spcPct val="100000"/>
              </a:lnSpc>
              <a:spcBef>
                <a:spcPts val="600"/>
              </a:spcBef>
              <a:buClr>
                <a:srgbClr val="FFFFFF"/>
              </a:buClr>
              <a:buSzPct val="100000"/>
              <a:buFontTx/>
              <a:buNone/>
              <a:tabLst/>
              <a:defRPr/>
            </a:pPr>
            <a:r>
              <a:rPr kumimoji="0" lang="en-US" sz="1200" b="1" i="0" u="none" strike="noStrike" kern="1200" cap="none" spc="0" normalizeH="0" baseline="0" dirty="0">
                <a:ln>
                  <a:noFill/>
                </a:ln>
                <a:solidFill>
                  <a:schemeClr val="accent4"/>
                </a:solidFill>
                <a:effectLst/>
                <a:uLnTx/>
                <a:uFillTx/>
                <a:ea typeface="+mn-ea"/>
                <a:cs typeface="+mn-cs"/>
              </a:rPr>
              <a:t>Engineering &amp; SDLC</a:t>
            </a:r>
          </a:p>
        </p:txBody>
      </p:sp>
      <p:sp>
        <p:nvSpPr>
          <p:cNvPr id="14" name="TextBox 13">
            <a:extLst>
              <a:ext uri="{FF2B5EF4-FFF2-40B4-BE49-F238E27FC236}">
                <a16:creationId xmlns:a16="http://schemas.microsoft.com/office/drawing/2014/main" id="{568FE337-4272-32FE-9B9D-74E73D67E575}"/>
              </a:ext>
            </a:extLst>
          </p:cNvPr>
          <p:cNvSpPr txBox="1"/>
          <p:nvPr/>
        </p:nvSpPr>
        <p:spPr>
          <a:xfrm>
            <a:off x="2614117" y="3354110"/>
            <a:ext cx="4497343" cy="10772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dirty="0">
                <a:solidFill>
                  <a:srgbClr val="000000"/>
                </a:solidFill>
                <a:sym typeface=""/>
              </a:rPr>
              <a:t>The bank has a modern, </a:t>
            </a:r>
            <a:r>
              <a:rPr lang="en-US" sz="1000" b="1" dirty="0">
                <a:solidFill>
                  <a:srgbClr val="000000"/>
                </a:solidFill>
                <a:sym typeface=""/>
              </a:rPr>
              <a:t>well-defined 6-stage SDLC on paper</a:t>
            </a:r>
          </a:p>
          <a:p>
            <a:pPr lvl="1">
              <a:spcAft>
                <a:spcPts val="0"/>
              </a:spcAft>
              <a:buSzPct val="100000"/>
            </a:pPr>
            <a:r>
              <a:rPr lang="en-US" sz="1000" dirty="0">
                <a:solidFill>
                  <a:srgbClr val="000000"/>
                </a:solidFill>
                <a:sym typeface=""/>
              </a:rPr>
              <a:t>The </a:t>
            </a:r>
            <a:r>
              <a:rPr lang="en-US" sz="1000" b="1" dirty="0">
                <a:solidFill>
                  <a:srgbClr val="000000"/>
                </a:solidFill>
                <a:sym typeface=""/>
              </a:rPr>
              <a:t>end-to-end test automation rate is less than 5%</a:t>
            </a:r>
            <a:r>
              <a:rPr lang="en-US" sz="1000" dirty="0">
                <a:solidFill>
                  <a:srgbClr val="000000"/>
                </a:solidFill>
                <a:sym typeface=""/>
              </a:rPr>
              <a:t> for most applications</a:t>
            </a:r>
          </a:p>
          <a:p>
            <a:pPr lvl="1">
              <a:spcAft>
                <a:spcPts val="0"/>
              </a:spcAft>
              <a:buSzPct val="100000"/>
            </a:pPr>
            <a:r>
              <a:rPr lang="en-US" sz="1000" dirty="0">
                <a:solidFill>
                  <a:srgbClr val="000000"/>
                </a:solidFill>
                <a:sym typeface=""/>
              </a:rPr>
              <a:t>Furthermore, 7 of 26 products, including critical money-movement platforms like Transactional Banking, </a:t>
            </a:r>
            <a:r>
              <a:rPr lang="en-US" sz="1000" b="1" dirty="0">
                <a:solidFill>
                  <a:srgbClr val="000000"/>
                </a:solidFill>
                <a:sym typeface=""/>
              </a:rPr>
              <a:t>do not meet the bank's own ≥70% unit-test coverage standard</a:t>
            </a:r>
          </a:p>
          <a:p>
            <a:pPr lvl="1">
              <a:spcAft>
                <a:spcPts val="0"/>
              </a:spcAft>
              <a:buSzPct val="100000"/>
            </a:pPr>
            <a:endParaRPr lang="en-US" sz="1000" dirty="0">
              <a:solidFill>
                <a:srgbClr val="000000"/>
              </a:solidFill>
              <a:cs typeface="+mn-cs"/>
              <a:sym typeface=""/>
            </a:endParaRPr>
          </a:p>
        </p:txBody>
      </p:sp>
      <p:sp>
        <p:nvSpPr>
          <p:cNvPr id="24" name="TextBox 23">
            <a:extLst>
              <a:ext uri="{FF2B5EF4-FFF2-40B4-BE49-F238E27FC236}">
                <a16:creationId xmlns:a16="http://schemas.microsoft.com/office/drawing/2014/main" id="{56CCC289-5D3B-F4B3-2B7C-724105C0F459}"/>
              </a:ext>
            </a:extLst>
          </p:cNvPr>
          <p:cNvSpPr txBox="1"/>
          <p:nvPr/>
        </p:nvSpPr>
        <p:spPr>
          <a:xfrm>
            <a:off x="7272168" y="3354110"/>
            <a:ext cx="4199323" cy="10772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dirty="0">
                <a:solidFill>
                  <a:srgbClr val="000000"/>
                </a:solidFill>
                <a:sym typeface=""/>
              </a:rPr>
              <a:t>Adopt and standardize a </a:t>
            </a:r>
            <a:r>
              <a:rPr lang="en-US" sz="1000" b="1" dirty="0">
                <a:solidFill>
                  <a:srgbClr val="000000"/>
                </a:solidFill>
                <a:sym typeface=""/>
              </a:rPr>
              <a:t>centralized engineering excellence bluebook </a:t>
            </a:r>
            <a:r>
              <a:rPr lang="en-US" sz="1000" dirty="0">
                <a:solidFill>
                  <a:srgbClr val="000000"/>
                </a:solidFill>
                <a:sym typeface=""/>
              </a:rPr>
              <a:t>across the entire organization</a:t>
            </a:r>
          </a:p>
          <a:p>
            <a:pPr lvl="1">
              <a:spcAft>
                <a:spcPts val="0"/>
              </a:spcAft>
              <a:buSzPct val="100000"/>
            </a:pPr>
            <a:r>
              <a:rPr lang="en-US" sz="1000" dirty="0">
                <a:solidFill>
                  <a:srgbClr val="000000"/>
                </a:solidFill>
                <a:cs typeface="+mn-cs"/>
                <a:sym typeface=""/>
              </a:rPr>
              <a:t>Enforce existing SDLC gates consistently across all teams, particularly the </a:t>
            </a:r>
            <a:r>
              <a:rPr lang="en-US" sz="1000" b="1" dirty="0">
                <a:solidFill>
                  <a:srgbClr val="000000"/>
                </a:solidFill>
                <a:cs typeface="+mn-cs"/>
                <a:sym typeface=""/>
              </a:rPr>
              <a:t>minimum unit-test coverage requirement governed at the individual squad/product level</a:t>
            </a:r>
          </a:p>
          <a:p>
            <a:pPr lvl="1">
              <a:spcAft>
                <a:spcPts val="0"/>
              </a:spcAft>
              <a:buSzPct val="100000"/>
            </a:pPr>
            <a:r>
              <a:rPr lang="en-US" sz="1000" dirty="0">
                <a:solidFill>
                  <a:srgbClr val="000000"/>
                </a:solidFill>
                <a:cs typeface="+mn-cs"/>
                <a:sym typeface=""/>
              </a:rPr>
              <a:t>Prioritize </a:t>
            </a:r>
            <a:r>
              <a:rPr lang="en-US" sz="1000" b="1" dirty="0">
                <a:solidFill>
                  <a:srgbClr val="000000"/>
                </a:solidFill>
                <a:cs typeface="+mn-cs"/>
                <a:sym typeface=""/>
              </a:rPr>
              <a:t>investment in test automation</a:t>
            </a:r>
            <a:r>
              <a:rPr lang="en-US" sz="1000" dirty="0">
                <a:solidFill>
                  <a:srgbClr val="000000"/>
                </a:solidFill>
                <a:cs typeface="+mn-cs"/>
                <a:sym typeface=""/>
              </a:rPr>
              <a:t> to reduce manual effort, shorten release cycles, and improve release quality</a:t>
            </a:r>
          </a:p>
        </p:txBody>
      </p:sp>
      <p:sp>
        <p:nvSpPr>
          <p:cNvPr id="147" name="Rectangle 146">
            <a:extLst>
              <a:ext uri="{FF2B5EF4-FFF2-40B4-BE49-F238E27FC236}">
                <a16:creationId xmlns:a16="http://schemas.microsoft.com/office/drawing/2014/main" id="{C5BD84DA-29A3-1826-E406-493865F9EE5D}"/>
              </a:ext>
            </a:extLst>
          </p:cNvPr>
          <p:cNvSpPr>
            <a:spLocks/>
          </p:cNvSpPr>
          <p:nvPr/>
        </p:nvSpPr>
        <p:spPr>
          <a:xfrm>
            <a:off x="2624772" y="4964584"/>
            <a:ext cx="5133249" cy="213309"/>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00" dirty="0">
              <a:solidFill>
                <a:schemeClr val="bg1"/>
              </a:solidFill>
            </a:endParaRPr>
          </a:p>
        </p:txBody>
      </p:sp>
      <p:pic>
        <p:nvPicPr>
          <p:cNvPr id="13" name="CustomIcon">
            <a:extLst>
              <a:ext uri="{FF2B5EF4-FFF2-40B4-BE49-F238E27FC236}">
                <a16:creationId xmlns:a16="http://schemas.microsoft.com/office/drawing/2014/main" id="{4746ACCE-85D0-0785-F495-1C13ADF17F35}"/>
              </a:ext>
            </a:extLst>
          </p:cNvPr>
          <p:cNvPicPr>
            <a:picLocks/>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a:off x="554737" y="4715879"/>
            <a:ext cx="368300" cy="368300"/>
          </a:xfrm>
          <a:prstGeom prst="rect">
            <a:avLst/>
          </a:prstGeom>
        </p:spPr>
      </p:pic>
      <p:sp>
        <p:nvSpPr>
          <p:cNvPr id="6" name="TextBox 5">
            <a:extLst>
              <a:ext uri="{FF2B5EF4-FFF2-40B4-BE49-F238E27FC236}">
                <a16:creationId xmlns:a16="http://schemas.microsoft.com/office/drawing/2014/main" id="{08C9D7E6-38FE-D1A9-64A0-FB56F7A6E981}"/>
              </a:ext>
            </a:extLst>
          </p:cNvPr>
          <p:cNvSpPr txBox="1">
            <a:spLocks/>
          </p:cNvSpPr>
          <p:nvPr/>
        </p:nvSpPr>
        <p:spPr>
          <a:xfrm>
            <a:off x="1075075" y="4715879"/>
            <a:ext cx="1140373" cy="461664"/>
          </a:xfrm>
          <a:prstGeom prst="rect">
            <a:avLst/>
          </a:prstGeom>
        </p:spPr>
        <p:txBody>
          <a:bodyPr vert="horz" wrap="square" lIns="0" tIns="0" rIns="0" bIns="0" rtlCol="0" anchor="t" anchorCtr="0">
            <a:noAutofit/>
          </a:bodyPr>
          <a:lstStyle>
            <a:lvl1pPr marL="0" lvl="0" indent="0" defTabSz="895350" eaLnBrk="1" latinLnBrk="0" hangingPunct="1">
              <a:buClr>
                <a:schemeClr val="tx2"/>
              </a:buClr>
              <a:buSzPct val="100000"/>
              <a:defRPr sz="1400" baseline="0">
                <a:latin typeface="+mn-lt"/>
              </a:defRPr>
            </a:lvl1pPr>
            <a:lvl2pPr marL="193675" lvl="1" indent="-192088" defTabSz="895350" eaLnBrk="1" latinLnBrk="0" hangingPunct="1">
              <a:buClr>
                <a:schemeClr val="tx2"/>
              </a:buClr>
              <a:buSzPct val="125000"/>
              <a:buFont typeface="Arial" charset="0"/>
              <a:buChar char="▪"/>
              <a:defRPr sz="1400" baseline="0">
                <a:latin typeface="+mn-lt"/>
              </a:defRPr>
            </a:lvl2pPr>
            <a:lvl3pPr marL="457200" lvl="2" indent="-261938" defTabSz="895350" eaLnBrk="1" latinLnBrk="0" hangingPunct="1">
              <a:buClr>
                <a:schemeClr val="tx2"/>
              </a:buClr>
              <a:buSzPct val="120000"/>
              <a:buFont typeface="Arial" charset="0"/>
              <a:buChar char="–"/>
              <a:defRPr sz="1400" baseline="0">
                <a:latin typeface="+mn-lt"/>
              </a:defRPr>
            </a:lvl3pPr>
            <a:lvl4pPr marL="614363" lvl="3" indent="-155575" defTabSz="895350" eaLnBrk="1" latinLnBrk="0" hangingPunct="1">
              <a:buClr>
                <a:schemeClr val="tx2"/>
              </a:buClr>
              <a:buSzPct val="120000"/>
              <a:buFont typeface="Arial" charset="0"/>
              <a:buChar char="▫"/>
              <a:defRPr sz="1400" baseline="0">
                <a:latin typeface="+mn-lt"/>
              </a:defRPr>
            </a:lvl4pPr>
            <a:lvl5pPr marL="749808" lvl="4" indent="-130175" defTabSz="895350" eaLnBrk="1" latinLnBrk="0"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913526" eaLnBrk="1" fontAlgn="base" latinLnBrk="0" hangingPunct="1">
              <a:lnSpc>
                <a:spcPct val="100000"/>
              </a:lnSpc>
              <a:spcBef>
                <a:spcPts val="600"/>
              </a:spcBef>
              <a:buClr>
                <a:srgbClr val="FFFFFF"/>
              </a:buClr>
              <a:buSzPct val="100000"/>
              <a:buFontTx/>
              <a:buNone/>
              <a:tabLst/>
              <a:defRPr/>
            </a:pPr>
            <a:r>
              <a:rPr kumimoji="0" lang="en-US" sz="1200" b="1" i="0" u="none" strike="noStrike" kern="1200" cap="none" spc="0" normalizeH="0" baseline="0" dirty="0">
                <a:ln>
                  <a:noFill/>
                </a:ln>
                <a:solidFill>
                  <a:schemeClr val="accent4"/>
                </a:solidFill>
                <a:effectLst/>
                <a:uLnTx/>
                <a:uFillTx/>
                <a:ea typeface="+mn-ea"/>
                <a:cs typeface="+mn-cs"/>
              </a:rPr>
              <a:t>Architecture &amp; operations</a:t>
            </a:r>
          </a:p>
        </p:txBody>
      </p:sp>
      <p:sp>
        <p:nvSpPr>
          <p:cNvPr id="29" name="TextBox 28">
            <a:extLst>
              <a:ext uri="{FF2B5EF4-FFF2-40B4-BE49-F238E27FC236}">
                <a16:creationId xmlns:a16="http://schemas.microsoft.com/office/drawing/2014/main" id="{EE3707F6-0476-C90C-E14D-7FE32D75DEFD}"/>
              </a:ext>
            </a:extLst>
          </p:cNvPr>
          <p:cNvSpPr txBox="1"/>
          <p:nvPr/>
        </p:nvSpPr>
        <p:spPr>
          <a:xfrm>
            <a:off x="2624772" y="4717289"/>
            <a:ext cx="4520611" cy="9233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b="1" dirty="0">
                <a:solidFill>
                  <a:srgbClr val="000000"/>
                </a:solidFill>
                <a:sym typeface=""/>
              </a:rPr>
              <a:t>9 critical services meet their uptime target of ≥99.8%, </a:t>
            </a:r>
            <a:r>
              <a:rPr lang="en-US" sz="1000" dirty="0">
                <a:solidFill>
                  <a:srgbClr val="000000"/>
                </a:solidFill>
                <a:sym typeface=""/>
              </a:rPr>
              <a:t>however the weakest services are all payment rails (e.g., domestic, cross-border)</a:t>
            </a:r>
          </a:p>
          <a:p>
            <a:pPr lvl="1">
              <a:spcAft>
                <a:spcPts val="0"/>
              </a:spcAft>
              <a:buSzPct val="100000"/>
            </a:pPr>
            <a:r>
              <a:rPr lang="en-US" sz="1000" dirty="0">
                <a:solidFill>
                  <a:srgbClr val="000000"/>
                </a:solidFill>
                <a:sym typeface=""/>
              </a:rPr>
              <a:t>A small number of shared systems, particularly the New Internet Bank and Online Card Processing, represent </a:t>
            </a:r>
            <a:r>
              <a:rPr lang="en-US" sz="1000" b="1" dirty="0">
                <a:solidFill>
                  <a:srgbClr val="000000"/>
                </a:solidFill>
                <a:sym typeface=""/>
              </a:rPr>
              <a:t>systemic single points of failure</a:t>
            </a:r>
          </a:p>
          <a:p>
            <a:pPr lvl="1">
              <a:spcAft>
                <a:spcPts val="0"/>
              </a:spcAft>
              <a:buSzPct val="100000"/>
            </a:pPr>
            <a:r>
              <a:rPr lang="en-US" sz="1000" b="1" dirty="0">
                <a:solidFill>
                  <a:srgbClr val="000000"/>
                </a:solidFill>
                <a:cs typeface="+mn-cs"/>
                <a:sym typeface=""/>
              </a:rPr>
              <a:t>&gt;65% of all availability incidents in 2025 were linked to in-house developed </a:t>
            </a:r>
            <a:r>
              <a:rPr lang="en-US" sz="1000" dirty="0">
                <a:solidFill>
                  <a:srgbClr val="000000"/>
                </a:solidFill>
                <a:cs typeface="+mn-cs"/>
                <a:sym typeface=""/>
              </a:rPr>
              <a:t>digital channels, not third-party vendor systems</a:t>
            </a:r>
          </a:p>
        </p:txBody>
      </p:sp>
      <p:sp>
        <p:nvSpPr>
          <p:cNvPr id="38" name="TextBox 37">
            <a:extLst>
              <a:ext uri="{FF2B5EF4-FFF2-40B4-BE49-F238E27FC236}">
                <a16:creationId xmlns:a16="http://schemas.microsoft.com/office/drawing/2014/main" id="{100A8515-56D2-9E8A-E615-549F35E65443}"/>
              </a:ext>
            </a:extLst>
          </p:cNvPr>
          <p:cNvSpPr txBox="1"/>
          <p:nvPr/>
        </p:nvSpPr>
        <p:spPr>
          <a:xfrm>
            <a:off x="7306922" y="4717289"/>
            <a:ext cx="4273301" cy="7694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0"/>
              </a:spcAft>
              <a:buSzPct val="100000"/>
            </a:pPr>
            <a:r>
              <a:rPr lang="en-US" sz="1000" b="1" dirty="0">
                <a:solidFill>
                  <a:srgbClr val="000000"/>
                </a:solidFill>
                <a:sym typeface=""/>
              </a:rPr>
              <a:t>De-risk the architecture by thinning out the core and reducing dependencies </a:t>
            </a:r>
            <a:r>
              <a:rPr lang="en-US" sz="1000" dirty="0">
                <a:solidFill>
                  <a:srgbClr val="000000"/>
                </a:solidFill>
                <a:sym typeface=""/>
              </a:rPr>
              <a:t>on the handful of systems that are single points of failure</a:t>
            </a:r>
          </a:p>
          <a:p>
            <a:pPr lvl="1">
              <a:spcAft>
                <a:spcPts val="0"/>
              </a:spcAft>
              <a:buSzPct val="100000"/>
            </a:pPr>
            <a:r>
              <a:rPr lang="en-US" sz="1000" dirty="0">
                <a:solidFill>
                  <a:srgbClr val="000000"/>
                </a:solidFill>
                <a:cs typeface="+mn-cs"/>
                <a:sym typeface=""/>
              </a:rPr>
              <a:t>Create a </a:t>
            </a:r>
            <a:r>
              <a:rPr lang="en-US" sz="1000" b="1" dirty="0">
                <a:solidFill>
                  <a:srgbClr val="000000"/>
                </a:solidFill>
                <a:cs typeface="+mn-cs"/>
                <a:sym typeface=""/>
              </a:rPr>
              <a:t>multi-year roadmap for architectural modernization </a:t>
            </a:r>
            <a:r>
              <a:rPr lang="en-US" sz="1000" dirty="0">
                <a:solidFill>
                  <a:srgbClr val="000000"/>
                </a:solidFill>
                <a:cs typeface="+mn-cs"/>
                <a:sym typeface=""/>
              </a:rPr>
              <a:t>to sequence the transition and ensure continuous business delivery</a:t>
            </a:r>
          </a:p>
        </p:txBody>
      </p:sp>
    </p:spTree>
    <p:extLst>
      <p:ext uri="{BB962C8B-B14F-4D97-AF65-F5344CB8AC3E}">
        <p14:creationId xmlns:p14="http://schemas.microsoft.com/office/powerpoint/2010/main" val="246314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9140A-A345-4DD0-04F4-ED1CE61CDCA6}"/>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057AF589-CA96-4884-C9CC-86C48159258B}"/>
              </a:ext>
            </a:extLst>
          </p:cNvPr>
          <p:cNvGraphicFramePr>
            <a:graphicFrameLocks noChangeAspect="1"/>
          </p:cNvGraphicFramePr>
          <p:nvPr>
            <p:custDataLst>
              <p:tags r:id="rId1"/>
            </p:custDataLst>
            <p:extLst>
              <p:ext uri="{D42A27DB-BD31-4B8C-83A1-F6EECF244321}">
                <p14:modId xmlns:p14="http://schemas.microsoft.com/office/powerpoint/2010/main" val="1351438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6" name="Object 6" hidden="1">
                        <a:extLst>
                          <a:ext uri="{FF2B5EF4-FFF2-40B4-BE49-F238E27FC236}">
                            <a16:creationId xmlns:a16="http://schemas.microsoft.com/office/drawing/2014/main" id="{057AF589-CA96-4884-C9CC-86C48159258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9443402-9D9A-E563-FB42-47471323BC61}"/>
              </a:ext>
            </a:extLst>
          </p:cNvPr>
          <p:cNvSpPr>
            <a:spLocks noGrp="1"/>
          </p:cNvSpPr>
          <p:nvPr>
            <p:ph type="title"/>
          </p:nvPr>
        </p:nvSpPr>
        <p:spPr>
          <a:xfrm>
            <a:off x="554734" y="534400"/>
            <a:ext cx="11082528" cy="369332"/>
          </a:xfrm>
        </p:spPr>
        <p:txBody>
          <a:bodyPr vert="horz"/>
          <a:lstStyle/>
          <a:p>
            <a:fld id="{9E74F744-DFC3-4954-BFB5-3492494D7A61}" type="datetime'Contents'">
              <a:rPr lang="en-US" altLang="en-US" smtClean="0">
                <a:effectLst/>
              </a:rPr>
              <a:pPr/>
              <a:t>Contents</a:t>
            </a:fld>
            <a:endParaRPr lang="en-US"/>
          </a:p>
        </p:txBody>
      </p:sp>
      <p:sp>
        <p:nvSpPr>
          <p:cNvPr id="8" name="1. On-page tracker">
            <a:extLst>
              <a:ext uri="{FF2B5EF4-FFF2-40B4-BE49-F238E27FC236}">
                <a16:creationId xmlns:a16="http://schemas.microsoft.com/office/drawing/2014/main" id="{6EBDACA5-F4CB-87C1-7899-68F869BA0D44}"/>
              </a:ext>
            </a:extLst>
          </p:cNvPr>
          <p:cNvSpPr>
            <a:spLocks noGrp="1"/>
          </p:cNvSpPr>
          <p:nvPr>
            <p:ph type="body" sz="quarter" idx="10"/>
            <p:custDataLst>
              <p:tags r:id="rId2"/>
            </p:custDataLst>
          </p:nvPr>
        </p:nvSpPr>
        <p:spPr/>
        <p:txBody>
          <a:bodyPr/>
          <a:lstStyle/>
          <a:p>
            <a:endParaRPr lang="en-US"/>
          </a:p>
        </p:txBody>
      </p:sp>
      <p:sp>
        <p:nvSpPr>
          <p:cNvPr id="5" name="Text Placeholder 4">
            <a:hlinkClick r:id="rId10" action="ppaction://hlinksldjump"/>
            <a:extLst>
              <a:ext uri="{FF2B5EF4-FFF2-40B4-BE49-F238E27FC236}">
                <a16:creationId xmlns:a16="http://schemas.microsoft.com/office/drawing/2014/main" id="{6475B174-53C1-0780-7854-EA26520284EE}"/>
              </a:ext>
            </a:extLst>
          </p:cNvPr>
          <p:cNvSpPr>
            <a:spLocks noGrp="1"/>
          </p:cNvSpPr>
          <p:nvPr>
            <p:custDataLst>
              <p:tags r:id="rId3"/>
            </p:custDataLst>
          </p:nvPr>
        </p:nvSpPr>
        <p:spPr bwMode="auto">
          <a:xfrm>
            <a:off x="4578350" y="2614613"/>
            <a:ext cx="3035300"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dirty="0">
                <a:solidFill>
                  <a:schemeClr val="bg1"/>
                </a:solidFill>
              </a:rPr>
              <a:t>Executive summary</a:t>
            </a:r>
            <a:endParaRPr lang="en-US" sz="1600" dirty="0">
              <a:solidFill>
                <a:schemeClr val="bg1"/>
              </a:solidFill>
            </a:endParaRPr>
          </a:p>
        </p:txBody>
      </p:sp>
      <p:sp>
        <p:nvSpPr>
          <p:cNvPr id="22" name="Text Placeholder 4">
            <a:extLst>
              <a:ext uri="{FF2B5EF4-FFF2-40B4-BE49-F238E27FC236}">
                <a16:creationId xmlns:a16="http://schemas.microsoft.com/office/drawing/2014/main" id="{DDCA1F0D-74AA-6AE9-3833-022D22CA3CC0}"/>
              </a:ext>
            </a:extLst>
          </p:cNvPr>
          <p:cNvSpPr>
            <a:spLocks noGrp="1"/>
          </p:cNvSpPr>
          <p:nvPr>
            <p:custDataLst>
              <p:tags r:id="rId4"/>
            </p:custDataLst>
          </p:nvPr>
        </p:nvSpPr>
        <p:spPr bwMode="auto">
          <a:xfrm>
            <a:off x="4578350" y="3022600"/>
            <a:ext cx="3035300" cy="406400"/>
          </a:xfrm>
          <a:prstGeom prst="rect">
            <a:avLst/>
          </a:prstGeom>
          <a:solidFill>
            <a:schemeClr val="accent6"/>
          </a:solidFill>
          <a:ln>
            <a:noFill/>
          </a:ln>
          <a:effec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b="1" dirty="0">
                <a:solidFill>
                  <a:schemeClr val="tx1"/>
                </a:solidFill>
              </a:rPr>
              <a:t>Demand and portfolio</a:t>
            </a:r>
            <a:endParaRPr lang="en-US" sz="1600" b="1" dirty="0">
              <a:solidFill>
                <a:schemeClr val="tx1"/>
              </a:solidFill>
            </a:endParaRPr>
          </a:p>
        </p:txBody>
      </p:sp>
      <p:sp>
        <p:nvSpPr>
          <p:cNvPr id="28" name="Text Placeholder 4">
            <a:hlinkClick r:id="rId11" action="ppaction://hlinksldjump"/>
            <a:extLst>
              <a:ext uri="{FF2B5EF4-FFF2-40B4-BE49-F238E27FC236}">
                <a16:creationId xmlns:a16="http://schemas.microsoft.com/office/drawing/2014/main" id="{A029E219-8892-C8BE-A906-E80E894C5F36}"/>
              </a:ext>
            </a:extLst>
          </p:cNvPr>
          <p:cNvSpPr>
            <a:spLocks noGrp="1"/>
          </p:cNvSpPr>
          <p:nvPr>
            <p:custDataLst>
              <p:tags r:id="rId5"/>
            </p:custDataLst>
          </p:nvPr>
        </p:nvSpPr>
        <p:spPr bwMode="auto">
          <a:xfrm>
            <a:off x="4578350" y="3429000"/>
            <a:ext cx="3035300"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ltLang="en-US" sz="1600" dirty="0">
                <a:solidFill>
                  <a:schemeClr val="bg1"/>
                </a:solidFill>
              </a:rPr>
              <a:t>SDLC and engineering</a:t>
            </a:r>
            <a:endParaRPr lang="en-US" sz="1600" dirty="0">
              <a:solidFill>
                <a:schemeClr val="bg1"/>
              </a:solidFill>
            </a:endParaRPr>
          </a:p>
        </p:txBody>
      </p:sp>
      <p:sp>
        <p:nvSpPr>
          <p:cNvPr id="40" name="Text Placeholder 4">
            <a:hlinkClick r:id="rId12" action="ppaction://hlinksldjump"/>
            <a:extLst>
              <a:ext uri="{FF2B5EF4-FFF2-40B4-BE49-F238E27FC236}">
                <a16:creationId xmlns:a16="http://schemas.microsoft.com/office/drawing/2014/main" id="{16B6B4AC-31F5-1CD1-DBC1-62C7AA46FBF9}"/>
              </a:ext>
            </a:extLst>
          </p:cNvPr>
          <p:cNvSpPr>
            <a:spLocks noGrp="1"/>
          </p:cNvSpPr>
          <p:nvPr>
            <p:custDataLst>
              <p:tags r:id="rId6"/>
            </p:custDataLst>
          </p:nvPr>
        </p:nvSpPr>
        <p:spPr bwMode="auto">
          <a:xfrm>
            <a:off x="4578350" y="3835400"/>
            <a:ext cx="3035300"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dirty="0">
                <a:solidFill>
                  <a:schemeClr val="bg1"/>
                </a:solidFill>
              </a:rPr>
              <a:t>Architecture and operations</a:t>
            </a:r>
            <a:endParaRPr lang="en-US" sz="1600" dirty="0">
              <a:solidFill>
                <a:schemeClr val="bg1"/>
              </a:solidFill>
            </a:endParaRPr>
          </a:p>
        </p:txBody>
      </p:sp>
      <p:sp>
        <p:nvSpPr>
          <p:cNvPr id="3" name="Rectangle 1">
            <a:extLst>
              <a:ext uri="{FF2B5EF4-FFF2-40B4-BE49-F238E27FC236}">
                <a16:creationId xmlns:a16="http://schemas.microsoft.com/office/drawing/2014/main" id="{C181166F-5BCC-AF19-A567-21B94A360DB5}"/>
              </a:ext>
            </a:extLst>
          </p:cNvPr>
          <p:cNvSpPr/>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381669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90F1-70B6-1C9F-AB1A-5B1968540591}"/>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DE2EE091-7F66-7900-D465-4044BF21D776}"/>
              </a:ext>
            </a:extLst>
          </p:cNvPr>
          <p:cNvGraphicFramePr>
            <a:graphicFrameLocks noChangeAspect="1"/>
          </p:cNvGraphicFramePr>
          <p:nvPr>
            <p:custDataLst>
              <p:tags r:id="rId1"/>
            </p:custDataLst>
            <p:extLst>
              <p:ext uri="{D42A27DB-BD31-4B8C-83A1-F6EECF244321}">
                <p14:modId xmlns:p14="http://schemas.microsoft.com/office/powerpoint/2010/main" val="2774623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6" progId="TCLayout.ActiveDocument.1">
                  <p:embed/>
                </p:oleObj>
              </mc:Choice>
              <mc:Fallback>
                <p:oleObj name="think-cell Slide" r:id="rId5" imgW="484" imgH="486" progId="TCLayout.ActiveDocument.1">
                  <p:embed/>
                  <p:pic>
                    <p:nvPicPr>
                      <p:cNvPr id="5" name="Object 6" hidden="1">
                        <a:extLst>
                          <a:ext uri="{FF2B5EF4-FFF2-40B4-BE49-F238E27FC236}">
                            <a16:creationId xmlns:a16="http://schemas.microsoft.com/office/drawing/2014/main" id="{DE2EE091-7F66-7900-D465-4044BF21D77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9" name="Rectangle 28">
            <a:extLst>
              <a:ext uri="{FF2B5EF4-FFF2-40B4-BE49-F238E27FC236}">
                <a16:creationId xmlns:a16="http://schemas.microsoft.com/office/drawing/2014/main" id="{1A0016CE-723D-AF42-0D56-B14C225CCB4D}"/>
              </a:ext>
            </a:extLst>
          </p:cNvPr>
          <p:cNvSpPr/>
          <p:nvPr/>
        </p:nvSpPr>
        <p:spPr>
          <a:xfrm>
            <a:off x="441959" y="1464951"/>
            <a:ext cx="4338387" cy="4985061"/>
          </a:xfrm>
          <a:prstGeom prst="rect">
            <a:avLst/>
          </a:prstGeom>
          <a:solidFill>
            <a:schemeClr val="accent3"/>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 name="2. Slide Title">
            <a:extLst>
              <a:ext uri="{FF2B5EF4-FFF2-40B4-BE49-F238E27FC236}">
                <a16:creationId xmlns:a16="http://schemas.microsoft.com/office/drawing/2014/main" id="{E124529D-E152-4AC6-2EBF-E1E07679F596}"/>
              </a:ext>
            </a:extLst>
          </p:cNvPr>
          <p:cNvSpPr>
            <a:spLocks noGrp="1"/>
          </p:cNvSpPr>
          <p:nvPr>
            <p:ph type="title"/>
            <p:custDataLst>
              <p:tags r:id="rId2"/>
            </p:custDataLst>
          </p:nvPr>
        </p:nvSpPr>
        <p:spPr>
          <a:xfrm>
            <a:off x="554734" y="522974"/>
            <a:ext cx="11082528" cy="738664"/>
          </a:xfrm>
          <a:noFill/>
          <a:ln/>
          <a:extLst>
            <a:ext uri="{909E8E84-426E-40DD-AFC4-6F175D3DCCD1}">
              <a14:hiddenFill xmlns:a14="http://schemas.microsoft.com/office/drawing/2010/main">
                <a:solidFill>
                  <a:srgbClr val="FFFFFF"/>
                </a:solidFill>
              </a14:hiddenFill>
            </a:ext>
          </a:extLst>
        </p:spPr>
        <p:txBody>
          <a:bodyPr vert="horz"/>
          <a:lstStyle/>
          <a:p>
            <a:r>
              <a:rPr lang="sv-SE" dirty="0">
                <a:latin typeface="+mj-lt"/>
              </a:rPr>
              <a:t>Main business demand is being served by product development teams within Digital Engineering</a:t>
            </a:r>
          </a:p>
        </p:txBody>
      </p:sp>
      <p:cxnSp>
        <p:nvCxnSpPr>
          <p:cNvPr id="39" name="Straight Connector 38">
            <a:extLst>
              <a:ext uri="{FF2B5EF4-FFF2-40B4-BE49-F238E27FC236}">
                <a16:creationId xmlns:a16="http://schemas.microsoft.com/office/drawing/2014/main" id="{BA585CD8-C6FF-AE64-7594-3838FB076E14}"/>
              </a:ext>
            </a:extLst>
          </p:cNvPr>
          <p:cNvCxnSpPr>
            <a:cxnSpLocks/>
          </p:cNvCxnSpPr>
          <p:nvPr/>
        </p:nvCxnSpPr>
        <p:spPr>
          <a:xfrm>
            <a:off x="4831533" y="1706563"/>
            <a:ext cx="0" cy="4476540"/>
          </a:xfrm>
          <a:prstGeom prst="line">
            <a:avLst/>
          </a:prstGeom>
          <a:ln w="6350"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FEBDB67-CD12-D00E-6BD4-7B1FF05D076A}"/>
              </a:ext>
            </a:extLst>
          </p:cNvPr>
          <p:cNvSpPr>
            <a:spLocks/>
          </p:cNvSpPr>
          <p:nvPr/>
        </p:nvSpPr>
        <p:spPr>
          <a:xfrm>
            <a:off x="554736"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Product develop-ment 1</a:t>
            </a:r>
          </a:p>
        </p:txBody>
      </p:sp>
      <p:sp>
        <p:nvSpPr>
          <p:cNvPr id="14" name="Rectangle 13">
            <a:extLst>
              <a:ext uri="{FF2B5EF4-FFF2-40B4-BE49-F238E27FC236}">
                <a16:creationId xmlns:a16="http://schemas.microsoft.com/office/drawing/2014/main" id="{886CBE8D-E693-16E6-E9B2-29E51B69FEE7}"/>
              </a:ext>
            </a:extLst>
          </p:cNvPr>
          <p:cNvSpPr>
            <a:spLocks/>
          </p:cNvSpPr>
          <p:nvPr/>
        </p:nvSpPr>
        <p:spPr>
          <a:xfrm>
            <a:off x="1407238"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Product develop-ment 2</a:t>
            </a:r>
          </a:p>
        </p:txBody>
      </p:sp>
      <p:sp>
        <p:nvSpPr>
          <p:cNvPr id="15" name="Rectangle 14">
            <a:extLst>
              <a:ext uri="{FF2B5EF4-FFF2-40B4-BE49-F238E27FC236}">
                <a16:creationId xmlns:a16="http://schemas.microsoft.com/office/drawing/2014/main" id="{24E05225-4955-E240-4F99-1C37BDFE595D}"/>
              </a:ext>
            </a:extLst>
          </p:cNvPr>
          <p:cNvSpPr>
            <a:spLocks/>
          </p:cNvSpPr>
          <p:nvPr/>
        </p:nvSpPr>
        <p:spPr>
          <a:xfrm>
            <a:off x="2259740"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Core system squad 1¹</a:t>
            </a:r>
            <a:endParaRPr lang="sv-SE" sz="1100" dirty="0" err="1">
              <a:solidFill>
                <a:schemeClr val="bg1"/>
              </a:solidFill>
            </a:endParaRPr>
          </a:p>
        </p:txBody>
      </p:sp>
      <p:sp>
        <p:nvSpPr>
          <p:cNvPr id="16" name="Rectangle 15">
            <a:extLst>
              <a:ext uri="{FF2B5EF4-FFF2-40B4-BE49-F238E27FC236}">
                <a16:creationId xmlns:a16="http://schemas.microsoft.com/office/drawing/2014/main" id="{4EAECF2F-412B-5BEF-CF84-76FFC61715A8}"/>
              </a:ext>
            </a:extLst>
          </p:cNvPr>
          <p:cNvSpPr>
            <a:spLocks/>
          </p:cNvSpPr>
          <p:nvPr/>
        </p:nvSpPr>
        <p:spPr>
          <a:xfrm>
            <a:off x="3112242"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Core system squad 2¹</a:t>
            </a:r>
            <a:endParaRPr lang="sv-SE" sz="1100" dirty="0" err="1">
              <a:solidFill>
                <a:schemeClr val="bg1"/>
              </a:solidFill>
            </a:endParaRPr>
          </a:p>
        </p:txBody>
      </p:sp>
      <p:sp>
        <p:nvSpPr>
          <p:cNvPr id="19" name="Rectangle 18">
            <a:extLst>
              <a:ext uri="{FF2B5EF4-FFF2-40B4-BE49-F238E27FC236}">
                <a16:creationId xmlns:a16="http://schemas.microsoft.com/office/drawing/2014/main" id="{5EF9BC68-D9AD-3D1A-7BE4-AEC545E955E8}"/>
              </a:ext>
            </a:extLst>
          </p:cNvPr>
          <p:cNvSpPr>
            <a:spLocks/>
          </p:cNvSpPr>
          <p:nvPr/>
        </p:nvSpPr>
        <p:spPr>
          <a:xfrm>
            <a:off x="3964744"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Quality assurance CoE</a:t>
            </a:r>
          </a:p>
        </p:txBody>
      </p:sp>
      <p:sp>
        <p:nvSpPr>
          <p:cNvPr id="21" name="Rectangle 20">
            <a:extLst>
              <a:ext uri="{FF2B5EF4-FFF2-40B4-BE49-F238E27FC236}">
                <a16:creationId xmlns:a16="http://schemas.microsoft.com/office/drawing/2014/main" id="{91FEA33E-3966-4252-0F4A-2885BAFFDBB0}"/>
              </a:ext>
            </a:extLst>
          </p:cNvPr>
          <p:cNvSpPr>
            <a:spLocks/>
          </p:cNvSpPr>
          <p:nvPr/>
        </p:nvSpPr>
        <p:spPr>
          <a:xfrm>
            <a:off x="6579427"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Service Reliability Engineering</a:t>
            </a:r>
          </a:p>
        </p:txBody>
      </p:sp>
      <p:sp>
        <p:nvSpPr>
          <p:cNvPr id="22" name="Rectangle 21">
            <a:extLst>
              <a:ext uri="{FF2B5EF4-FFF2-40B4-BE49-F238E27FC236}">
                <a16:creationId xmlns:a16="http://schemas.microsoft.com/office/drawing/2014/main" id="{99088574-BB7D-A7B0-BC19-C6E5123CC088}"/>
              </a:ext>
            </a:extLst>
          </p:cNvPr>
          <p:cNvSpPr>
            <a:spLocks/>
          </p:cNvSpPr>
          <p:nvPr/>
        </p:nvSpPr>
        <p:spPr>
          <a:xfrm>
            <a:off x="8284431"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DevOps</a:t>
            </a:r>
            <a:endParaRPr lang="sv-SE" sz="1100" dirty="0" err="1">
              <a:solidFill>
                <a:schemeClr val="bg1"/>
              </a:solidFill>
            </a:endParaRPr>
          </a:p>
        </p:txBody>
      </p:sp>
      <p:sp>
        <p:nvSpPr>
          <p:cNvPr id="35" name="Rectangle 34">
            <a:extLst>
              <a:ext uri="{FF2B5EF4-FFF2-40B4-BE49-F238E27FC236}">
                <a16:creationId xmlns:a16="http://schemas.microsoft.com/office/drawing/2014/main" id="{97CEDD4A-CE02-EE05-E384-65AF4CEFED73}"/>
              </a:ext>
            </a:extLst>
          </p:cNvPr>
          <p:cNvSpPr>
            <a:spLocks/>
          </p:cNvSpPr>
          <p:nvPr/>
        </p:nvSpPr>
        <p:spPr>
          <a:xfrm>
            <a:off x="9136933"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Bank App Support</a:t>
            </a:r>
            <a:endParaRPr lang="sv-SE" sz="1100" dirty="0" err="1">
              <a:solidFill>
                <a:schemeClr val="bg1"/>
              </a:solidFill>
            </a:endParaRPr>
          </a:p>
        </p:txBody>
      </p:sp>
      <p:sp>
        <p:nvSpPr>
          <p:cNvPr id="36" name="Rectangle 35">
            <a:extLst>
              <a:ext uri="{FF2B5EF4-FFF2-40B4-BE49-F238E27FC236}">
                <a16:creationId xmlns:a16="http://schemas.microsoft.com/office/drawing/2014/main" id="{09E205D7-6DBF-0B61-19FB-B048BD4ADE55}"/>
              </a:ext>
            </a:extLst>
          </p:cNvPr>
          <p:cNvSpPr>
            <a:spLocks/>
          </p:cNvSpPr>
          <p:nvPr/>
        </p:nvSpPr>
        <p:spPr>
          <a:xfrm>
            <a:off x="9989435"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Database Administra-tion</a:t>
            </a:r>
          </a:p>
        </p:txBody>
      </p:sp>
      <p:sp>
        <p:nvSpPr>
          <p:cNvPr id="37" name="Rectangle 36">
            <a:extLst>
              <a:ext uri="{FF2B5EF4-FFF2-40B4-BE49-F238E27FC236}">
                <a16:creationId xmlns:a16="http://schemas.microsoft.com/office/drawing/2014/main" id="{F9032B5D-D20C-15E1-FB85-7CB3C158D727}"/>
              </a:ext>
            </a:extLst>
          </p:cNvPr>
          <p:cNvSpPr>
            <a:spLocks/>
          </p:cNvSpPr>
          <p:nvPr/>
        </p:nvSpPr>
        <p:spPr>
          <a:xfrm>
            <a:off x="10841936" y="2308983"/>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Business Systems</a:t>
            </a:r>
            <a:endParaRPr lang="sv-SE" sz="1100" dirty="0" err="1">
              <a:solidFill>
                <a:schemeClr val="bg1"/>
              </a:solidFill>
            </a:endParaRPr>
          </a:p>
        </p:txBody>
      </p:sp>
      <p:cxnSp>
        <p:nvCxnSpPr>
          <p:cNvPr id="55" name="Straight Connector 54">
            <a:extLst>
              <a:ext uri="{FF2B5EF4-FFF2-40B4-BE49-F238E27FC236}">
                <a16:creationId xmlns:a16="http://schemas.microsoft.com/office/drawing/2014/main" id="{132D75CE-3000-F6FB-6D93-C35192CD36B1}"/>
              </a:ext>
            </a:extLst>
          </p:cNvPr>
          <p:cNvCxnSpPr/>
          <p:nvPr/>
        </p:nvCxnSpPr>
        <p:spPr>
          <a:xfrm flipH="1">
            <a:off x="933450" y="3100950"/>
            <a:ext cx="0" cy="2180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C5DB45A-8BFE-09D3-4AF5-D5ED54E9C939}"/>
              </a:ext>
            </a:extLst>
          </p:cNvPr>
          <p:cNvCxnSpPr/>
          <p:nvPr/>
        </p:nvCxnSpPr>
        <p:spPr>
          <a:xfrm flipH="1">
            <a:off x="1733550" y="3100950"/>
            <a:ext cx="0" cy="2180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11" name="Group 110">
            <a:extLst>
              <a:ext uri="{FF2B5EF4-FFF2-40B4-BE49-F238E27FC236}">
                <a16:creationId xmlns:a16="http://schemas.microsoft.com/office/drawing/2014/main" id="{BF27679A-207C-9AE3-0EC4-7B98E325B57F}"/>
              </a:ext>
            </a:extLst>
          </p:cNvPr>
          <p:cNvGrpSpPr/>
          <p:nvPr/>
        </p:nvGrpSpPr>
        <p:grpSpPr>
          <a:xfrm>
            <a:off x="515530" y="3318999"/>
            <a:ext cx="3028950" cy="2864104"/>
            <a:chOff x="381000" y="3035300"/>
            <a:chExt cx="3028950" cy="3414713"/>
          </a:xfrm>
        </p:grpSpPr>
        <p:sp>
          <p:nvSpPr>
            <p:cNvPr id="51" name="Rectangle 50">
              <a:extLst>
                <a:ext uri="{FF2B5EF4-FFF2-40B4-BE49-F238E27FC236}">
                  <a16:creationId xmlns:a16="http://schemas.microsoft.com/office/drawing/2014/main" id="{B493A2A9-C628-CFB1-B12B-871722502D85}"/>
                </a:ext>
              </a:extLst>
            </p:cNvPr>
            <p:cNvSpPr>
              <a:spLocks/>
            </p:cNvSpPr>
            <p:nvPr/>
          </p:nvSpPr>
          <p:spPr>
            <a:xfrm>
              <a:off x="381000" y="3035300"/>
              <a:ext cx="3028950" cy="3414713"/>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0" name="Rectangle 39">
              <a:extLst>
                <a:ext uri="{FF2B5EF4-FFF2-40B4-BE49-F238E27FC236}">
                  <a16:creationId xmlns:a16="http://schemas.microsoft.com/office/drawing/2014/main" id="{02F3EE31-A84F-CA72-A6E4-831FBDC3F460}"/>
                </a:ext>
              </a:extLst>
            </p:cNvPr>
            <p:cNvSpPr>
              <a:spLocks/>
            </p:cNvSpPr>
            <p:nvPr/>
          </p:nvSpPr>
          <p:spPr>
            <a:xfrm>
              <a:off x="538016" y="3124200"/>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Back-End Development 1</a:t>
              </a:r>
            </a:p>
          </p:txBody>
        </p:sp>
        <p:sp>
          <p:nvSpPr>
            <p:cNvPr id="41" name="Rectangle 40">
              <a:extLst>
                <a:ext uri="{FF2B5EF4-FFF2-40B4-BE49-F238E27FC236}">
                  <a16:creationId xmlns:a16="http://schemas.microsoft.com/office/drawing/2014/main" id="{AA4755ED-62CC-9760-160A-E78AFFE2D272}"/>
                </a:ext>
              </a:extLst>
            </p:cNvPr>
            <p:cNvSpPr>
              <a:spLocks/>
            </p:cNvSpPr>
            <p:nvPr/>
          </p:nvSpPr>
          <p:spPr>
            <a:xfrm>
              <a:off x="1942577" y="3124200"/>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Back-End Development 3</a:t>
              </a:r>
              <a:endParaRPr lang="sv-SE" sz="1100" dirty="0">
                <a:solidFill>
                  <a:schemeClr val="bg1"/>
                </a:solidFill>
              </a:endParaRPr>
            </a:p>
          </p:txBody>
        </p:sp>
        <p:sp>
          <p:nvSpPr>
            <p:cNvPr id="43" name="Rectangle 42">
              <a:extLst>
                <a:ext uri="{FF2B5EF4-FFF2-40B4-BE49-F238E27FC236}">
                  <a16:creationId xmlns:a16="http://schemas.microsoft.com/office/drawing/2014/main" id="{D1D2E2FA-B26C-DFEB-4057-1B7235AD479C}"/>
                </a:ext>
              </a:extLst>
            </p:cNvPr>
            <p:cNvSpPr>
              <a:spLocks/>
            </p:cNvSpPr>
            <p:nvPr/>
          </p:nvSpPr>
          <p:spPr>
            <a:xfrm>
              <a:off x="538016" y="3939727"/>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Back-End Development 2</a:t>
              </a:r>
              <a:endParaRPr lang="sv-SE" sz="1100" dirty="0">
                <a:solidFill>
                  <a:schemeClr val="bg1"/>
                </a:solidFill>
              </a:endParaRPr>
            </a:p>
          </p:txBody>
        </p:sp>
        <p:sp>
          <p:nvSpPr>
            <p:cNvPr id="44" name="Rectangle 43">
              <a:extLst>
                <a:ext uri="{FF2B5EF4-FFF2-40B4-BE49-F238E27FC236}">
                  <a16:creationId xmlns:a16="http://schemas.microsoft.com/office/drawing/2014/main" id="{2E554E1B-B180-1081-1404-3E69FCB0DE50}"/>
                </a:ext>
              </a:extLst>
            </p:cNvPr>
            <p:cNvSpPr>
              <a:spLocks/>
            </p:cNvSpPr>
            <p:nvPr/>
          </p:nvSpPr>
          <p:spPr>
            <a:xfrm>
              <a:off x="1942577" y="3939727"/>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Back-End Development 4</a:t>
              </a:r>
              <a:endParaRPr lang="sv-SE" sz="1100" dirty="0" err="1">
                <a:solidFill>
                  <a:schemeClr val="bg1"/>
                </a:solidFill>
              </a:endParaRPr>
            </a:p>
          </p:txBody>
        </p:sp>
        <p:sp>
          <p:nvSpPr>
            <p:cNvPr id="45" name="Rectangle 44">
              <a:extLst>
                <a:ext uri="{FF2B5EF4-FFF2-40B4-BE49-F238E27FC236}">
                  <a16:creationId xmlns:a16="http://schemas.microsoft.com/office/drawing/2014/main" id="{8F123BB1-F2D2-465E-2936-6B682E654B15}"/>
                </a:ext>
              </a:extLst>
            </p:cNvPr>
            <p:cNvSpPr>
              <a:spLocks/>
            </p:cNvSpPr>
            <p:nvPr/>
          </p:nvSpPr>
          <p:spPr>
            <a:xfrm>
              <a:off x="538016" y="4766002"/>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Core Banking Development</a:t>
              </a:r>
              <a:endParaRPr lang="sv-SE" sz="1100" dirty="0">
                <a:solidFill>
                  <a:schemeClr val="bg1"/>
                </a:solidFill>
              </a:endParaRPr>
            </a:p>
          </p:txBody>
        </p:sp>
        <p:sp>
          <p:nvSpPr>
            <p:cNvPr id="46" name="Rectangle 45">
              <a:extLst>
                <a:ext uri="{FF2B5EF4-FFF2-40B4-BE49-F238E27FC236}">
                  <a16:creationId xmlns:a16="http://schemas.microsoft.com/office/drawing/2014/main" id="{8CFA1BF9-FDAA-724C-B051-5127B87ABC12}"/>
                </a:ext>
              </a:extLst>
            </p:cNvPr>
            <p:cNvSpPr>
              <a:spLocks/>
            </p:cNvSpPr>
            <p:nvPr/>
          </p:nvSpPr>
          <p:spPr>
            <a:xfrm>
              <a:off x="1942577" y="4766002"/>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Mobile Development</a:t>
              </a:r>
              <a:endParaRPr lang="sv-SE" sz="1100" dirty="0" err="1">
                <a:solidFill>
                  <a:schemeClr val="bg1"/>
                </a:solidFill>
              </a:endParaRPr>
            </a:p>
          </p:txBody>
        </p:sp>
        <p:sp>
          <p:nvSpPr>
            <p:cNvPr id="47" name="Rectangle 46">
              <a:extLst>
                <a:ext uri="{FF2B5EF4-FFF2-40B4-BE49-F238E27FC236}">
                  <a16:creationId xmlns:a16="http://schemas.microsoft.com/office/drawing/2014/main" id="{CE66956D-CB67-7CCE-331E-DD3DC6DBA0AD}"/>
                </a:ext>
              </a:extLst>
            </p:cNvPr>
            <p:cNvSpPr>
              <a:spLocks/>
            </p:cNvSpPr>
            <p:nvPr/>
          </p:nvSpPr>
          <p:spPr>
            <a:xfrm>
              <a:off x="538016" y="5581529"/>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Front-End Development 1</a:t>
              </a:r>
              <a:endParaRPr lang="sv-SE" sz="1100" dirty="0">
                <a:solidFill>
                  <a:schemeClr val="bg1"/>
                </a:solidFill>
              </a:endParaRPr>
            </a:p>
          </p:txBody>
        </p:sp>
        <p:sp>
          <p:nvSpPr>
            <p:cNvPr id="48" name="Rectangle 47">
              <a:extLst>
                <a:ext uri="{FF2B5EF4-FFF2-40B4-BE49-F238E27FC236}">
                  <a16:creationId xmlns:a16="http://schemas.microsoft.com/office/drawing/2014/main" id="{396159B3-DD85-6B28-DFDB-92A5967AFE67}"/>
                </a:ext>
              </a:extLst>
            </p:cNvPr>
            <p:cNvSpPr>
              <a:spLocks/>
            </p:cNvSpPr>
            <p:nvPr/>
          </p:nvSpPr>
          <p:spPr>
            <a:xfrm>
              <a:off x="1942577" y="5581529"/>
              <a:ext cx="1310357" cy="74207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Front-End Development 2</a:t>
              </a:r>
              <a:endParaRPr lang="sv-SE" sz="1100" dirty="0" err="1">
                <a:solidFill>
                  <a:schemeClr val="bg1"/>
                </a:solidFill>
              </a:endParaRPr>
            </a:p>
          </p:txBody>
        </p:sp>
      </p:grpSp>
      <p:sp>
        <p:nvSpPr>
          <p:cNvPr id="57" name="Rectangle 56">
            <a:extLst>
              <a:ext uri="{FF2B5EF4-FFF2-40B4-BE49-F238E27FC236}">
                <a16:creationId xmlns:a16="http://schemas.microsoft.com/office/drawing/2014/main" id="{C7F269A8-E577-2D43-CFD8-56A9D34FFD62}"/>
              </a:ext>
            </a:extLst>
          </p:cNvPr>
          <p:cNvSpPr>
            <a:spLocks/>
          </p:cNvSpPr>
          <p:nvPr/>
        </p:nvSpPr>
        <p:spPr>
          <a:xfrm>
            <a:off x="1350062" y="1706563"/>
            <a:ext cx="2614682" cy="384372"/>
          </a:xfrm>
          <a:prstGeom prst="rect">
            <a:avLst/>
          </a:prstGeom>
          <a:solidFill>
            <a:schemeClr val="accent2">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Digital Engineering</a:t>
            </a:r>
          </a:p>
        </p:txBody>
      </p:sp>
      <p:sp>
        <p:nvSpPr>
          <p:cNvPr id="58" name="Rectangle 57">
            <a:extLst>
              <a:ext uri="{FF2B5EF4-FFF2-40B4-BE49-F238E27FC236}">
                <a16:creationId xmlns:a16="http://schemas.microsoft.com/office/drawing/2014/main" id="{DABE9A99-BD1D-15EC-771E-7E4D3A01CCBB}"/>
              </a:ext>
            </a:extLst>
          </p:cNvPr>
          <p:cNvSpPr>
            <a:spLocks/>
          </p:cNvSpPr>
          <p:nvPr/>
        </p:nvSpPr>
        <p:spPr>
          <a:xfrm>
            <a:off x="6948502" y="1706563"/>
            <a:ext cx="2614682" cy="384372"/>
          </a:xfrm>
          <a:prstGeom prst="rect">
            <a:avLst/>
          </a:prstGeom>
          <a:solidFill>
            <a:schemeClr val="accent2">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IT Operations Managing Director</a:t>
            </a:r>
          </a:p>
        </p:txBody>
      </p:sp>
      <p:sp>
        <p:nvSpPr>
          <p:cNvPr id="59" name="Rectangle 58">
            <a:extLst>
              <a:ext uri="{FF2B5EF4-FFF2-40B4-BE49-F238E27FC236}">
                <a16:creationId xmlns:a16="http://schemas.microsoft.com/office/drawing/2014/main" id="{62427406-418E-F306-774B-094E2B151D3A}"/>
              </a:ext>
            </a:extLst>
          </p:cNvPr>
          <p:cNvSpPr>
            <a:spLocks/>
          </p:cNvSpPr>
          <p:nvPr/>
        </p:nvSpPr>
        <p:spPr>
          <a:xfrm>
            <a:off x="4957939" y="3199031"/>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Core Card Technologies and Vendor Manage-ment</a:t>
            </a:r>
          </a:p>
        </p:txBody>
      </p:sp>
      <p:sp>
        <p:nvSpPr>
          <p:cNvPr id="60" name="Rectangle 59">
            <a:extLst>
              <a:ext uri="{FF2B5EF4-FFF2-40B4-BE49-F238E27FC236}">
                <a16:creationId xmlns:a16="http://schemas.microsoft.com/office/drawing/2014/main" id="{9FED19D9-ED1F-D485-82A7-0C9DF8BA1DD8}"/>
              </a:ext>
            </a:extLst>
          </p:cNvPr>
          <p:cNvSpPr>
            <a:spLocks/>
          </p:cNvSpPr>
          <p:nvPr/>
        </p:nvSpPr>
        <p:spPr>
          <a:xfrm>
            <a:off x="5810441" y="3199031"/>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1100">
                <a:solidFill>
                  <a:schemeClr val="bg1"/>
                </a:solidFill>
              </a:rPr>
              <a:t>Core Bank and Payments Systems</a:t>
            </a:r>
            <a:endParaRPr lang="sv-SE" sz="1100" dirty="0">
              <a:solidFill>
                <a:schemeClr val="bg1"/>
              </a:solidFill>
            </a:endParaRPr>
          </a:p>
        </p:txBody>
      </p:sp>
      <p:sp>
        <p:nvSpPr>
          <p:cNvPr id="61" name="Rectangle 60">
            <a:extLst>
              <a:ext uri="{FF2B5EF4-FFF2-40B4-BE49-F238E27FC236}">
                <a16:creationId xmlns:a16="http://schemas.microsoft.com/office/drawing/2014/main" id="{7CE1AAF3-AD34-8AB4-7C1D-4C302456AE84}"/>
              </a:ext>
            </a:extLst>
          </p:cNvPr>
          <p:cNvSpPr>
            <a:spLocks/>
          </p:cNvSpPr>
          <p:nvPr/>
        </p:nvSpPr>
        <p:spPr>
          <a:xfrm>
            <a:off x="7515445" y="3199031"/>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100" tIns="38100" rIns="38100" bIns="3810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Infra-structure</a:t>
            </a:r>
          </a:p>
        </p:txBody>
      </p:sp>
      <p:sp>
        <p:nvSpPr>
          <p:cNvPr id="62" name="Rectangle 61">
            <a:extLst>
              <a:ext uri="{FF2B5EF4-FFF2-40B4-BE49-F238E27FC236}">
                <a16:creationId xmlns:a16="http://schemas.microsoft.com/office/drawing/2014/main" id="{B895A02D-CD9F-A47B-BAE0-176C5A92B5CA}"/>
              </a:ext>
            </a:extLst>
          </p:cNvPr>
          <p:cNvSpPr>
            <a:spLocks/>
          </p:cNvSpPr>
          <p:nvPr/>
        </p:nvSpPr>
        <p:spPr>
          <a:xfrm>
            <a:off x="4957939" y="4570995"/>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1100" dirty="0">
                <a:solidFill>
                  <a:schemeClr val="bg1"/>
                </a:solidFill>
              </a:rPr>
              <a:t>Customer Platform and </a:t>
            </a:r>
            <a:r>
              <a:rPr lang="en-US" sz="1100" dirty="0" err="1">
                <a:solidFill>
                  <a:schemeClr val="bg1"/>
                </a:solidFill>
              </a:rPr>
              <a:t>Operatio-nal</a:t>
            </a:r>
            <a:r>
              <a:rPr lang="en-US" sz="1100" dirty="0">
                <a:solidFill>
                  <a:schemeClr val="bg1"/>
                </a:solidFill>
              </a:rPr>
              <a:t> Stability</a:t>
            </a:r>
            <a:endParaRPr lang="sv-SE" sz="1100" dirty="0">
              <a:solidFill>
                <a:schemeClr val="bg1"/>
              </a:solidFill>
            </a:endParaRPr>
          </a:p>
        </p:txBody>
      </p:sp>
      <p:sp>
        <p:nvSpPr>
          <p:cNvPr id="63" name="Rectangle 62">
            <a:extLst>
              <a:ext uri="{FF2B5EF4-FFF2-40B4-BE49-F238E27FC236}">
                <a16:creationId xmlns:a16="http://schemas.microsoft.com/office/drawing/2014/main" id="{1E2DAE93-CA61-BA1E-FD2A-D21AD3C20CD7}"/>
              </a:ext>
            </a:extLst>
          </p:cNvPr>
          <p:cNvSpPr>
            <a:spLocks/>
          </p:cNvSpPr>
          <p:nvPr/>
        </p:nvSpPr>
        <p:spPr>
          <a:xfrm>
            <a:off x="5810441" y="4570995"/>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Internal Products Support</a:t>
            </a:r>
            <a:endParaRPr lang="sv-SE" sz="1100" dirty="0" err="1">
              <a:solidFill>
                <a:schemeClr val="bg1"/>
              </a:solidFill>
            </a:endParaRPr>
          </a:p>
        </p:txBody>
      </p:sp>
      <p:sp>
        <p:nvSpPr>
          <p:cNvPr id="64" name="Rectangle 63">
            <a:extLst>
              <a:ext uri="{FF2B5EF4-FFF2-40B4-BE49-F238E27FC236}">
                <a16:creationId xmlns:a16="http://schemas.microsoft.com/office/drawing/2014/main" id="{FA961335-78BB-FD42-7BBD-D3E48D831AA4}"/>
              </a:ext>
            </a:extLst>
          </p:cNvPr>
          <p:cNvSpPr>
            <a:spLocks/>
          </p:cNvSpPr>
          <p:nvPr/>
        </p:nvSpPr>
        <p:spPr>
          <a:xfrm>
            <a:off x="7515445" y="4570995"/>
            <a:ext cx="711810" cy="1220777"/>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100" tIns="38100" rIns="38100" bIns="38100" numCol="1" spcCol="0" rtlCol="0" fromWordArt="0" anchor="ctr" anchorCtr="0" forceAA="0" compatLnSpc="1">
            <a:prstTxWarp prst="textNoShape">
              <a:avLst/>
            </a:prstTxWarp>
            <a:noAutofit/>
          </a:bodyPr>
          <a:lstStyle/>
          <a:p>
            <a:pPr algn="ctr">
              <a:spcBef>
                <a:spcPts val="300"/>
              </a:spcBef>
              <a:spcAft>
                <a:spcPts val="300"/>
              </a:spcAft>
            </a:pPr>
            <a:r>
              <a:rPr lang="sv-SE" sz="1100">
                <a:solidFill>
                  <a:schemeClr val="bg1"/>
                </a:solidFill>
              </a:rPr>
              <a:t>End User Support</a:t>
            </a:r>
            <a:endParaRPr lang="sv-SE" sz="1100" dirty="0">
              <a:solidFill>
                <a:schemeClr val="bg1"/>
              </a:solidFill>
            </a:endParaRPr>
          </a:p>
        </p:txBody>
      </p:sp>
      <p:grpSp>
        <p:nvGrpSpPr>
          <p:cNvPr id="89" name="Group 88">
            <a:extLst>
              <a:ext uri="{FF2B5EF4-FFF2-40B4-BE49-F238E27FC236}">
                <a16:creationId xmlns:a16="http://schemas.microsoft.com/office/drawing/2014/main" id="{393A7ADC-F747-84F9-1159-905ECDD645D6}"/>
              </a:ext>
            </a:extLst>
          </p:cNvPr>
          <p:cNvGrpSpPr/>
          <p:nvPr/>
        </p:nvGrpSpPr>
        <p:grpSpPr>
          <a:xfrm>
            <a:off x="4874423" y="2308983"/>
            <a:ext cx="795325" cy="791967"/>
            <a:chOff x="4874423" y="2025285"/>
            <a:chExt cx="795325" cy="791967"/>
          </a:xfrm>
        </p:grpSpPr>
        <p:sp>
          <p:nvSpPr>
            <p:cNvPr id="20" name="Rectangle 19">
              <a:extLst>
                <a:ext uri="{FF2B5EF4-FFF2-40B4-BE49-F238E27FC236}">
                  <a16:creationId xmlns:a16="http://schemas.microsoft.com/office/drawing/2014/main" id="{8C0F5BA2-A9D8-0628-20E3-D4F42A9C856B}"/>
                </a:ext>
              </a:extLst>
            </p:cNvPr>
            <p:cNvSpPr>
              <a:spLocks/>
            </p:cNvSpPr>
            <p:nvPr/>
          </p:nvSpPr>
          <p:spPr>
            <a:xfrm>
              <a:off x="4874423" y="2025285"/>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Card systems</a:t>
              </a:r>
            </a:p>
          </p:txBody>
        </p:sp>
        <p:sp>
          <p:nvSpPr>
            <p:cNvPr id="71" name="Rectangle 70" descr="sp">
              <a:extLst>
                <a:ext uri="{FF2B5EF4-FFF2-40B4-BE49-F238E27FC236}">
                  <a16:creationId xmlns:a16="http://schemas.microsoft.com/office/drawing/2014/main" id="{09DFB166-CD19-B7E0-944A-D2486CAB2041}"/>
                </a:ext>
              </a:extLst>
            </p:cNvPr>
            <p:cNvSpPr>
              <a:spLocks/>
            </p:cNvSpPr>
            <p:nvPr/>
          </p:nvSpPr>
          <p:spPr>
            <a:xfrm>
              <a:off x="4874424" y="2619260"/>
              <a:ext cx="73800" cy="197992"/>
            </a:xfrm>
            <a:prstGeom prst="rect">
              <a:avLst/>
            </a:prstGeom>
            <a:noFill/>
            <a:ln w="6350" cap="sq">
              <a:noFill/>
              <a:miter lim="800000"/>
            </a:ln>
            <a:extLst>
              <a:ext uri="{909E8E84-426E-40DD-AFC4-6F175D3DCCD1}">
                <a14:hiddenFill xmlns:a14="http://schemas.microsoft.com/office/drawing/2010/main">
                  <a:solidFill>
                    <a:schemeClr val="accent2">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sv-SE" sz="1100" dirty="0">
                <a:solidFill>
                  <a:schemeClr val="bg1"/>
                </a:solidFill>
              </a:endParaRPr>
            </a:p>
          </p:txBody>
        </p:sp>
      </p:grpSp>
      <p:cxnSp>
        <p:nvCxnSpPr>
          <p:cNvPr id="73" name="Connector: Elbow 72">
            <a:extLst>
              <a:ext uri="{FF2B5EF4-FFF2-40B4-BE49-F238E27FC236}">
                <a16:creationId xmlns:a16="http://schemas.microsoft.com/office/drawing/2014/main" id="{E840DB56-02D9-F5F8-3559-BD33A217D093}"/>
              </a:ext>
            </a:extLst>
          </p:cNvPr>
          <p:cNvCxnSpPr>
            <a:cxnSpLocks/>
            <a:stCxn id="71" idx="2"/>
            <a:endCxn id="59" idx="1"/>
          </p:cNvCxnSpPr>
          <p:nvPr/>
        </p:nvCxnSpPr>
        <p:spPr>
          <a:xfrm rot="16200000" flipH="1">
            <a:off x="4580396" y="3431877"/>
            <a:ext cx="708470"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23C6F20E-50E6-6706-3AB0-BA5C431E6B99}"/>
              </a:ext>
            </a:extLst>
          </p:cNvPr>
          <p:cNvCxnSpPr>
            <a:cxnSpLocks/>
            <a:stCxn id="71" idx="2"/>
            <a:endCxn id="62" idx="1"/>
          </p:cNvCxnSpPr>
          <p:nvPr/>
        </p:nvCxnSpPr>
        <p:spPr>
          <a:xfrm rot="16200000" flipH="1">
            <a:off x="3894414" y="4117859"/>
            <a:ext cx="2080434"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08C2ACF4-B290-358F-C17D-8886943336C1}"/>
              </a:ext>
            </a:extLst>
          </p:cNvPr>
          <p:cNvGrpSpPr/>
          <p:nvPr/>
        </p:nvGrpSpPr>
        <p:grpSpPr>
          <a:xfrm>
            <a:off x="5726925" y="2308983"/>
            <a:ext cx="795325" cy="791967"/>
            <a:chOff x="5726925" y="2025285"/>
            <a:chExt cx="795325" cy="791967"/>
          </a:xfrm>
        </p:grpSpPr>
        <p:sp>
          <p:nvSpPr>
            <p:cNvPr id="33" name="Rectangle 32">
              <a:extLst>
                <a:ext uri="{FF2B5EF4-FFF2-40B4-BE49-F238E27FC236}">
                  <a16:creationId xmlns:a16="http://schemas.microsoft.com/office/drawing/2014/main" id="{E81F2FEB-4163-DA6D-6236-F954B8A78CE4}"/>
                </a:ext>
              </a:extLst>
            </p:cNvPr>
            <p:cNvSpPr>
              <a:spLocks/>
            </p:cNvSpPr>
            <p:nvPr/>
          </p:nvSpPr>
          <p:spPr>
            <a:xfrm>
              <a:off x="5726925" y="2025285"/>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Core bank systems</a:t>
              </a:r>
            </a:p>
          </p:txBody>
        </p:sp>
        <p:sp>
          <p:nvSpPr>
            <p:cNvPr id="75" name="Rectangle 74" descr="sp">
              <a:extLst>
                <a:ext uri="{FF2B5EF4-FFF2-40B4-BE49-F238E27FC236}">
                  <a16:creationId xmlns:a16="http://schemas.microsoft.com/office/drawing/2014/main" id="{FD7D5F8F-8DD2-2540-14E4-5AEAFE4B50E0}"/>
                </a:ext>
              </a:extLst>
            </p:cNvPr>
            <p:cNvSpPr>
              <a:spLocks/>
            </p:cNvSpPr>
            <p:nvPr/>
          </p:nvSpPr>
          <p:spPr>
            <a:xfrm>
              <a:off x="5726926" y="2619260"/>
              <a:ext cx="73800" cy="197992"/>
            </a:xfrm>
            <a:prstGeom prst="rect">
              <a:avLst/>
            </a:prstGeom>
            <a:noFill/>
            <a:ln w="6350" cap="sq">
              <a:noFill/>
              <a:miter lim="800000"/>
            </a:ln>
            <a:extLst>
              <a:ext uri="{909E8E84-426E-40DD-AFC4-6F175D3DCCD1}">
                <a14:hiddenFill xmlns:a14="http://schemas.microsoft.com/office/drawing/2010/main">
                  <a:solidFill>
                    <a:schemeClr val="accent2">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sv-SE" sz="1100" dirty="0" err="1">
                <a:solidFill>
                  <a:schemeClr val="bg1"/>
                </a:solidFill>
              </a:endParaRPr>
            </a:p>
          </p:txBody>
        </p:sp>
      </p:grpSp>
      <p:cxnSp>
        <p:nvCxnSpPr>
          <p:cNvPr id="77" name="Connector: Elbow 76">
            <a:extLst>
              <a:ext uri="{FF2B5EF4-FFF2-40B4-BE49-F238E27FC236}">
                <a16:creationId xmlns:a16="http://schemas.microsoft.com/office/drawing/2014/main" id="{2768BCA3-1CA7-6BC8-733B-F6EF0D3B68D7}"/>
              </a:ext>
            </a:extLst>
          </p:cNvPr>
          <p:cNvCxnSpPr>
            <a:cxnSpLocks/>
            <a:stCxn id="75" idx="2"/>
            <a:endCxn id="60" idx="1"/>
          </p:cNvCxnSpPr>
          <p:nvPr/>
        </p:nvCxnSpPr>
        <p:spPr>
          <a:xfrm rot="16200000" flipH="1">
            <a:off x="5432898" y="3431877"/>
            <a:ext cx="708470"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ABE2C775-46A8-C096-F64D-E1BCCA90F492}"/>
              </a:ext>
            </a:extLst>
          </p:cNvPr>
          <p:cNvCxnSpPr>
            <a:cxnSpLocks/>
            <a:stCxn id="75" idx="2"/>
            <a:endCxn id="63" idx="1"/>
          </p:cNvCxnSpPr>
          <p:nvPr/>
        </p:nvCxnSpPr>
        <p:spPr>
          <a:xfrm rot="16200000" flipH="1">
            <a:off x="4746916" y="4117859"/>
            <a:ext cx="2080434"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11587DC9-AC76-250F-4782-B08F4A124669}"/>
              </a:ext>
            </a:extLst>
          </p:cNvPr>
          <p:cNvGrpSpPr/>
          <p:nvPr/>
        </p:nvGrpSpPr>
        <p:grpSpPr>
          <a:xfrm>
            <a:off x="7431929" y="2308983"/>
            <a:ext cx="795325" cy="791967"/>
            <a:chOff x="7431929" y="2025285"/>
            <a:chExt cx="795325" cy="791967"/>
          </a:xfrm>
        </p:grpSpPr>
        <p:sp>
          <p:nvSpPr>
            <p:cNvPr id="34" name="Rectangle 33">
              <a:extLst>
                <a:ext uri="{FF2B5EF4-FFF2-40B4-BE49-F238E27FC236}">
                  <a16:creationId xmlns:a16="http://schemas.microsoft.com/office/drawing/2014/main" id="{6F954705-08B7-6075-D133-938B65EB542E}"/>
                </a:ext>
              </a:extLst>
            </p:cNvPr>
            <p:cNvSpPr>
              <a:spLocks/>
            </p:cNvSpPr>
            <p:nvPr/>
          </p:nvSpPr>
          <p:spPr>
            <a:xfrm>
              <a:off x="7431929" y="2025285"/>
              <a:ext cx="795325" cy="791967"/>
            </a:xfrm>
            <a:prstGeom prst="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100" tIns="38100" rIns="38100" bIns="38100" numCol="1" spcCol="0" rtlCol="0" fromWordArt="0" anchor="ctr" anchorCtr="0" forceAA="0" compatLnSpc="1">
              <a:prstTxWarp prst="textNoShape">
                <a:avLst/>
              </a:prstTxWarp>
              <a:noAutofit/>
            </a:bodyPr>
            <a:lstStyle/>
            <a:p>
              <a:pPr algn="ctr">
                <a:spcBef>
                  <a:spcPts val="300"/>
                </a:spcBef>
                <a:spcAft>
                  <a:spcPts val="300"/>
                </a:spcAft>
              </a:pPr>
              <a:r>
                <a:rPr lang="sv-SE" sz="1100" dirty="0">
                  <a:solidFill>
                    <a:schemeClr val="bg1"/>
                  </a:solidFill>
                </a:rPr>
                <a:t>Infrastruc-ture and End User Support</a:t>
              </a:r>
            </a:p>
          </p:txBody>
        </p:sp>
        <p:sp>
          <p:nvSpPr>
            <p:cNvPr id="79" name="Rectangle 78" descr="sp">
              <a:extLst>
                <a:ext uri="{FF2B5EF4-FFF2-40B4-BE49-F238E27FC236}">
                  <a16:creationId xmlns:a16="http://schemas.microsoft.com/office/drawing/2014/main" id="{028C314B-CC3D-F3D6-B922-3FC8716F28CF}"/>
                </a:ext>
              </a:extLst>
            </p:cNvPr>
            <p:cNvSpPr>
              <a:spLocks/>
            </p:cNvSpPr>
            <p:nvPr/>
          </p:nvSpPr>
          <p:spPr>
            <a:xfrm>
              <a:off x="7431930" y="2619260"/>
              <a:ext cx="73800" cy="197992"/>
            </a:xfrm>
            <a:prstGeom prst="rect">
              <a:avLst/>
            </a:prstGeom>
            <a:noFill/>
            <a:ln w="6350" cap="sq">
              <a:noFill/>
              <a:miter lim="800000"/>
            </a:ln>
            <a:extLst>
              <a:ext uri="{909E8E84-426E-40DD-AFC4-6F175D3DCCD1}">
                <a14:hiddenFill xmlns:a14="http://schemas.microsoft.com/office/drawing/2010/main">
                  <a:solidFill>
                    <a:schemeClr val="accent2">
                      <a:lumMod val="7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100" tIns="38100" rIns="38100" bIns="38100" numCol="1" spcCol="0" rtlCol="0" fromWordArt="0" anchor="ctr" anchorCtr="0" forceAA="0" compatLnSpc="1">
              <a:prstTxWarp prst="textNoShape">
                <a:avLst/>
              </a:prstTxWarp>
              <a:noAutofit/>
            </a:bodyPr>
            <a:lstStyle/>
            <a:p>
              <a:pPr algn="ctr">
                <a:spcBef>
                  <a:spcPts val="300"/>
                </a:spcBef>
                <a:spcAft>
                  <a:spcPts val="300"/>
                </a:spcAft>
              </a:pPr>
              <a:endParaRPr lang="sv-SE" sz="1100" dirty="0">
                <a:solidFill>
                  <a:schemeClr val="bg1"/>
                </a:solidFill>
              </a:endParaRPr>
            </a:p>
          </p:txBody>
        </p:sp>
      </p:grpSp>
      <p:cxnSp>
        <p:nvCxnSpPr>
          <p:cNvPr id="81" name="Connector: Elbow 80">
            <a:extLst>
              <a:ext uri="{FF2B5EF4-FFF2-40B4-BE49-F238E27FC236}">
                <a16:creationId xmlns:a16="http://schemas.microsoft.com/office/drawing/2014/main" id="{C77B1D93-1C9D-D14E-FFEE-C884A223B5AC}"/>
              </a:ext>
            </a:extLst>
          </p:cNvPr>
          <p:cNvCxnSpPr>
            <a:cxnSpLocks/>
            <a:stCxn id="79" idx="2"/>
            <a:endCxn id="61" idx="1"/>
          </p:cNvCxnSpPr>
          <p:nvPr/>
        </p:nvCxnSpPr>
        <p:spPr>
          <a:xfrm rot="16200000" flipH="1">
            <a:off x="7137902" y="3431877"/>
            <a:ext cx="708470"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A7693D3C-E8F8-7810-42A4-401E72A113A4}"/>
              </a:ext>
            </a:extLst>
          </p:cNvPr>
          <p:cNvCxnSpPr>
            <a:cxnSpLocks/>
            <a:stCxn id="79" idx="2"/>
            <a:endCxn id="64" idx="1"/>
          </p:cNvCxnSpPr>
          <p:nvPr/>
        </p:nvCxnSpPr>
        <p:spPr>
          <a:xfrm rot="16200000" flipH="1">
            <a:off x="6451920" y="4117859"/>
            <a:ext cx="2080434" cy="46615"/>
          </a:xfrm>
          <a:prstGeom prst="bentConnector2">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AD00A5B7-8033-20C9-FF19-C82E780E9C19}"/>
              </a:ext>
            </a:extLst>
          </p:cNvPr>
          <p:cNvCxnSpPr>
            <a:cxnSpLocks/>
            <a:stCxn id="57" idx="2"/>
            <a:endCxn id="13" idx="0"/>
          </p:cNvCxnSpPr>
          <p:nvPr/>
        </p:nvCxnSpPr>
        <p:spPr>
          <a:xfrm rot="5400000">
            <a:off x="1695877" y="1347457"/>
            <a:ext cx="218048" cy="1705004"/>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FA85B0B4-6EB3-45A1-C211-C40ED7604BF1}"/>
              </a:ext>
            </a:extLst>
          </p:cNvPr>
          <p:cNvCxnSpPr>
            <a:cxnSpLocks/>
            <a:stCxn id="57" idx="2"/>
            <a:endCxn id="14" idx="0"/>
          </p:cNvCxnSpPr>
          <p:nvPr/>
        </p:nvCxnSpPr>
        <p:spPr>
          <a:xfrm rot="5400000">
            <a:off x="2122128" y="1773708"/>
            <a:ext cx="218048" cy="852502"/>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0" name="Connector: Straight 99">
            <a:extLst>
              <a:ext uri="{FF2B5EF4-FFF2-40B4-BE49-F238E27FC236}">
                <a16:creationId xmlns:a16="http://schemas.microsoft.com/office/drawing/2014/main" id="{E6F072BB-E465-720D-2DCF-C7E03C3B8E7D}"/>
              </a:ext>
            </a:extLst>
          </p:cNvPr>
          <p:cNvCxnSpPr>
            <a:cxnSpLocks/>
            <a:stCxn id="57" idx="2"/>
            <a:endCxn id="15" idx="0"/>
          </p:cNvCxnSpPr>
          <p:nvPr/>
        </p:nvCxnSpPr>
        <p:spPr>
          <a:xfrm>
            <a:off x="2657403" y="2090935"/>
            <a:ext cx="0" cy="218048"/>
          </a:xfrm>
          <a:prstGeom prst="straightConnector1">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A63554C6-FA32-B4CF-2A28-7403E33AC13D}"/>
              </a:ext>
            </a:extLst>
          </p:cNvPr>
          <p:cNvCxnSpPr>
            <a:cxnSpLocks/>
            <a:stCxn id="57" idx="2"/>
            <a:endCxn id="19" idx="0"/>
          </p:cNvCxnSpPr>
          <p:nvPr/>
        </p:nvCxnSpPr>
        <p:spPr>
          <a:xfrm rot="16200000" flipH="1">
            <a:off x="3400881" y="1347457"/>
            <a:ext cx="218048" cy="1705004"/>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BB11EDE8-5275-628A-D729-851ACF21C0ED}"/>
              </a:ext>
            </a:extLst>
          </p:cNvPr>
          <p:cNvCxnSpPr>
            <a:cxnSpLocks/>
            <a:stCxn id="57" idx="2"/>
            <a:endCxn id="16" idx="0"/>
          </p:cNvCxnSpPr>
          <p:nvPr/>
        </p:nvCxnSpPr>
        <p:spPr>
          <a:xfrm rot="16200000" flipH="1">
            <a:off x="2974630" y="1773708"/>
            <a:ext cx="218048" cy="852502"/>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91F4AE1D-1C3D-4EE8-F90A-2B509FF52747}"/>
              </a:ext>
            </a:extLst>
          </p:cNvPr>
          <p:cNvCxnSpPr>
            <a:cxnSpLocks/>
            <a:stCxn id="58" idx="2"/>
            <a:endCxn id="20" idx="0"/>
          </p:cNvCxnSpPr>
          <p:nvPr/>
        </p:nvCxnSpPr>
        <p:spPr>
          <a:xfrm rot="5400000">
            <a:off x="6654941" y="708081"/>
            <a:ext cx="218048" cy="2983757"/>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575D3F3C-01FD-4700-D036-498E054ED3E7}"/>
              </a:ext>
            </a:extLst>
          </p:cNvPr>
          <p:cNvCxnSpPr>
            <a:cxnSpLocks/>
            <a:stCxn id="58" idx="2"/>
            <a:endCxn id="33" idx="0"/>
          </p:cNvCxnSpPr>
          <p:nvPr/>
        </p:nvCxnSpPr>
        <p:spPr>
          <a:xfrm rot="5400000">
            <a:off x="7081192" y="1134332"/>
            <a:ext cx="218048" cy="2131255"/>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719C6202-A046-8C26-974A-AFBB03D485C8}"/>
              </a:ext>
            </a:extLst>
          </p:cNvPr>
          <p:cNvCxnSpPr>
            <a:cxnSpLocks/>
            <a:stCxn id="58" idx="2"/>
            <a:endCxn id="21" idx="0"/>
          </p:cNvCxnSpPr>
          <p:nvPr/>
        </p:nvCxnSpPr>
        <p:spPr>
          <a:xfrm rot="5400000">
            <a:off x="7507443" y="1560583"/>
            <a:ext cx="218048" cy="1278753"/>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2B9B8E65-8F5B-059A-8ED4-291AEBD14A7A}"/>
              </a:ext>
            </a:extLst>
          </p:cNvPr>
          <p:cNvCxnSpPr>
            <a:cxnSpLocks/>
            <a:stCxn id="58" idx="2"/>
            <a:endCxn id="34" idx="0"/>
          </p:cNvCxnSpPr>
          <p:nvPr/>
        </p:nvCxnSpPr>
        <p:spPr>
          <a:xfrm rot="5400000">
            <a:off x="7933694" y="1986834"/>
            <a:ext cx="218048" cy="426251"/>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544CB1B5-DA49-66A1-BA69-52D671800621}"/>
              </a:ext>
            </a:extLst>
          </p:cNvPr>
          <p:cNvCxnSpPr>
            <a:cxnSpLocks/>
            <a:stCxn id="58" idx="2"/>
            <a:endCxn id="22" idx="0"/>
          </p:cNvCxnSpPr>
          <p:nvPr/>
        </p:nvCxnSpPr>
        <p:spPr>
          <a:xfrm rot="16200000" flipH="1">
            <a:off x="8359944" y="1986833"/>
            <a:ext cx="218048" cy="426251"/>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7B56C530-B914-795C-3643-ADAAB947BADB}"/>
              </a:ext>
            </a:extLst>
          </p:cNvPr>
          <p:cNvCxnSpPr>
            <a:cxnSpLocks/>
            <a:stCxn id="58" idx="2"/>
            <a:endCxn id="35" idx="0"/>
          </p:cNvCxnSpPr>
          <p:nvPr/>
        </p:nvCxnSpPr>
        <p:spPr>
          <a:xfrm rot="16200000" flipH="1">
            <a:off x="8786195" y="1560582"/>
            <a:ext cx="218048" cy="1278753"/>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9C656E22-D641-C89F-1D26-86E171B90A7F}"/>
              </a:ext>
            </a:extLst>
          </p:cNvPr>
          <p:cNvCxnSpPr>
            <a:cxnSpLocks/>
            <a:stCxn id="58" idx="2"/>
            <a:endCxn id="36" idx="0"/>
          </p:cNvCxnSpPr>
          <p:nvPr/>
        </p:nvCxnSpPr>
        <p:spPr>
          <a:xfrm rot="16200000" flipH="1">
            <a:off x="9212446" y="1134331"/>
            <a:ext cx="218048" cy="2131255"/>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BF078AFD-A46B-006E-CD2F-5F34F9AFCAD9}"/>
              </a:ext>
            </a:extLst>
          </p:cNvPr>
          <p:cNvCxnSpPr>
            <a:cxnSpLocks/>
            <a:stCxn id="58" idx="2"/>
            <a:endCxn id="37" idx="0"/>
          </p:cNvCxnSpPr>
          <p:nvPr/>
        </p:nvCxnSpPr>
        <p:spPr>
          <a:xfrm rot="16200000" flipH="1">
            <a:off x="9638697" y="708081"/>
            <a:ext cx="218048" cy="2983756"/>
          </a:xfrm>
          <a:prstGeom prst="bentConnector3">
            <a:avLst>
              <a:gd name="adj1" fmla="val 50000"/>
            </a:avLst>
          </a:prstGeom>
          <a:ln w="6350" cap="sq">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66" name="LegendBoxes">
            <a:extLst>
              <a:ext uri="{FF2B5EF4-FFF2-40B4-BE49-F238E27FC236}">
                <a16:creationId xmlns:a16="http://schemas.microsoft.com/office/drawing/2014/main" id="{044AF0EA-4C41-2D90-E807-7EDB5D512D75}"/>
              </a:ext>
            </a:extLst>
          </p:cNvPr>
          <p:cNvGrpSpPr/>
          <p:nvPr/>
        </p:nvGrpSpPr>
        <p:grpSpPr>
          <a:xfrm>
            <a:off x="9534595" y="1338446"/>
            <a:ext cx="2069955" cy="172729"/>
            <a:chOff x="7835521" y="4692468"/>
            <a:chExt cx="2117801" cy="172729"/>
          </a:xfrm>
        </p:grpSpPr>
        <p:sp>
          <p:nvSpPr>
            <p:cNvPr id="31" name="RectangleLegend1">
              <a:extLst>
                <a:ext uri="{FF2B5EF4-FFF2-40B4-BE49-F238E27FC236}">
                  <a16:creationId xmlns:a16="http://schemas.microsoft.com/office/drawing/2014/main" id="{033E2AEF-CFA5-4B8E-EDD6-0DF70D24F876}"/>
                </a:ext>
              </a:extLst>
            </p:cNvPr>
            <p:cNvSpPr/>
            <p:nvPr/>
          </p:nvSpPr>
          <p:spPr>
            <a:xfrm>
              <a:off x="7835521" y="4692468"/>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0" name="Legend1">
              <a:extLst>
                <a:ext uri="{FF2B5EF4-FFF2-40B4-BE49-F238E27FC236}">
                  <a16:creationId xmlns:a16="http://schemas.microsoft.com/office/drawing/2014/main" id="{0A39CBD2-6926-C033-C22C-DC8E55D06C75}"/>
                </a:ext>
              </a:extLst>
            </p:cNvPr>
            <p:cNvSpPr txBox="1"/>
            <p:nvPr/>
          </p:nvSpPr>
          <p:spPr>
            <a:xfrm>
              <a:off x="8088578" y="4701888"/>
              <a:ext cx="1864744" cy="153888"/>
            </a:xfrm>
            <a:prstGeom prst="rect">
              <a:avLst/>
            </a:prstGeom>
            <a:noFill/>
            <a:ln>
              <a:noFill/>
              <a:miter lim="800000"/>
            </a:ln>
          </p:spPr>
          <p:txBody>
            <a:bodyPr wrap="none" lIns="0" tIns="0" rIns="0" bIns="0" rtlCol="0" anchor="ctr" anchorCtr="0">
              <a:spAutoFit/>
            </a:bodyPr>
            <a:lstStyle/>
            <a:p>
              <a:pPr>
                <a:spcAft>
                  <a:spcPts val="600"/>
                </a:spcAft>
              </a:pPr>
              <a:r>
                <a:rPr lang="en-US" sz="1000" dirty="0"/>
                <a:t>Capacity allocation detailed next</a:t>
              </a:r>
            </a:p>
          </p:txBody>
        </p:sp>
      </p:grpSp>
    </p:spTree>
    <p:extLst>
      <p:ext uri="{BB962C8B-B14F-4D97-AF65-F5344CB8AC3E}">
        <p14:creationId xmlns:p14="http://schemas.microsoft.com/office/powerpoint/2010/main" val="95891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1716D286-94C9-120E-A6D6-AA3FEF4084E8}"/>
              </a:ext>
            </a:extLst>
          </p:cNvPr>
          <p:cNvGraphicFramePr>
            <a:graphicFrameLocks noChangeAspect="1"/>
          </p:cNvGraphicFramePr>
          <p:nvPr>
            <p:custDataLst>
              <p:tags r:id="rId1"/>
            </p:custDataLst>
            <p:extLst>
              <p:ext uri="{D42A27DB-BD31-4B8C-83A1-F6EECF244321}">
                <p14:modId xmlns:p14="http://schemas.microsoft.com/office/powerpoint/2010/main" val="22560858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484" imgH="486" progId="TCLayout.ActiveDocument.1">
                  <p:embed/>
                </p:oleObj>
              </mc:Choice>
              <mc:Fallback>
                <p:oleObj name="think-cell Slide" r:id="rId47" imgW="484" imgH="486" progId="TCLayout.ActiveDocument.1">
                  <p:embed/>
                  <p:pic>
                    <p:nvPicPr>
                      <p:cNvPr id="5" name="Object 2" hidden="1">
                        <a:extLst>
                          <a:ext uri="{FF2B5EF4-FFF2-40B4-BE49-F238E27FC236}">
                            <a16:creationId xmlns:a16="http://schemas.microsoft.com/office/drawing/2014/main" id="{1716D286-94C9-120E-A6D6-AA3FEF4084E8}"/>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13" name="Title 12">
            <a:extLst>
              <a:ext uri="{FF2B5EF4-FFF2-40B4-BE49-F238E27FC236}">
                <a16:creationId xmlns:a16="http://schemas.microsoft.com/office/drawing/2014/main" id="{58D7BB2C-5515-BD32-34B5-95BABE7F034F}"/>
              </a:ext>
            </a:extLst>
          </p:cNvPr>
          <p:cNvSpPr>
            <a:spLocks noGrp="1"/>
          </p:cNvSpPr>
          <p:nvPr>
            <p:ph type="title"/>
          </p:nvPr>
        </p:nvSpPr>
        <p:spPr>
          <a:xfrm>
            <a:off x="566738" y="449250"/>
            <a:ext cx="7918704" cy="738664"/>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latin typeface="+mj-lt"/>
              </a:rPr>
              <a:t>Engineering is a back-end-heavy bench with a very thin QA</a:t>
            </a:r>
            <a:endParaRPr lang="sv-SE" dirty="0">
              <a:latin typeface="+mj-lt"/>
            </a:endParaRPr>
          </a:p>
        </p:txBody>
      </p:sp>
      <p:sp>
        <p:nvSpPr>
          <p:cNvPr id="280" name="1. On-page tracker">
            <a:extLst>
              <a:ext uri="{FF2B5EF4-FFF2-40B4-BE49-F238E27FC236}">
                <a16:creationId xmlns:a16="http://schemas.microsoft.com/office/drawing/2014/main" id="{2B9ABC7C-D4FA-277B-9856-AFD51313CAF0}"/>
              </a:ext>
            </a:extLst>
          </p:cNvPr>
          <p:cNvSpPr>
            <a:spLocks noGrp="1"/>
          </p:cNvSpPr>
          <p:nvPr>
            <p:ph type="body" sz="quarter" idx="10"/>
            <p:custDataLst>
              <p:tags r:id="rId2"/>
            </p:custDataLst>
          </p:nvPr>
        </p:nvSpPr>
        <p:spPr/>
        <p:txBody>
          <a:bodyPr/>
          <a:lstStyle/>
          <a:p>
            <a:endParaRPr lang="sv-SE"/>
          </a:p>
        </p:txBody>
      </p:sp>
      <p:sp>
        <p:nvSpPr>
          <p:cNvPr id="23" name="TextBox 22">
            <a:extLst>
              <a:ext uri="{FF2B5EF4-FFF2-40B4-BE49-F238E27FC236}">
                <a16:creationId xmlns:a16="http://schemas.microsoft.com/office/drawing/2014/main" id="{B68228D3-0F75-5B41-198A-37303D70CD71}"/>
              </a:ext>
            </a:extLst>
          </p:cNvPr>
          <p:cNvSpPr txBox="1">
            <a:spLocks/>
          </p:cNvSpPr>
          <p:nvPr/>
        </p:nvSpPr>
        <p:spPr>
          <a:xfrm>
            <a:off x="9294866" y="1832285"/>
            <a:ext cx="2339922" cy="276225"/>
          </a:xfrm>
          <a:prstGeom prst="rect">
            <a:avLst/>
          </a:prstGeom>
        </p:spPr>
        <p:txBody>
          <a:bodyPr vert="horz" wrap="square" lIns="0" tIns="0" rIns="0" bIns="0" rtlCol="0" anchor="b">
            <a:no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600" b="1" i="0" u="none" strike="noStrike" kern="1200" cap="none" spc="0" normalizeH="0" baseline="0" dirty="0">
                <a:ln>
                  <a:noFill/>
                </a:ln>
                <a:effectLst/>
                <a:uLnTx/>
                <a:uFillTx/>
                <a:ea typeface="+mn-ea"/>
                <a:cs typeface="+mn-cs"/>
              </a:rPr>
              <a:t>Key insights</a:t>
            </a:r>
          </a:p>
        </p:txBody>
      </p:sp>
      <p:cxnSp>
        <p:nvCxnSpPr>
          <p:cNvPr id="24" name="Straight Connector 23">
            <a:extLst>
              <a:ext uri="{FF2B5EF4-FFF2-40B4-BE49-F238E27FC236}">
                <a16:creationId xmlns:a16="http://schemas.microsoft.com/office/drawing/2014/main" id="{F6D794D0-3C3C-66A2-7351-964CA2FC5AAE}"/>
              </a:ext>
            </a:extLst>
          </p:cNvPr>
          <p:cNvCxnSpPr>
            <a:cxnSpLocks/>
          </p:cNvCxnSpPr>
          <p:nvPr/>
        </p:nvCxnSpPr>
        <p:spPr>
          <a:xfrm>
            <a:off x="9294866" y="2158092"/>
            <a:ext cx="233992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39" name="Chart 38">
            <a:extLst>
              <a:ext uri="{FF2B5EF4-FFF2-40B4-BE49-F238E27FC236}">
                <a16:creationId xmlns:a16="http://schemas.microsoft.com/office/drawing/2014/main" id="{D42A1957-E77F-438C-C42E-27F12D567BF1}"/>
              </a:ext>
            </a:extLst>
          </p:cNvPr>
          <p:cNvGraphicFramePr/>
          <p:nvPr>
            <p:custDataLst>
              <p:tags r:id="rId3"/>
            </p:custDataLst>
            <p:extLst>
              <p:ext uri="{D42A27DB-BD31-4B8C-83A1-F6EECF244321}">
                <p14:modId xmlns:p14="http://schemas.microsoft.com/office/powerpoint/2010/main" val="3431697491"/>
              </p:ext>
            </p:extLst>
          </p:nvPr>
        </p:nvGraphicFramePr>
        <p:xfrm>
          <a:off x="2816225" y="1963738"/>
          <a:ext cx="5740400" cy="4130675"/>
        </p:xfrm>
        <a:graphic>
          <a:graphicData uri="http://schemas.openxmlformats.org/drawingml/2006/chart">
            <c:chart xmlns:c="http://schemas.openxmlformats.org/drawingml/2006/chart" xmlns:r="http://schemas.openxmlformats.org/officeDocument/2006/relationships" r:id="rId49"/>
          </a:graphicData>
        </a:graphic>
      </p:graphicFrame>
      <p:sp>
        <p:nvSpPr>
          <p:cNvPr id="286" name="Text Placeholder 4">
            <a:extLst>
              <a:ext uri="{FF2B5EF4-FFF2-40B4-BE49-F238E27FC236}">
                <a16:creationId xmlns:a16="http://schemas.microsoft.com/office/drawing/2014/main" id="{4C1F3293-4EFE-461D-940D-7EE66BAE31C5}"/>
              </a:ext>
            </a:extLst>
          </p:cNvPr>
          <p:cNvSpPr>
            <a:spLocks noGrp="1"/>
          </p:cNvSpPr>
          <p:nvPr>
            <p:custDataLst>
              <p:tags r:id="rId4"/>
            </p:custDataLst>
          </p:nvPr>
        </p:nvSpPr>
        <p:spPr bwMode="gray">
          <a:xfrm>
            <a:off x="2857500" y="5878513"/>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5EDDE34-AD0A-4E90-B100-612E2F611FE1}" type="datetime'''0'''''''''''''''''''''''''''''">
              <a:rPr lang="sv-SE" altLang="en-US" sz="1200" smtClean="0">
                <a:effectLst/>
                <a:latin typeface="+mn-lt"/>
                <a:ea typeface="+mn-ea"/>
                <a:cs typeface="+mn-cs"/>
              </a:rPr>
              <a:pPr lvl="0" algn="ctr">
                <a:spcBef>
                  <a:spcPct val="0"/>
                </a:spcBef>
                <a:spcAft>
                  <a:spcPct val="0"/>
                </a:spcAft>
              </a:pPr>
              <a:t>0</a:t>
            </a:fld>
            <a:endParaRPr lang="sv-SE" sz="1200" dirty="0">
              <a:latin typeface="+mn-lt"/>
              <a:ea typeface="+mn-ea"/>
              <a:cs typeface="+mn-cs"/>
            </a:endParaRPr>
          </a:p>
        </p:txBody>
      </p:sp>
      <p:sp>
        <p:nvSpPr>
          <p:cNvPr id="287" name="Text Placeholder 4">
            <a:extLst>
              <a:ext uri="{FF2B5EF4-FFF2-40B4-BE49-F238E27FC236}">
                <a16:creationId xmlns:a16="http://schemas.microsoft.com/office/drawing/2014/main" id="{4C1F3293-4EFE-461D-940D-7EE66BAE31C5}"/>
              </a:ext>
            </a:extLst>
          </p:cNvPr>
          <p:cNvSpPr>
            <a:spLocks noGrp="1"/>
          </p:cNvSpPr>
          <p:nvPr>
            <p:custDataLst>
              <p:tags r:id="rId5"/>
            </p:custDataLst>
          </p:nvPr>
        </p:nvSpPr>
        <p:spPr bwMode="gray">
          <a:xfrm>
            <a:off x="3786188" y="5878513"/>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0A117BE-2B03-4F4D-ADEC-D70F80A1B9A3}" type="datetime'''''''''''''''''''''''''''''''''''''''5'''''''''''''''''''''''">
              <a:rPr lang="sv-SE" altLang="en-US" sz="1200" smtClean="0">
                <a:effectLst/>
                <a:latin typeface="+mn-lt"/>
                <a:ea typeface="+mn-ea"/>
                <a:cs typeface="+mn-cs"/>
              </a:rPr>
              <a:pPr lvl="0" algn="ctr">
                <a:spcBef>
                  <a:spcPct val="0"/>
                </a:spcBef>
                <a:spcAft>
                  <a:spcPct val="0"/>
                </a:spcAft>
              </a:pPr>
              <a:t>5</a:t>
            </a:fld>
            <a:endParaRPr lang="sv-SE" sz="1200" dirty="0">
              <a:latin typeface="+mn-lt"/>
              <a:ea typeface="+mn-ea"/>
              <a:cs typeface="+mn-cs"/>
            </a:endParaRPr>
          </a:p>
        </p:txBody>
      </p:sp>
      <p:sp>
        <p:nvSpPr>
          <p:cNvPr id="288" name="Text Placeholder 4">
            <a:extLst>
              <a:ext uri="{FF2B5EF4-FFF2-40B4-BE49-F238E27FC236}">
                <a16:creationId xmlns:a16="http://schemas.microsoft.com/office/drawing/2014/main" id="{4C1F3293-4EFE-461D-940D-7EE66BAE31C5}"/>
              </a:ext>
            </a:extLst>
          </p:cNvPr>
          <p:cNvSpPr>
            <a:spLocks noGrp="1"/>
          </p:cNvSpPr>
          <p:nvPr>
            <p:custDataLst>
              <p:tags r:id="rId6"/>
            </p:custDataLst>
          </p:nvPr>
        </p:nvSpPr>
        <p:spPr bwMode="gray">
          <a:xfrm>
            <a:off x="4675188"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A8E0E29-6BC3-4258-8DDE-8AD6782C47CD}" type="datetime'''''''''''''''''''1''''''''''''''''''0'''''''''''''''''''''">
              <a:rPr lang="sv-SE" altLang="en-US" sz="1200" smtClean="0">
                <a:effectLst/>
                <a:latin typeface="+mn-lt"/>
                <a:ea typeface="+mn-ea"/>
                <a:cs typeface="+mn-cs"/>
              </a:rPr>
              <a:pPr lvl="0" algn="ctr">
                <a:spcBef>
                  <a:spcPct val="0"/>
                </a:spcBef>
                <a:spcAft>
                  <a:spcPct val="0"/>
                </a:spcAft>
              </a:pPr>
              <a:t>10</a:t>
            </a:fld>
            <a:endParaRPr lang="sv-SE" sz="1200" dirty="0">
              <a:latin typeface="+mn-lt"/>
              <a:ea typeface="+mn-ea"/>
              <a:cs typeface="+mn-cs"/>
            </a:endParaRPr>
          </a:p>
        </p:txBody>
      </p:sp>
      <p:sp>
        <p:nvSpPr>
          <p:cNvPr id="289" name="Text Placeholder 4">
            <a:extLst>
              <a:ext uri="{FF2B5EF4-FFF2-40B4-BE49-F238E27FC236}">
                <a16:creationId xmlns:a16="http://schemas.microsoft.com/office/drawing/2014/main" id="{4C1F3293-4EFE-461D-940D-7EE66BAE31C5}"/>
              </a:ext>
            </a:extLst>
          </p:cNvPr>
          <p:cNvSpPr>
            <a:spLocks noGrp="1"/>
          </p:cNvSpPr>
          <p:nvPr>
            <p:custDataLst>
              <p:tags r:id="rId7"/>
            </p:custDataLst>
          </p:nvPr>
        </p:nvSpPr>
        <p:spPr bwMode="gray">
          <a:xfrm>
            <a:off x="560387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68784D6-9A8B-49AB-9E0B-50C276297A34}" type="datetime'''''1''''''''''''''''''''''''''''5'">
              <a:rPr lang="sv-SE" altLang="en-US" sz="1200" smtClean="0">
                <a:effectLst/>
                <a:latin typeface="+mn-lt"/>
                <a:ea typeface="+mn-ea"/>
                <a:cs typeface="+mn-cs"/>
              </a:rPr>
              <a:pPr lvl="0" algn="ctr">
                <a:spcBef>
                  <a:spcPct val="0"/>
                </a:spcBef>
                <a:spcAft>
                  <a:spcPct val="0"/>
                </a:spcAft>
              </a:pPr>
              <a:t>15</a:t>
            </a:fld>
            <a:endParaRPr lang="sv-SE" sz="1200" dirty="0">
              <a:latin typeface="+mn-lt"/>
              <a:ea typeface="+mn-ea"/>
              <a:cs typeface="+mn-cs"/>
            </a:endParaRPr>
          </a:p>
        </p:txBody>
      </p:sp>
      <p:sp>
        <p:nvSpPr>
          <p:cNvPr id="290" name="Text Placeholder 4">
            <a:extLst>
              <a:ext uri="{FF2B5EF4-FFF2-40B4-BE49-F238E27FC236}">
                <a16:creationId xmlns:a16="http://schemas.microsoft.com/office/drawing/2014/main" id="{4C1F3293-4EFE-461D-940D-7EE66BAE31C5}"/>
              </a:ext>
            </a:extLst>
          </p:cNvPr>
          <p:cNvSpPr>
            <a:spLocks noGrp="1"/>
          </p:cNvSpPr>
          <p:nvPr>
            <p:custDataLst>
              <p:tags r:id="rId8"/>
            </p:custDataLst>
          </p:nvPr>
        </p:nvSpPr>
        <p:spPr bwMode="gray">
          <a:xfrm>
            <a:off x="6532563"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6920EB5-AC6B-4C66-B824-4E803741D546}" type="datetime'''''''''''''''''''''2''''''''''''''0'''''''''''''">
              <a:rPr lang="sv-SE" altLang="en-US" sz="1200" smtClean="0">
                <a:effectLst/>
                <a:latin typeface="+mn-lt"/>
                <a:ea typeface="+mn-ea"/>
                <a:cs typeface="+mn-cs"/>
              </a:rPr>
              <a:pPr lvl="0" algn="ctr">
                <a:spcBef>
                  <a:spcPct val="0"/>
                </a:spcBef>
                <a:spcAft>
                  <a:spcPct val="0"/>
                </a:spcAft>
              </a:pPr>
              <a:t>20</a:t>
            </a:fld>
            <a:endParaRPr lang="sv-SE" sz="1200" dirty="0">
              <a:latin typeface="+mn-lt"/>
              <a:ea typeface="+mn-ea"/>
              <a:cs typeface="+mn-cs"/>
            </a:endParaRPr>
          </a:p>
        </p:txBody>
      </p:sp>
      <p:sp>
        <p:nvSpPr>
          <p:cNvPr id="291" name="Text Placeholder 4">
            <a:extLst>
              <a:ext uri="{FF2B5EF4-FFF2-40B4-BE49-F238E27FC236}">
                <a16:creationId xmlns:a16="http://schemas.microsoft.com/office/drawing/2014/main" id="{4C1F3293-4EFE-461D-940D-7EE66BAE31C5}"/>
              </a:ext>
            </a:extLst>
          </p:cNvPr>
          <p:cNvSpPr>
            <a:spLocks noGrp="1"/>
          </p:cNvSpPr>
          <p:nvPr>
            <p:custDataLst>
              <p:tags r:id="rId9"/>
            </p:custDataLst>
          </p:nvPr>
        </p:nvSpPr>
        <p:spPr bwMode="gray">
          <a:xfrm>
            <a:off x="7462838"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613F0FF-C42C-409C-844A-A831A201957C}" type="datetime'''2''''5'''''''''''''''''''''''''''''''''''''''''''">
              <a:rPr lang="sv-SE" altLang="en-US" sz="1200" smtClean="0">
                <a:effectLst/>
                <a:latin typeface="+mn-lt"/>
                <a:ea typeface="+mn-ea"/>
                <a:cs typeface="+mn-cs"/>
              </a:rPr>
              <a:pPr lvl="0" algn="ctr">
                <a:spcBef>
                  <a:spcPct val="0"/>
                </a:spcBef>
                <a:spcAft>
                  <a:spcPct val="0"/>
                </a:spcAft>
              </a:pPr>
              <a:t>25</a:t>
            </a:fld>
            <a:endParaRPr lang="sv-SE" sz="1200" dirty="0">
              <a:latin typeface="+mn-lt"/>
              <a:ea typeface="+mn-ea"/>
              <a:cs typeface="+mn-cs"/>
            </a:endParaRPr>
          </a:p>
        </p:txBody>
      </p:sp>
      <p:sp>
        <p:nvSpPr>
          <p:cNvPr id="292" name="Text Placeholder 4">
            <a:extLst>
              <a:ext uri="{FF2B5EF4-FFF2-40B4-BE49-F238E27FC236}">
                <a16:creationId xmlns:a16="http://schemas.microsoft.com/office/drawing/2014/main" id="{4C1F3293-4EFE-461D-940D-7EE66BAE31C5}"/>
              </a:ext>
            </a:extLst>
          </p:cNvPr>
          <p:cNvSpPr>
            <a:spLocks noGrp="1"/>
          </p:cNvSpPr>
          <p:nvPr>
            <p:custDataLst>
              <p:tags r:id="rId10"/>
            </p:custDataLst>
          </p:nvPr>
        </p:nvSpPr>
        <p:spPr bwMode="gray">
          <a:xfrm>
            <a:off x="839152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C5EE29A-B68D-4F02-B658-47CEAFAFB8E0}" type="datetime'''''''''''''''3''0'''''''''''''''''''''''''''''''''''''">
              <a:rPr lang="sv-SE" altLang="en-US" sz="1200" smtClean="0">
                <a:effectLst/>
                <a:latin typeface="+mn-lt"/>
                <a:ea typeface="+mn-ea"/>
                <a:cs typeface="+mn-cs"/>
              </a:rPr>
              <a:pPr lvl="0" algn="ctr">
                <a:spcBef>
                  <a:spcPct val="0"/>
                </a:spcBef>
                <a:spcAft>
                  <a:spcPct val="0"/>
                </a:spcAft>
              </a:pPr>
              <a:t>30</a:t>
            </a:fld>
            <a:endParaRPr lang="sv-SE" sz="1200" dirty="0">
              <a:latin typeface="+mn-lt"/>
              <a:ea typeface="+mn-ea"/>
              <a:cs typeface="+mn-cs"/>
            </a:endParaRPr>
          </a:p>
        </p:txBody>
      </p:sp>
      <p:sp>
        <p:nvSpPr>
          <p:cNvPr id="8" name="Text Placeholder 4">
            <a:extLst>
              <a:ext uri="{FF2B5EF4-FFF2-40B4-BE49-F238E27FC236}">
                <a16:creationId xmlns:a16="http://schemas.microsoft.com/office/drawing/2014/main" id="{4C1F3293-4EFE-461D-940D-7EE66BAE31C5}"/>
              </a:ext>
            </a:extLst>
          </p:cNvPr>
          <p:cNvSpPr>
            <a:spLocks noGrp="1"/>
          </p:cNvSpPr>
          <p:nvPr>
            <p:custDataLst>
              <p:tags r:id="rId11"/>
            </p:custDataLst>
          </p:nvPr>
        </p:nvSpPr>
        <p:spPr bwMode="auto">
          <a:xfrm>
            <a:off x="566738" y="2319338"/>
            <a:ext cx="22304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BDDAC79-BD31-4355-96B0-C832E9D2E8FB}" type="datetime'''''Pay''''men''ts,'' ''C''''a''sh M''''gmt ''&amp;'' Fi''ntech '">
              <a:rPr lang="en-US" altLang="en-US" sz="1200" smtClean="0">
                <a:latin typeface="+mn-lt"/>
                <a:ea typeface="+mn-ea"/>
                <a:cs typeface="+mn-cs"/>
              </a:rPr>
              <a:pPr/>
              <a:t>Payments, Cash Mgmt &amp; Fintech </a:t>
            </a:fld>
            <a:endParaRPr lang="sv-SE" sz="1200" dirty="0">
              <a:latin typeface="+mn-lt"/>
              <a:ea typeface="+mn-ea"/>
              <a:cs typeface="+mn-cs"/>
            </a:endParaRPr>
          </a:p>
        </p:txBody>
      </p:sp>
      <p:sp>
        <p:nvSpPr>
          <p:cNvPr id="11" name="Text Placeholder 4">
            <a:extLst>
              <a:ext uri="{FF2B5EF4-FFF2-40B4-BE49-F238E27FC236}">
                <a16:creationId xmlns:a16="http://schemas.microsoft.com/office/drawing/2014/main" id="{4C1F3293-4EFE-461D-940D-7EE66BAE31C5}"/>
              </a:ext>
            </a:extLst>
          </p:cNvPr>
          <p:cNvSpPr>
            <a:spLocks noGrp="1"/>
          </p:cNvSpPr>
          <p:nvPr>
            <p:custDataLst>
              <p:tags r:id="rId12"/>
            </p:custDataLst>
          </p:nvPr>
        </p:nvSpPr>
        <p:spPr bwMode="auto">
          <a:xfrm>
            <a:off x="566738" y="2679700"/>
            <a:ext cx="18589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654D16F-D6E2-45F7-983F-9EF4310CE6E3}" type="datetime'''Corp''''orat''''e'' L''''endin''''g'''' &amp; ''Trad''''e '">
              <a:rPr lang="sv-SE" altLang="en-US" sz="1200" smtClean="0">
                <a:latin typeface="+mn-lt"/>
                <a:ea typeface="+mn-ea"/>
                <a:cs typeface="+mn-cs"/>
              </a:rPr>
              <a:pPr/>
              <a:t>Corporate Lending &amp; Trade </a:t>
            </a:fld>
            <a:endParaRPr lang="sv-SE" sz="1200" dirty="0">
              <a:latin typeface="+mn-lt"/>
              <a:ea typeface="+mn-ea"/>
              <a:cs typeface="+mn-cs"/>
            </a:endParaRPr>
          </a:p>
        </p:txBody>
      </p:sp>
      <p:sp>
        <p:nvSpPr>
          <p:cNvPr id="12" name="Text Placeholder 4">
            <a:extLst>
              <a:ext uri="{FF2B5EF4-FFF2-40B4-BE49-F238E27FC236}">
                <a16:creationId xmlns:a16="http://schemas.microsoft.com/office/drawing/2014/main" id="{4C1F3293-4EFE-461D-940D-7EE66BAE31C5}"/>
              </a:ext>
            </a:extLst>
          </p:cNvPr>
          <p:cNvSpPr>
            <a:spLocks noGrp="1"/>
          </p:cNvSpPr>
          <p:nvPr>
            <p:custDataLst>
              <p:tags r:id="rId13"/>
            </p:custDataLst>
          </p:nvPr>
        </p:nvSpPr>
        <p:spPr bwMode="auto">
          <a:xfrm>
            <a:off x="566738" y="3038475"/>
            <a:ext cx="1501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5EE6E8-E9A6-43B5-A865-570CB17C01D5}" type="datetime'''Pr''''''''ivate &amp; R''''''et''''ai''''''l ''''Di''''gita''l'">
              <a:rPr lang="sv-SE" altLang="en-US" sz="1200" smtClean="0">
                <a:latin typeface="+mn-lt"/>
                <a:ea typeface="+mn-ea"/>
                <a:cs typeface="+mn-cs"/>
              </a:rPr>
              <a:pPr/>
              <a:t>Private &amp; Retail Digital</a:t>
            </a:fld>
            <a:endParaRPr lang="sv-SE" sz="1200" dirty="0">
              <a:latin typeface="+mn-lt"/>
              <a:ea typeface="+mn-ea"/>
              <a:cs typeface="+mn-cs"/>
            </a:endParaRPr>
          </a:p>
        </p:txBody>
      </p:sp>
      <p:sp>
        <p:nvSpPr>
          <p:cNvPr id="31" name="Text Placeholder 4">
            <a:extLst>
              <a:ext uri="{FF2B5EF4-FFF2-40B4-BE49-F238E27FC236}">
                <a16:creationId xmlns:a16="http://schemas.microsoft.com/office/drawing/2014/main" id="{82011635-D63D-9317-FF1A-B2642B4FA70A}"/>
              </a:ext>
            </a:extLst>
          </p:cNvPr>
          <p:cNvSpPr>
            <a:spLocks noGrp="1"/>
          </p:cNvSpPr>
          <p:nvPr>
            <p:custDataLst>
              <p:tags r:id="rId14"/>
            </p:custDataLst>
          </p:nvPr>
        </p:nvSpPr>
        <p:spPr bwMode="auto">
          <a:xfrm>
            <a:off x="566738" y="3398838"/>
            <a:ext cx="12207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916B9A2-B0A1-4238-92EE-68B75D25CA8D}" type="datetime'''C''''R''M'''' &amp;'''' ''''''''Col''''l''e''''''''ct''''i''ons'">
              <a:rPr lang="sv-SE" altLang="en-US" sz="1200" smtClean="0">
                <a:latin typeface="+mn-lt"/>
                <a:ea typeface="+mn-ea"/>
                <a:cs typeface="+mn-cs"/>
              </a:rPr>
              <a:pPr/>
              <a:t>CRM &amp; Collections</a:t>
            </a:fld>
            <a:endParaRPr lang="sv-SE" sz="1200" dirty="0">
              <a:latin typeface="+mn-lt"/>
              <a:ea typeface="+mn-ea"/>
              <a:cs typeface="+mn-cs"/>
            </a:endParaRPr>
          </a:p>
        </p:txBody>
      </p:sp>
      <p:sp>
        <p:nvSpPr>
          <p:cNvPr id="32" name="Text Placeholder 4">
            <a:extLst>
              <a:ext uri="{FF2B5EF4-FFF2-40B4-BE49-F238E27FC236}">
                <a16:creationId xmlns:a16="http://schemas.microsoft.com/office/drawing/2014/main" id="{D51526AF-FFAD-F331-7F09-DE66F119DE12}"/>
              </a:ext>
            </a:extLst>
          </p:cNvPr>
          <p:cNvSpPr>
            <a:spLocks noGrp="1"/>
          </p:cNvSpPr>
          <p:nvPr>
            <p:custDataLst>
              <p:tags r:id="rId15"/>
            </p:custDataLst>
          </p:nvPr>
        </p:nvSpPr>
        <p:spPr bwMode="auto">
          <a:xfrm>
            <a:off x="566738" y="3757613"/>
            <a:ext cx="13843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C8C8BAC-6101-4A5F-A672-E58BE4758A5D}" type="datetime'S''''ME ''Dig''i''''tal'''''' ''''''''L''e''''n''d''in''g '">
              <a:rPr lang="sv-SE" altLang="en-US" sz="1200" smtClean="0">
                <a:latin typeface="+mn-lt"/>
                <a:ea typeface="+mn-ea"/>
                <a:cs typeface="+mn-cs"/>
              </a:rPr>
              <a:pPr/>
              <a:t>SME Digital Lending </a:t>
            </a:fld>
            <a:endParaRPr lang="sv-SE" sz="1200" dirty="0">
              <a:latin typeface="+mn-lt"/>
              <a:ea typeface="+mn-ea"/>
              <a:cs typeface="+mn-cs"/>
            </a:endParaRPr>
          </a:p>
        </p:txBody>
      </p:sp>
      <p:sp>
        <p:nvSpPr>
          <p:cNvPr id="33" name="Text Placeholder 4">
            <a:extLst>
              <a:ext uri="{FF2B5EF4-FFF2-40B4-BE49-F238E27FC236}">
                <a16:creationId xmlns:a16="http://schemas.microsoft.com/office/drawing/2014/main" id="{3324434A-A7EB-999F-2141-29FC01CB1BDA}"/>
              </a:ext>
            </a:extLst>
          </p:cNvPr>
          <p:cNvSpPr>
            <a:spLocks noGrp="1"/>
          </p:cNvSpPr>
          <p:nvPr>
            <p:custDataLst>
              <p:tags r:id="rId16"/>
            </p:custDataLst>
          </p:nvPr>
        </p:nvSpPr>
        <p:spPr bwMode="auto">
          <a:xfrm>
            <a:off x="566738" y="4117975"/>
            <a:ext cx="14160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62768F-40DC-4CBD-9D1A-601CE208A44F}" type="datetime'''Bu''''''s''''''''i''ness I''n''''''no''v''''''a''t''ion''s'">
              <a:rPr lang="sv-SE" altLang="en-US" sz="1200" smtClean="0">
                <a:latin typeface="+mn-lt"/>
                <a:ea typeface="+mn-ea"/>
                <a:cs typeface="+mn-cs"/>
              </a:rPr>
              <a:pPr/>
              <a:t>Business Innovations</a:t>
            </a:fld>
            <a:endParaRPr lang="sv-SE" sz="1200" dirty="0">
              <a:latin typeface="+mn-lt"/>
              <a:ea typeface="+mn-ea"/>
              <a:cs typeface="+mn-cs"/>
            </a:endParaRPr>
          </a:p>
        </p:txBody>
      </p:sp>
      <p:sp>
        <p:nvSpPr>
          <p:cNvPr id="34" name="Text Placeholder 4">
            <a:extLst>
              <a:ext uri="{FF2B5EF4-FFF2-40B4-BE49-F238E27FC236}">
                <a16:creationId xmlns:a16="http://schemas.microsoft.com/office/drawing/2014/main" id="{B1105A5D-92A6-BDAE-9AEF-3D067A0B7FCA}"/>
              </a:ext>
            </a:extLst>
          </p:cNvPr>
          <p:cNvSpPr>
            <a:spLocks noGrp="1"/>
          </p:cNvSpPr>
          <p:nvPr>
            <p:custDataLst>
              <p:tags r:id="rId17"/>
            </p:custDataLst>
          </p:nvPr>
        </p:nvSpPr>
        <p:spPr bwMode="auto">
          <a:xfrm>
            <a:off x="566738" y="4478338"/>
            <a:ext cx="10572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8B9EE27-39E1-4983-8916-70C627F77809}" type="datetime'C''o''r''e'''''' ''''E''''''''x''''c''''''el''''''''lenc''e'''">
              <a:rPr lang="sv-SE" altLang="en-US" sz="1200" smtClean="0">
                <a:latin typeface="+mn-lt"/>
                <a:ea typeface="+mn-ea"/>
                <a:cs typeface="+mn-cs"/>
              </a:rPr>
              <a:pPr/>
              <a:t>Core Excellence</a:t>
            </a:fld>
            <a:endParaRPr lang="sv-SE" sz="1200" dirty="0">
              <a:latin typeface="+mn-lt"/>
              <a:ea typeface="+mn-ea"/>
              <a:cs typeface="+mn-cs"/>
            </a:endParaRPr>
          </a:p>
        </p:txBody>
      </p:sp>
      <p:sp>
        <p:nvSpPr>
          <p:cNvPr id="35" name="Text Placeholder 4">
            <a:extLst>
              <a:ext uri="{FF2B5EF4-FFF2-40B4-BE49-F238E27FC236}">
                <a16:creationId xmlns:a16="http://schemas.microsoft.com/office/drawing/2014/main" id="{9845EB87-9E24-533A-2AF5-3E9C67B7954E}"/>
              </a:ext>
            </a:extLst>
          </p:cNvPr>
          <p:cNvSpPr>
            <a:spLocks noGrp="1"/>
          </p:cNvSpPr>
          <p:nvPr>
            <p:custDataLst>
              <p:tags r:id="rId18"/>
            </p:custDataLst>
          </p:nvPr>
        </p:nvSpPr>
        <p:spPr bwMode="auto">
          <a:xfrm>
            <a:off x="566738" y="4837113"/>
            <a:ext cx="12176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50F53AC-636F-4429-A038-3B79156E1E19}" type="datetime'''D''''i''gi''''tal'''''' ''''''''''E''''xce''''llenc''e '''">
              <a:rPr lang="sv-SE" altLang="en-US" sz="1200" smtClean="0">
                <a:latin typeface="+mn-lt"/>
                <a:ea typeface="+mn-ea"/>
                <a:cs typeface="+mn-cs"/>
              </a:rPr>
              <a:pPr/>
              <a:t>Digital Excellence </a:t>
            </a:fld>
            <a:endParaRPr lang="sv-SE" sz="1200" dirty="0">
              <a:latin typeface="+mn-lt"/>
              <a:ea typeface="+mn-ea"/>
              <a:cs typeface="+mn-cs"/>
            </a:endParaRPr>
          </a:p>
        </p:txBody>
      </p:sp>
      <p:sp>
        <p:nvSpPr>
          <p:cNvPr id="36" name="Text Placeholder 4">
            <a:extLst>
              <a:ext uri="{FF2B5EF4-FFF2-40B4-BE49-F238E27FC236}">
                <a16:creationId xmlns:a16="http://schemas.microsoft.com/office/drawing/2014/main" id="{54CC2DAC-41B2-71E9-722F-173DA0EAAFAA}"/>
              </a:ext>
            </a:extLst>
          </p:cNvPr>
          <p:cNvSpPr>
            <a:spLocks noGrp="1"/>
          </p:cNvSpPr>
          <p:nvPr>
            <p:custDataLst>
              <p:tags r:id="rId19"/>
            </p:custDataLst>
          </p:nvPr>
        </p:nvSpPr>
        <p:spPr bwMode="auto">
          <a:xfrm>
            <a:off x="566738" y="5197475"/>
            <a:ext cx="10128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C6F59F7-B538-4427-9FCE-439E63C5A1E8}" type="datetime'Ch''a''''pt''''''''''''''''''''er ''Lea''''''''''d''''''s'' '">
              <a:rPr lang="sv-SE" altLang="en-US" sz="1200" smtClean="0">
                <a:latin typeface="+mn-lt"/>
                <a:ea typeface="+mn-ea"/>
                <a:cs typeface="+mn-cs"/>
              </a:rPr>
              <a:pPr/>
              <a:t>Chapter Leads </a:t>
            </a:fld>
            <a:endParaRPr lang="sv-SE" sz="1200" dirty="0">
              <a:latin typeface="+mn-lt"/>
              <a:ea typeface="+mn-ea"/>
              <a:cs typeface="+mn-cs"/>
            </a:endParaRPr>
          </a:p>
        </p:txBody>
      </p:sp>
      <p:sp>
        <p:nvSpPr>
          <p:cNvPr id="37" name="Text Placeholder 4">
            <a:extLst>
              <a:ext uri="{FF2B5EF4-FFF2-40B4-BE49-F238E27FC236}">
                <a16:creationId xmlns:a16="http://schemas.microsoft.com/office/drawing/2014/main" id="{84EC10C8-5157-29F9-9606-DF71EA3AAEC4}"/>
              </a:ext>
            </a:extLst>
          </p:cNvPr>
          <p:cNvSpPr>
            <a:spLocks noGrp="1"/>
          </p:cNvSpPr>
          <p:nvPr>
            <p:custDataLst>
              <p:tags r:id="rId20"/>
            </p:custDataLst>
          </p:nvPr>
        </p:nvSpPr>
        <p:spPr bwMode="auto">
          <a:xfrm>
            <a:off x="566738" y="5556250"/>
            <a:ext cx="16192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1F896CF-2A61-4508-8AF9-852B18C5DEC8}" type="datetime'QA ''''''C''e''''ntre ''o''f'' ''''E''''xc''''e''''llenc''''e'">
              <a:rPr lang="sv-SE" altLang="en-US" sz="1200" smtClean="0">
                <a:latin typeface="+mn-lt"/>
                <a:ea typeface="+mn-ea"/>
                <a:cs typeface="+mn-cs"/>
              </a:rPr>
              <a:pPr/>
              <a:t>QA Centre of Excellence</a:t>
            </a:fld>
            <a:endParaRPr lang="sv-SE" sz="1200" dirty="0">
              <a:latin typeface="+mn-lt"/>
              <a:ea typeface="+mn-ea"/>
              <a:cs typeface="+mn-cs"/>
            </a:endParaRPr>
          </a:p>
        </p:txBody>
      </p:sp>
      <p:sp>
        <p:nvSpPr>
          <p:cNvPr id="17" name="Text Placeholder 4">
            <a:extLst>
              <a:ext uri="{FF2B5EF4-FFF2-40B4-BE49-F238E27FC236}">
                <a16:creationId xmlns:a16="http://schemas.microsoft.com/office/drawing/2014/main" id="{4C1F3293-4EFE-461D-940D-7EE66BAE31C5}"/>
              </a:ext>
            </a:extLst>
          </p:cNvPr>
          <p:cNvSpPr>
            <a:spLocks noGrp="1"/>
          </p:cNvSpPr>
          <p:nvPr>
            <p:custDataLst>
              <p:tags r:id="rId21"/>
            </p:custDataLst>
          </p:nvPr>
        </p:nvSpPr>
        <p:spPr bwMode="gray">
          <a:xfrm>
            <a:off x="8313738" y="2319338"/>
            <a:ext cx="20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71A0482-F272-4EF7-9746-50C495C8EEC9}" type="datetime'2''''''''''''''''''''''9'''''''''''''''''''''''''''">
              <a:rPr lang="sv-SE" altLang="en-US" sz="1200" smtClean="0">
                <a:latin typeface="+mn-lt"/>
                <a:ea typeface="+mn-ea"/>
                <a:cs typeface="+mn-cs"/>
              </a:rPr>
              <a:pPr/>
              <a:t>29</a:t>
            </a:fld>
            <a:endParaRPr lang="sv-SE" sz="1200" dirty="0">
              <a:latin typeface="+mn-lt"/>
              <a:ea typeface="+mn-ea"/>
              <a:cs typeface="+mn-cs"/>
            </a:endParaRPr>
          </a:p>
        </p:txBody>
      </p:sp>
      <p:sp>
        <p:nvSpPr>
          <p:cNvPr id="18" name="Text Placeholder 4">
            <a:extLst>
              <a:ext uri="{FF2B5EF4-FFF2-40B4-BE49-F238E27FC236}">
                <a16:creationId xmlns:a16="http://schemas.microsoft.com/office/drawing/2014/main" id="{4C1F3293-4EFE-461D-940D-7EE66BAE31C5}"/>
              </a:ext>
            </a:extLst>
          </p:cNvPr>
          <p:cNvSpPr>
            <a:spLocks noGrp="1"/>
          </p:cNvSpPr>
          <p:nvPr>
            <p:custDataLst>
              <p:tags r:id="rId22"/>
            </p:custDataLst>
          </p:nvPr>
        </p:nvSpPr>
        <p:spPr bwMode="gray">
          <a:xfrm>
            <a:off x="6083300" y="2679700"/>
            <a:ext cx="20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73AB09E-955B-4DDE-83B7-345C82AF8DF9}" type="datetime'''''''''1''''''''''''''''''''''''''''''''''''7'''''''">
              <a:rPr lang="sv-SE" altLang="en-US" sz="1200" smtClean="0">
                <a:latin typeface="+mn-lt"/>
                <a:ea typeface="+mn-ea"/>
                <a:cs typeface="+mn-cs"/>
              </a:rPr>
              <a:pPr/>
              <a:t>17</a:t>
            </a:fld>
            <a:endParaRPr lang="sv-SE" sz="1200" dirty="0">
              <a:latin typeface="+mn-lt"/>
              <a:ea typeface="+mn-ea"/>
              <a:cs typeface="+mn-cs"/>
            </a:endParaRPr>
          </a:p>
        </p:txBody>
      </p:sp>
      <p:sp>
        <p:nvSpPr>
          <p:cNvPr id="19" name="Text Placeholder 4">
            <a:extLst>
              <a:ext uri="{FF2B5EF4-FFF2-40B4-BE49-F238E27FC236}">
                <a16:creationId xmlns:a16="http://schemas.microsoft.com/office/drawing/2014/main" id="{4C1F3293-4EFE-461D-940D-7EE66BAE31C5}"/>
              </a:ext>
            </a:extLst>
          </p:cNvPr>
          <p:cNvSpPr>
            <a:spLocks noGrp="1"/>
          </p:cNvSpPr>
          <p:nvPr>
            <p:custDataLst>
              <p:tags r:id="rId23"/>
            </p:custDataLst>
          </p:nvPr>
        </p:nvSpPr>
        <p:spPr bwMode="gray">
          <a:xfrm>
            <a:off x="5711825" y="3038475"/>
            <a:ext cx="20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4ECD95D-5C27-46FF-B0C6-7002BD5AE238}" type="datetime'''''''''''''''''''''''''''''''''''''''''''1''5'''''''''">
              <a:rPr lang="sv-SE" altLang="en-US" sz="1200" smtClean="0">
                <a:latin typeface="+mn-lt"/>
                <a:ea typeface="+mn-ea"/>
                <a:cs typeface="+mn-cs"/>
              </a:rPr>
              <a:pPr/>
              <a:t>15</a:t>
            </a:fld>
            <a:endParaRPr lang="sv-SE" sz="1200" dirty="0">
              <a:latin typeface="+mn-lt"/>
              <a:ea typeface="+mn-ea"/>
              <a:cs typeface="+mn-cs"/>
            </a:endParaRPr>
          </a:p>
        </p:txBody>
      </p:sp>
      <p:sp>
        <p:nvSpPr>
          <p:cNvPr id="45" name="Text Placeholder 4">
            <a:extLst>
              <a:ext uri="{FF2B5EF4-FFF2-40B4-BE49-F238E27FC236}">
                <a16:creationId xmlns:a16="http://schemas.microsoft.com/office/drawing/2014/main" id="{8A78BA24-4FE3-3E35-6B60-6014DC5AFED7}"/>
              </a:ext>
            </a:extLst>
          </p:cNvPr>
          <p:cNvSpPr>
            <a:spLocks noGrp="1"/>
          </p:cNvSpPr>
          <p:nvPr>
            <p:custDataLst>
              <p:tags r:id="rId24"/>
            </p:custDataLst>
          </p:nvPr>
        </p:nvSpPr>
        <p:spPr bwMode="gray">
          <a:xfrm>
            <a:off x="4968875" y="3398838"/>
            <a:ext cx="20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8625F7A-8457-4A22-B820-7D599C2ADF65}" type="datetime'''''''''''''1''''''1'''''''''''''''">
              <a:rPr lang="sv-SE" altLang="en-US" sz="1200" smtClean="0">
                <a:latin typeface="+mn-lt"/>
                <a:ea typeface="+mn-ea"/>
                <a:cs typeface="+mn-cs"/>
              </a:rPr>
              <a:pPr/>
              <a:t>11</a:t>
            </a:fld>
            <a:endParaRPr lang="sv-SE" sz="1200" dirty="0">
              <a:latin typeface="+mn-lt"/>
              <a:ea typeface="+mn-ea"/>
              <a:cs typeface="+mn-cs"/>
            </a:endParaRPr>
          </a:p>
        </p:txBody>
      </p:sp>
      <p:sp>
        <p:nvSpPr>
          <p:cNvPr id="46" name="Text Placeholder 4">
            <a:extLst>
              <a:ext uri="{FF2B5EF4-FFF2-40B4-BE49-F238E27FC236}">
                <a16:creationId xmlns:a16="http://schemas.microsoft.com/office/drawing/2014/main" id="{B820C51F-67B9-04F0-9483-8812CE5CABDF}"/>
              </a:ext>
            </a:extLst>
          </p:cNvPr>
          <p:cNvSpPr>
            <a:spLocks noGrp="1"/>
          </p:cNvSpPr>
          <p:nvPr>
            <p:custDataLst>
              <p:tags r:id="rId25"/>
            </p:custDataLst>
          </p:nvPr>
        </p:nvSpPr>
        <p:spPr bwMode="gray">
          <a:xfrm>
            <a:off x="4411663" y="3757613"/>
            <a:ext cx="1270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B0FB659-3EDA-4DA5-8318-AC5E62817BFA}" type="datetime'''''''''''8'''''''''''''''''''''''''''''''''''">
              <a:rPr lang="sv-SE" altLang="en-US" sz="1200" smtClean="0">
                <a:latin typeface="+mn-lt"/>
                <a:ea typeface="+mn-ea"/>
                <a:cs typeface="+mn-cs"/>
              </a:rPr>
              <a:pPr/>
              <a:t>8</a:t>
            </a:fld>
            <a:endParaRPr lang="sv-SE" sz="1200" dirty="0">
              <a:latin typeface="+mn-lt"/>
              <a:ea typeface="+mn-ea"/>
              <a:cs typeface="+mn-cs"/>
            </a:endParaRPr>
          </a:p>
        </p:txBody>
      </p:sp>
      <p:sp>
        <p:nvSpPr>
          <p:cNvPr id="47" name="Text Placeholder 4">
            <a:extLst>
              <a:ext uri="{FF2B5EF4-FFF2-40B4-BE49-F238E27FC236}">
                <a16:creationId xmlns:a16="http://schemas.microsoft.com/office/drawing/2014/main" id="{25796011-2CE1-9269-89A1-53A0009AFA7F}"/>
              </a:ext>
            </a:extLst>
          </p:cNvPr>
          <p:cNvSpPr>
            <a:spLocks noGrp="1"/>
          </p:cNvSpPr>
          <p:nvPr>
            <p:custDataLst>
              <p:tags r:id="rId26"/>
            </p:custDataLst>
          </p:nvPr>
        </p:nvSpPr>
        <p:spPr bwMode="gray">
          <a:xfrm>
            <a:off x="3852863" y="4117975"/>
            <a:ext cx="1270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3588E0C-1F80-443E-907F-19704C4E80C2}" type="datetime'''''''''''''''''''''5'''''''">
              <a:rPr lang="sv-SE" altLang="en-US" sz="1200" smtClean="0">
                <a:latin typeface="+mn-lt"/>
                <a:ea typeface="+mn-ea"/>
                <a:cs typeface="+mn-cs"/>
              </a:rPr>
              <a:pPr/>
              <a:t>5</a:t>
            </a:fld>
            <a:endParaRPr lang="sv-SE" sz="1200" dirty="0">
              <a:latin typeface="+mn-lt"/>
              <a:ea typeface="+mn-ea"/>
              <a:cs typeface="+mn-cs"/>
            </a:endParaRPr>
          </a:p>
        </p:txBody>
      </p:sp>
      <p:sp>
        <p:nvSpPr>
          <p:cNvPr id="48" name="Text Placeholder 4">
            <a:extLst>
              <a:ext uri="{FF2B5EF4-FFF2-40B4-BE49-F238E27FC236}">
                <a16:creationId xmlns:a16="http://schemas.microsoft.com/office/drawing/2014/main" id="{07722788-75A7-8A6A-9DBD-DE7571F881F2}"/>
              </a:ext>
            </a:extLst>
          </p:cNvPr>
          <p:cNvSpPr>
            <a:spLocks noGrp="1"/>
          </p:cNvSpPr>
          <p:nvPr>
            <p:custDataLst>
              <p:tags r:id="rId27"/>
            </p:custDataLst>
          </p:nvPr>
        </p:nvSpPr>
        <p:spPr bwMode="gray">
          <a:xfrm>
            <a:off x="4968875" y="4478338"/>
            <a:ext cx="20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3F4E8B3-0ED4-422A-9417-1B27B7DB9326}" type="datetime'''''''''''''''''''''''''''''''''''''1''''''''''''''''''''1'">
              <a:rPr lang="sv-SE" altLang="en-US" sz="1200" smtClean="0">
                <a:latin typeface="+mn-lt"/>
                <a:ea typeface="+mn-ea"/>
                <a:cs typeface="+mn-cs"/>
              </a:rPr>
              <a:pPr/>
              <a:t>11</a:t>
            </a:fld>
            <a:endParaRPr lang="sv-SE" sz="1200" dirty="0">
              <a:latin typeface="+mn-lt"/>
              <a:ea typeface="+mn-ea"/>
              <a:cs typeface="+mn-cs"/>
            </a:endParaRPr>
          </a:p>
        </p:txBody>
      </p:sp>
      <p:sp>
        <p:nvSpPr>
          <p:cNvPr id="49" name="Text Placeholder 4">
            <a:extLst>
              <a:ext uri="{FF2B5EF4-FFF2-40B4-BE49-F238E27FC236}">
                <a16:creationId xmlns:a16="http://schemas.microsoft.com/office/drawing/2014/main" id="{5CBFFE4F-D8E3-81C7-F9C2-C2367D9AB7C7}"/>
              </a:ext>
            </a:extLst>
          </p:cNvPr>
          <p:cNvSpPr>
            <a:spLocks noGrp="1"/>
          </p:cNvSpPr>
          <p:nvPr>
            <p:custDataLst>
              <p:tags r:id="rId28"/>
            </p:custDataLst>
          </p:nvPr>
        </p:nvSpPr>
        <p:spPr bwMode="gray">
          <a:xfrm>
            <a:off x="4597400" y="4837113"/>
            <a:ext cx="1270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DBDEB2B-8A2B-471B-A5EF-384DA75F7767}" type="datetime'''''''''''''''''''''''''''''''''''''''''9'''''''''''''">
              <a:rPr lang="sv-SE" altLang="en-US" sz="1200" smtClean="0">
                <a:latin typeface="+mn-lt"/>
                <a:ea typeface="+mn-ea"/>
                <a:cs typeface="+mn-cs"/>
              </a:rPr>
              <a:pPr/>
              <a:t>9</a:t>
            </a:fld>
            <a:endParaRPr lang="sv-SE" sz="1200" dirty="0">
              <a:latin typeface="+mn-lt"/>
              <a:ea typeface="+mn-ea"/>
              <a:cs typeface="+mn-cs"/>
            </a:endParaRPr>
          </a:p>
        </p:txBody>
      </p:sp>
      <p:sp>
        <p:nvSpPr>
          <p:cNvPr id="50" name="Text Placeholder 4">
            <a:extLst>
              <a:ext uri="{FF2B5EF4-FFF2-40B4-BE49-F238E27FC236}">
                <a16:creationId xmlns:a16="http://schemas.microsoft.com/office/drawing/2014/main" id="{334EFBE0-DF09-B54E-3D4C-D1003B506381}"/>
              </a:ext>
            </a:extLst>
          </p:cNvPr>
          <p:cNvSpPr>
            <a:spLocks noGrp="1"/>
          </p:cNvSpPr>
          <p:nvPr>
            <p:custDataLst>
              <p:tags r:id="rId29"/>
            </p:custDataLst>
          </p:nvPr>
        </p:nvSpPr>
        <p:spPr bwMode="gray">
          <a:xfrm>
            <a:off x="4224338" y="5197475"/>
            <a:ext cx="1270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C6AD643-8AF0-48C3-A0A4-D9497C4846B9}" type="datetime'''''''''7'''''">
              <a:rPr lang="sv-SE" altLang="en-US" sz="1200" smtClean="0">
                <a:latin typeface="+mn-lt"/>
                <a:ea typeface="+mn-ea"/>
                <a:cs typeface="+mn-cs"/>
              </a:rPr>
              <a:pPr/>
              <a:t>7</a:t>
            </a:fld>
            <a:endParaRPr lang="sv-SE" sz="1200" dirty="0">
              <a:latin typeface="+mn-lt"/>
              <a:ea typeface="+mn-ea"/>
              <a:cs typeface="+mn-cs"/>
            </a:endParaRPr>
          </a:p>
        </p:txBody>
      </p:sp>
      <p:sp>
        <p:nvSpPr>
          <p:cNvPr id="51" name="Text Placeholder 4">
            <a:extLst>
              <a:ext uri="{FF2B5EF4-FFF2-40B4-BE49-F238E27FC236}">
                <a16:creationId xmlns:a16="http://schemas.microsoft.com/office/drawing/2014/main" id="{C034F17D-8E2B-5EF0-7901-DC3CBB733A3F}"/>
              </a:ext>
            </a:extLst>
          </p:cNvPr>
          <p:cNvSpPr>
            <a:spLocks noGrp="1"/>
          </p:cNvSpPr>
          <p:nvPr>
            <p:custDataLst>
              <p:tags r:id="rId30"/>
            </p:custDataLst>
          </p:nvPr>
        </p:nvSpPr>
        <p:spPr bwMode="gray">
          <a:xfrm>
            <a:off x="3109913" y="5556250"/>
            <a:ext cx="1270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9E8FEDF-669C-4782-A9D7-B319A0521A99}" type="datetime'''1'''''''''''''''''''''''''''''''''''''''''">
              <a:rPr lang="sv-SE" altLang="en-US" sz="1200" smtClean="0">
                <a:latin typeface="+mn-lt"/>
                <a:ea typeface="+mn-ea"/>
                <a:cs typeface="+mn-cs"/>
              </a:rPr>
              <a:pPr/>
              <a:t>1</a:t>
            </a:fld>
            <a:endParaRPr lang="sv-SE" sz="1200" dirty="0">
              <a:latin typeface="+mn-lt"/>
              <a:ea typeface="+mn-ea"/>
              <a:cs typeface="+mn-cs"/>
            </a:endParaRPr>
          </a:p>
        </p:txBody>
      </p:sp>
      <p:sp>
        <p:nvSpPr>
          <p:cNvPr id="254" name="Rectangle 253">
            <a:extLst>
              <a:ext uri="{FF2B5EF4-FFF2-40B4-BE49-F238E27FC236}">
                <a16:creationId xmlns:a16="http://schemas.microsoft.com/office/drawing/2014/main" id="{CE703190-5B29-E839-3BC3-C0125A42F5A3}"/>
              </a:ext>
            </a:extLst>
          </p:cNvPr>
          <p:cNvSpPr/>
          <p:nvPr>
            <p:custDataLst>
              <p:tags r:id="rId31"/>
            </p:custDataLst>
          </p:nvPr>
        </p:nvSpPr>
        <p:spPr bwMode="auto">
          <a:xfrm>
            <a:off x="3375025" y="1284288"/>
            <a:ext cx="138113" cy="138113"/>
          </a:xfrm>
          <a:prstGeom prst="rect">
            <a:avLst/>
          </a:prstGeom>
          <a:solidFill>
            <a:schemeClr val="accent4"/>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55" name="Rectangle 254">
            <a:extLst>
              <a:ext uri="{FF2B5EF4-FFF2-40B4-BE49-F238E27FC236}">
                <a16:creationId xmlns:a16="http://schemas.microsoft.com/office/drawing/2014/main" id="{9F2BD25F-2286-FAD8-B888-FB4DDA8F068F}"/>
              </a:ext>
            </a:extLst>
          </p:cNvPr>
          <p:cNvSpPr/>
          <p:nvPr>
            <p:custDataLst>
              <p:tags r:id="rId32"/>
            </p:custDataLst>
          </p:nvPr>
        </p:nvSpPr>
        <p:spPr bwMode="auto">
          <a:xfrm>
            <a:off x="3375025" y="1487488"/>
            <a:ext cx="138113" cy="138113"/>
          </a:xfrm>
          <a:prstGeom prst="rect">
            <a:avLst/>
          </a:prstGeom>
          <a:solidFill>
            <a:schemeClr val="accent2"/>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56" name="Rectangle 255">
            <a:extLst>
              <a:ext uri="{FF2B5EF4-FFF2-40B4-BE49-F238E27FC236}">
                <a16:creationId xmlns:a16="http://schemas.microsoft.com/office/drawing/2014/main" id="{0ABE09DB-CD5A-731C-C7C5-A7546D560C90}"/>
              </a:ext>
            </a:extLst>
          </p:cNvPr>
          <p:cNvSpPr/>
          <p:nvPr>
            <p:custDataLst>
              <p:tags r:id="rId33"/>
            </p:custDataLst>
          </p:nvPr>
        </p:nvSpPr>
        <p:spPr bwMode="auto">
          <a:xfrm>
            <a:off x="4799013" y="1284288"/>
            <a:ext cx="138113" cy="138113"/>
          </a:xfrm>
          <a:prstGeom prst="rect">
            <a:avLst/>
          </a:prstGeom>
          <a:solidFill>
            <a:schemeClr val="accent5"/>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57" name="Rectangle 256">
            <a:extLst>
              <a:ext uri="{FF2B5EF4-FFF2-40B4-BE49-F238E27FC236}">
                <a16:creationId xmlns:a16="http://schemas.microsoft.com/office/drawing/2014/main" id="{DA063259-2DB0-114A-004A-985D012CE6DB}"/>
              </a:ext>
            </a:extLst>
          </p:cNvPr>
          <p:cNvSpPr/>
          <p:nvPr>
            <p:custDataLst>
              <p:tags r:id="rId34"/>
            </p:custDataLst>
          </p:nvPr>
        </p:nvSpPr>
        <p:spPr bwMode="auto">
          <a:xfrm>
            <a:off x="4799013" y="1487488"/>
            <a:ext cx="138113" cy="138113"/>
          </a:xfrm>
          <a:prstGeom prst="rect">
            <a:avLst/>
          </a:prstGeom>
          <a:solidFill>
            <a:schemeClr val="accent1"/>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58" name="Rectangle 257">
            <a:extLst>
              <a:ext uri="{FF2B5EF4-FFF2-40B4-BE49-F238E27FC236}">
                <a16:creationId xmlns:a16="http://schemas.microsoft.com/office/drawing/2014/main" id="{5473E90D-3058-88CB-CA22-C460A19FF185}"/>
              </a:ext>
            </a:extLst>
          </p:cNvPr>
          <p:cNvSpPr/>
          <p:nvPr>
            <p:custDataLst>
              <p:tags r:id="rId35"/>
            </p:custDataLst>
          </p:nvPr>
        </p:nvSpPr>
        <p:spPr bwMode="auto">
          <a:xfrm>
            <a:off x="6427788" y="1284288"/>
            <a:ext cx="138113" cy="138113"/>
          </a:xfrm>
          <a:prstGeom prst="rect">
            <a:avLst/>
          </a:prstGeom>
          <a:solidFill>
            <a:schemeClr val="accent4"/>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59" name="Rectangle 258">
            <a:extLst>
              <a:ext uri="{FF2B5EF4-FFF2-40B4-BE49-F238E27FC236}">
                <a16:creationId xmlns:a16="http://schemas.microsoft.com/office/drawing/2014/main" id="{8B60FFCB-A8BC-6CF8-4076-F4DDC71F0345}"/>
              </a:ext>
            </a:extLst>
          </p:cNvPr>
          <p:cNvSpPr/>
          <p:nvPr>
            <p:custDataLst>
              <p:tags r:id="rId36"/>
            </p:custDataLst>
          </p:nvPr>
        </p:nvSpPr>
        <p:spPr bwMode="auto">
          <a:xfrm>
            <a:off x="6427788" y="1487488"/>
            <a:ext cx="138113" cy="138113"/>
          </a:xfrm>
          <a:prstGeom prst="rect">
            <a:avLst/>
          </a:prstGeom>
          <a:solidFill>
            <a:schemeClr val="accent2"/>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60" name="Rectangle 259">
            <a:extLst>
              <a:ext uri="{FF2B5EF4-FFF2-40B4-BE49-F238E27FC236}">
                <a16:creationId xmlns:a16="http://schemas.microsoft.com/office/drawing/2014/main" id="{81165EBE-16BF-BF2E-1FCF-EC4173A49F2E}"/>
              </a:ext>
            </a:extLst>
          </p:cNvPr>
          <p:cNvSpPr/>
          <p:nvPr>
            <p:custDataLst>
              <p:tags r:id="rId37"/>
            </p:custDataLst>
          </p:nvPr>
        </p:nvSpPr>
        <p:spPr bwMode="auto">
          <a:xfrm>
            <a:off x="7521575" y="1284288"/>
            <a:ext cx="138113" cy="138113"/>
          </a:xfrm>
          <a:prstGeom prst="rect">
            <a:avLst/>
          </a:prstGeom>
          <a:solidFill>
            <a:schemeClr val="accent5"/>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47" name="Text Placeholder 4">
            <a:extLst>
              <a:ext uri="{FF2B5EF4-FFF2-40B4-BE49-F238E27FC236}">
                <a16:creationId xmlns:a16="http://schemas.microsoft.com/office/drawing/2014/main" id="{4C1F3293-4EFE-461D-940D-7EE66BAE31C5}"/>
              </a:ext>
            </a:extLst>
          </p:cNvPr>
          <p:cNvSpPr>
            <a:spLocks noGrp="1"/>
          </p:cNvSpPr>
          <p:nvPr>
            <p:custDataLst>
              <p:tags r:id="rId38"/>
            </p:custDataLst>
          </p:nvPr>
        </p:nvSpPr>
        <p:spPr bwMode="auto">
          <a:xfrm>
            <a:off x="3563938" y="1281113"/>
            <a:ext cx="11017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B45EB34-9060-43F4-A15B-1CF22863209D}" type="datetime'B''a''ck''''-e''''n''d'' ''e''ng''''''''i''''ne''''''e''rs'''">
              <a:rPr lang="sv-SE" altLang="en-US" sz="1000" smtClean="0">
                <a:effectLst/>
                <a:latin typeface="+mn-lt"/>
                <a:ea typeface="+mn-ea"/>
                <a:cs typeface="+mn-cs"/>
              </a:rPr>
              <a:pPr lvl="0">
                <a:spcBef>
                  <a:spcPct val="0"/>
                </a:spcBef>
                <a:spcAft>
                  <a:spcPct val="0"/>
                </a:spcAft>
              </a:pPr>
              <a:t>Back-end engineers</a:t>
            </a:fld>
            <a:endParaRPr lang="sv-SE" sz="1000" dirty="0">
              <a:latin typeface="+mn-lt"/>
              <a:ea typeface="+mn-ea"/>
              <a:cs typeface="+mn-cs"/>
            </a:endParaRPr>
          </a:p>
        </p:txBody>
      </p:sp>
      <p:sp>
        <p:nvSpPr>
          <p:cNvPr id="248" name="Text Placeholder 4">
            <a:extLst>
              <a:ext uri="{FF2B5EF4-FFF2-40B4-BE49-F238E27FC236}">
                <a16:creationId xmlns:a16="http://schemas.microsoft.com/office/drawing/2014/main" id="{4C1F3293-4EFE-461D-940D-7EE66BAE31C5}"/>
              </a:ext>
            </a:extLst>
          </p:cNvPr>
          <p:cNvSpPr>
            <a:spLocks noGrp="1"/>
          </p:cNvSpPr>
          <p:nvPr>
            <p:custDataLst>
              <p:tags r:id="rId39"/>
            </p:custDataLst>
          </p:nvPr>
        </p:nvSpPr>
        <p:spPr bwMode="auto">
          <a:xfrm>
            <a:off x="3563938" y="1484313"/>
            <a:ext cx="11334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ECE8C47-0457-4352-AE80-C0EEF71787C2}" type="datetime'''''''''F''ron''t''''-''''''''''en''d'' eng''in''e''e''''rs'">
              <a:rPr lang="sv-SE" altLang="en-US" sz="1000" smtClean="0">
                <a:effectLst/>
                <a:latin typeface="+mn-lt"/>
                <a:ea typeface="+mn-ea"/>
                <a:cs typeface="+mn-cs"/>
              </a:rPr>
              <a:pPr lvl="0">
                <a:spcBef>
                  <a:spcPct val="0"/>
                </a:spcBef>
                <a:spcAft>
                  <a:spcPct val="0"/>
                </a:spcAft>
              </a:pPr>
              <a:t>Front-end engineers</a:t>
            </a:fld>
            <a:endParaRPr lang="sv-SE" sz="1000" dirty="0">
              <a:latin typeface="+mn-lt"/>
              <a:ea typeface="+mn-ea"/>
              <a:cs typeface="+mn-cs"/>
            </a:endParaRPr>
          </a:p>
        </p:txBody>
      </p:sp>
      <p:sp>
        <p:nvSpPr>
          <p:cNvPr id="252" name="Text Placeholder 4">
            <a:extLst>
              <a:ext uri="{FF2B5EF4-FFF2-40B4-BE49-F238E27FC236}">
                <a16:creationId xmlns:a16="http://schemas.microsoft.com/office/drawing/2014/main" id="{4C1F3293-4EFE-461D-940D-7EE66BAE31C5}"/>
              </a:ext>
            </a:extLst>
          </p:cNvPr>
          <p:cNvSpPr>
            <a:spLocks noGrp="1"/>
          </p:cNvSpPr>
          <p:nvPr>
            <p:custDataLst>
              <p:tags r:id="rId40"/>
            </p:custDataLst>
          </p:nvPr>
        </p:nvSpPr>
        <p:spPr bwMode="auto">
          <a:xfrm>
            <a:off x="4987925" y="1281113"/>
            <a:ext cx="9445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68E5B1C-B0B9-4646-9FB1-E58BD955853B}" type="datetime'''Mo''''b''''il''e ''''''''''''eng''i''''n''e''e''''''r''s'''">
              <a:rPr lang="sv-SE" altLang="en-US" sz="1000" smtClean="0">
                <a:effectLst/>
                <a:latin typeface="+mn-lt"/>
                <a:ea typeface="+mn-ea"/>
                <a:cs typeface="+mn-cs"/>
              </a:rPr>
              <a:pPr lvl="0">
                <a:spcBef>
                  <a:spcPct val="0"/>
                </a:spcBef>
                <a:spcAft>
                  <a:spcPct val="0"/>
                </a:spcAft>
              </a:pPr>
              <a:t>Mobile engineers</a:t>
            </a:fld>
            <a:endParaRPr lang="sv-SE" sz="1000" dirty="0">
              <a:latin typeface="+mn-lt"/>
              <a:ea typeface="+mn-ea"/>
              <a:cs typeface="+mn-cs"/>
            </a:endParaRPr>
          </a:p>
        </p:txBody>
      </p:sp>
      <p:sp>
        <p:nvSpPr>
          <p:cNvPr id="249" name="Text Placeholder 4">
            <a:extLst>
              <a:ext uri="{FF2B5EF4-FFF2-40B4-BE49-F238E27FC236}">
                <a16:creationId xmlns:a16="http://schemas.microsoft.com/office/drawing/2014/main" id="{4C1F3293-4EFE-461D-940D-7EE66BAE31C5}"/>
              </a:ext>
            </a:extLst>
          </p:cNvPr>
          <p:cNvSpPr>
            <a:spLocks noGrp="1"/>
          </p:cNvSpPr>
          <p:nvPr>
            <p:custDataLst>
              <p:tags r:id="rId41"/>
            </p:custDataLst>
          </p:nvPr>
        </p:nvSpPr>
        <p:spPr bwMode="auto">
          <a:xfrm>
            <a:off x="4987925" y="1484313"/>
            <a:ext cx="1338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B3DA965-3713-4136-82E9-02B493534EB5}" type="datetime'Cor''''''''''e''-sys''t''em''''s en''gi''ne''e''''''''r''''s'">
              <a:rPr lang="sv-SE" altLang="en-US" sz="1000" smtClean="0">
                <a:effectLst/>
                <a:latin typeface="+mn-lt"/>
                <a:ea typeface="+mn-ea"/>
                <a:cs typeface="+mn-cs"/>
              </a:rPr>
              <a:pPr lvl="0">
                <a:spcBef>
                  <a:spcPct val="0"/>
                </a:spcBef>
                <a:spcAft>
                  <a:spcPct val="0"/>
                </a:spcAft>
              </a:pPr>
              <a:t>Core-systems engineers</a:t>
            </a:fld>
            <a:endParaRPr lang="sv-SE" sz="1000" dirty="0">
              <a:latin typeface="+mn-lt"/>
              <a:ea typeface="+mn-ea"/>
              <a:cs typeface="+mn-cs"/>
            </a:endParaRPr>
          </a:p>
        </p:txBody>
      </p:sp>
      <p:sp>
        <p:nvSpPr>
          <p:cNvPr id="251" name="Text Placeholder 4">
            <a:extLst>
              <a:ext uri="{FF2B5EF4-FFF2-40B4-BE49-F238E27FC236}">
                <a16:creationId xmlns:a16="http://schemas.microsoft.com/office/drawing/2014/main" id="{4C1F3293-4EFE-461D-940D-7EE66BAE31C5}"/>
              </a:ext>
            </a:extLst>
          </p:cNvPr>
          <p:cNvSpPr>
            <a:spLocks noGrp="1"/>
          </p:cNvSpPr>
          <p:nvPr>
            <p:custDataLst>
              <p:tags r:id="rId42"/>
            </p:custDataLst>
          </p:nvPr>
        </p:nvSpPr>
        <p:spPr bwMode="auto">
          <a:xfrm>
            <a:off x="6616700" y="1281113"/>
            <a:ext cx="7508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F3C48BB-CA67-4F5D-9499-E22A6D8D20CD}" type="datetime'Q''''''A'' ''e''n''g''''''''i''''''''''''nee''r''''s'''''''">
              <a:rPr lang="sv-SE" altLang="en-US" sz="1000" smtClean="0">
                <a:effectLst/>
                <a:latin typeface="+mn-lt"/>
                <a:ea typeface="+mn-ea"/>
                <a:cs typeface="+mn-cs"/>
              </a:rPr>
              <a:pPr lvl="0">
                <a:spcBef>
                  <a:spcPct val="0"/>
                </a:spcBef>
                <a:spcAft>
                  <a:spcPct val="0"/>
                </a:spcAft>
              </a:pPr>
              <a:t>QA engineers</a:t>
            </a:fld>
            <a:endParaRPr lang="sv-SE" sz="1000" dirty="0">
              <a:latin typeface="+mn-lt"/>
              <a:ea typeface="+mn-ea"/>
              <a:cs typeface="+mn-cs"/>
            </a:endParaRPr>
          </a:p>
        </p:txBody>
      </p:sp>
      <p:sp>
        <p:nvSpPr>
          <p:cNvPr id="250" name="Text Placeholder 4">
            <a:extLst>
              <a:ext uri="{FF2B5EF4-FFF2-40B4-BE49-F238E27FC236}">
                <a16:creationId xmlns:a16="http://schemas.microsoft.com/office/drawing/2014/main" id="{4C1F3293-4EFE-461D-940D-7EE66BAE31C5}"/>
              </a:ext>
            </a:extLst>
          </p:cNvPr>
          <p:cNvSpPr>
            <a:spLocks noGrp="1"/>
          </p:cNvSpPr>
          <p:nvPr>
            <p:custDataLst>
              <p:tags r:id="rId43"/>
            </p:custDataLst>
          </p:nvPr>
        </p:nvSpPr>
        <p:spPr bwMode="auto">
          <a:xfrm>
            <a:off x="6616700" y="1484313"/>
            <a:ext cx="8032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B0C94B0-3580-4247-8267-7CA32DC86A27}" type="datetime'''''C''ha''''''p''''t''''e''''''r'' ''''''''Le''''''a''d''''s'">
              <a:rPr lang="sv-SE" altLang="en-US" sz="1000" smtClean="0">
                <a:effectLst/>
                <a:latin typeface="+mn-lt"/>
                <a:ea typeface="+mn-ea"/>
                <a:cs typeface="+mn-cs"/>
              </a:rPr>
              <a:pPr lvl="0">
                <a:spcBef>
                  <a:spcPct val="0"/>
                </a:spcBef>
                <a:spcAft>
                  <a:spcPct val="0"/>
                </a:spcAft>
              </a:pPr>
              <a:t>Chapter Leads</a:t>
            </a:fld>
            <a:endParaRPr lang="sv-SE" sz="1000" dirty="0">
              <a:latin typeface="+mn-lt"/>
              <a:ea typeface="+mn-ea"/>
              <a:cs typeface="+mn-cs"/>
            </a:endParaRPr>
          </a:p>
        </p:txBody>
      </p:sp>
      <p:sp>
        <p:nvSpPr>
          <p:cNvPr id="246" name="Text Placeholder 4">
            <a:extLst>
              <a:ext uri="{FF2B5EF4-FFF2-40B4-BE49-F238E27FC236}">
                <a16:creationId xmlns:a16="http://schemas.microsoft.com/office/drawing/2014/main" id="{4C1F3293-4EFE-461D-940D-7EE66BAE31C5}"/>
              </a:ext>
            </a:extLst>
          </p:cNvPr>
          <p:cNvSpPr>
            <a:spLocks noGrp="1"/>
          </p:cNvSpPr>
          <p:nvPr>
            <p:custDataLst>
              <p:tags r:id="rId44"/>
            </p:custDataLst>
          </p:nvPr>
        </p:nvSpPr>
        <p:spPr bwMode="auto">
          <a:xfrm>
            <a:off x="7710488" y="1281113"/>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C45D122-718A-4DC3-B468-29E97426AA6C}" type="datetime'''''''''''S''''''q''''ua''d'''' ''''''Le''''a''''''''d''s'''''">
              <a:rPr lang="sv-SE" altLang="en-US" sz="1000" smtClean="0">
                <a:effectLst/>
                <a:latin typeface="+mn-lt"/>
                <a:ea typeface="+mn-ea"/>
                <a:cs typeface="+mn-cs"/>
              </a:rPr>
              <a:pPr lvl="0">
                <a:spcBef>
                  <a:spcPct val="0"/>
                </a:spcBef>
                <a:spcAft>
                  <a:spcPct val="0"/>
                </a:spcAft>
              </a:pPr>
              <a:t>Squad Leads</a:t>
            </a:fld>
            <a:endParaRPr lang="sv-SE" sz="1000" dirty="0">
              <a:latin typeface="+mn-lt"/>
              <a:ea typeface="+mn-ea"/>
              <a:cs typeface="+mn-cs"/>
            </a:endParaRPr>
          </a:p>
        </p:txBody>
      </p:sp>
      <p:sp>
        <p:nvSpPr>
          <p:cNvPr id="308" name="TextBox 307">
            <a:extLst>
              <a:ext uri="{FF2B5EF4-FFF2-40B4-BE49-F238E27FC236}">
                <a16:creationId xmlns:a16="http://schemas.microsoft.com/office/drawing/2014/main" id="{CE72432A-EC53-2250-D072-0B56339421DE}"/>
              </a:ext>
            </a:extLst>
          </p:cNvPr>
          <p:cNvSpPr txBox="1"/>
          <p:nvPr/>
        </p:nvSpPr>
        <p:spPr>
          <a:xfrm>
            <a:off x="3282949" y="6151242"/>
            <a:ext cx="527367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In-house engineers (FTE), by profile type</a:t>
            </a:r>
            <a:endParaRPr lang="sv-SE" sz="1200" dirty="0"/>
          </a:p>
        </p:txBody>
      </p:sp>
      <p:sp>
        <p:nvSpPr>
          <p:cNvPr id="312" name="TextBox 311">
            <a:extLst>
              <a:ext uri="{FF2B5EF4-FFF2-40B4-BE49-F238E27FC236}">
                <a16:creationId xmlns:a16="http://schemas.microsoft.com/office/drawing/2014/main" id="{BBA8F141-CD70-0B1B-5524-8A78835ED8DF}"/>
              </a:ext>
            </a:extLst>
          </p:cNvPr>
          <p:cNvSpPr txBox="1"/>
          <p:nvPr/>
        </p:nvSpPr>
        <p:spPr>
          <a:xfrm>
            <a:off x="9294866" y="2229787"/>
            <a:ext cx="2339922" cy="305468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dirty="0"/>
              <a:t>QA is structurally absent, not just thin.</a:t>
            </a:r>
            <a:r>
              <a:rPr lang="en-US" dirty="0"/>
              <a:t> Only 5 of 113 staff are QA, and 4 of the 6 business tribes have </a:t>
            </a:r>
            <a:r>
              <a:rPr lang="en-US" b="1" dirty="0"/>
              <a:t>zero</a:t>
            </a:r>
            <a:r>
              <a:rPr lang="en-US" dirty="0"/>
              <a:t> embedded testers</a:t>
            </a:r>
          </a:p>
          <a:p>
            <a:pPr lvl="1"/>
            <a:r>
              <a:rPr lang="en-US" dirty="0"/>
              <a:t>10 of 18 core engineers sit in Core Excellence rather than in the tribes, meaning </a:t>
            </a:r>
            <a:r>
              <a:rPr lang="en-US" b="1" dirty="0"/>
              <a:t>any tribe touching the CBS depends on a shared platform team</a:t>
            </a:r>
            <a:endParaRPr lang="sv-SE" b="1" dirty="0"/>
          </a:p>
        </p:txBody>
      </p:sp>
      <p:sp>
        <p:nvSpPr>
          <p:cNvPr id="314" name="TextBox 313">
            <a:extLst>
              <a:ext uri="{FF2B5EF4-FFF2-40B4-BE49-F238E27FC236}">
                <a16:creationId xmlns:a16="http://schemas.microsoft.com/office/drawing/2014/main" id="{18C87771-C23B-FE3F-680A-1594B7AF9728}"/>
              </a:ext>
            </a:extLst>
          </p:cNvPr>
          <p:cNvSpPr txBox="1">
            <a:spLocks/>
          </p:cNvSpPr>
          <p:nvPr/>
        </p:nvSpPr>
        <p:spPr>
          <a:xfrm>
            <a:off x="554736" y="1899609"/>
            <a:ext cx="7918704" cy="20890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In-house engineering FTE allocation by profile type and tribe </a:t>
            </a:r>
            <a:endParaRPr lang="sv-SE" sz="1200" dirty="0"/>
          </a:p>
        </p:txBody>
      </p:sp>
      <p:cxnSp>
        <p:nvCxnSpPr>
          <p:cNvPr id="317" name="Straight Connector 316">
            <a:extLst>
              <a:ext uri="{FF2B5EF4-FFF2-40B4-BE49-F238E27FC236}">
                <a16:creationId xmlns:a16="http://schemas.microsoft.com/office/drawing/2014/main" id="{509E6CA2-148D-2429-7914-A06538556876}"/>
              </a:ext>
            </a:extLst>
          </p:cNvPr>
          <p:cNvCxnSpPr>
            <a:cxnSpLocks/>
          </p:cNvCxnSpPr>
          <p:nvPr/>
        </p:nvCxnSpPr>
        <p:spPr>
          <a:xfrm>
            <a:off x="554736" y="2158092"/>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9" name="5. Source">
            <a:extLst>
              <a:ext uri="{FF2B5EF4-FFF2-40B4-BE49-F238E27FC236}">
                <a16:creationId xmlns:a16="http://schemas.microsoft.com/office/drawing/2014/main" id="{8618C8BA-1293-460F-C6EC-4CC1D9BAEA90}"/>
              </a:ext>
            </a:extLst>
          </p:cNvPr>
          <p:cNvSpPr txBox="1">
            <a:spLocks/>
          </p:cNvSpPr>
          <p:nvPr>
            <p:custDataLst>
              <p:tags r:id="rId45"/>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Engineering - Resource Allocation Map-2026 (current roster). Headcount, not effort. QA (amber) = 5 of 113 staff bank-wide.</a:t>
            </a:r>
          </a:p>
        </p:txBody>
      </p:sp>
    </p:spTree>
    <p:extLst>
      <p:ext uri="{BB962C8B-B14F-4D97-AF65-F5344CB8AC3E}">
        <p14:creationId xmlns:p14="http://schemas.microsoft.com/office/powerpoint/2010/main" val="161150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DDAF1-283A-4327-A110-EB080737DACF}"/>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9FC29C00-2892-375E-81C6-2536F897C5B9}"/>
              </a:ext>
            </a:extLst>
          </p:cNvPr>
          <p:cNvGraphicFramePr>
            <a:graphicFrameLocks noChangeAspect="1"/>
          </p:cNvGraphicFramePr>
          <p:nvPr>
            <p:custDataLst>
              <p:tags r:id="rId1"/>
            </p:custDataLst>
            <p:extLst>
              <p:ext uri="{D42A27DB-BD31-4B8C-83A1-F6EECF244321}">
                <p14:modId xmlns:p14="http://schemas.microsoft.com/office/powerpoint/2010/main" val="33721715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484" imgH="486" progId="TCLayout.ActiveDocument.1">
                  <p:embed/>
                </p:oleObj>
              </mc:Choice>
              <mc:Fallback>
                <p:oleObj name="think-cell Slide" r:id="rId41" imgW="484" imgH="486" progId="TCLayout.ActiveDocument.1">
                  <p:embed/>
                  <p:pic>
                    <p:nvPicPr>
                      <p:cNvPr id="5" name="Object 2" hidden="1">
                        <a:extLst>
                          <a:ext uri="{FF2B5EF4-FFF2-40B4-BE49-F238E27FC236}">
                            <a16:creationId xmlns:a16="http://schemas.microsoft.com/office/drawing/2014/main" id="{9FC29C00-2892-375E-81C6-2536F897C5B9}"/>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13" name="Title 12">
            <a:extLst>
              <a:ext uri="{FF2B5EF4-FFF2-40B4-BE49-F238E27FC236}">
                <a16:creationId xmlns:a16="http://schemas.microsoft.com/office/drawing/2014/main" id="{F2DF6601-5F79-BAAB-C054-1230734ABBB2}"/>
              </a:ext>
            </a:extLst>
          </p:cNvPr>
          <p:cNvSpPr>
            <a:spLocks noGrp="1"/>
          </p:cNvSpPr>
          <p:nvPr>
            <p:ph type="title"/>
          </p:nvPr>
        </p:nvSpPr>
        <p:spPr>
          <a:xfrm>
            <a:off x="554736" y="164708"/>
            <a:ext cx="7918704" cy="1107996"/>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Demand confirms tribes are asked to build, not run - but ~25% of every revenue tribe's requests are defect fixes</a:t>
            </a:r>
            <a:endParaRPr lang="sv-SE" dirty="0"/>
          </a:p>
        </p:txBody>
      </p:sp>
      <p:sp>
        <p:nvSpPr>
          <p:cNvPr id="23" name="TextBox 22">
            <a:extLst>
              <a:ext uri="{FF2B5EF4-FFF2-40B4-BE49-F238E27FC236}">
                <a16:creationId xmlns:a16="http://schemas.microsoft.com/office/drawing/2014/main" id="{9A49FE76-E3F1-F803-EB67-FF4F7A8AE755}"/>
              </a:ext>
            </a:extLst>
          </p:cNvPr>
          <p:cNvSpPr txBox="1">
            <a:spLocks/>
          </p:cNvSpPr>
          <p:nvPr/>
        </p:nvSpPr>
        <p:spPr>
          <a:xfrm>
            <a:off x="9294866" y="1832285"/>
            <a:ext cx="2339922" cy="276225"/>
          </a:xfrm>
          <a:prstGeom prst="rect">
            <a:avLst/>
          </a:prstGeom>
        </p:spPr>
        <p:txBody>
          <a:bodyPr vert="horz" wrap="square" lIns="0" tIns="0" rIns="0" bIns="0" rtlCol="0" anchor="b">
            <a:no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600" b="1" i="0" u="none" strike="noStrike" kern="1200" cap="none" spc="0" normalizeH="0" baseline="0" dirty="0">
                <a:ln>
                  <a:noFill/>
                </a:ln>
                <a:effectLst/>
                <a:uLnTx/>
                <a:uFillTx/>
                <a:ea typeface="+mn-ea"/>
                <a:cs typeface="+mn-cs"/>
              </a:rPr>
              <a:t>Key insights</a:t>
            </a:r>
          </a:p>
        </p:txBody>
      </p:sp>
      <p:cxnSp>
        <p:nvCxnSpPr>
          <p:cNvPr id="24" name="Straight Connector 23">
            <a:extLst>
              <a:ext uri="{FF2B5EF4-FFF2-40B4-BE49-F238E27FC236}">
                <a16:creationId xmlns:a16="http://schemas.microsoft.com/office/drawing/2014/main" id="{43A8BF41-E9B2-E24E-570B-BD07913396F5}"/>
              </a:ext>
            </a:extLst>
          </p:cNvPr>
          <p:cNvCxnSpPr>
            <a:cxnSpLocks/>
          </p:cNvCxnSpPr>
          <p:nvPr/>
        </p:nvCxnSpPr>
        <p:spPr>
          <a:xfrm>
            <a:off x="9294866" y="2158092"/>
            <a:ext cx="233992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513" name="Chart 512">
            <a:extLst>
              <a:ext uri="{FF2B5EF4-FFF2-40B4-BE49-F238E27FC236}">
                <a16:creationId xmlns:a16="http://schemas.microsoft.com/office/drawing/2014/main" id="{1BA5E10B-EBAF-993C-F4BA-957621B1663B}"/>
              </a:ext>
            </a:extLst>
          </p:cNvPr>
          <p:cNvGraphicFramePr/>
          <p:nvPr>
            <p:custDataLst>
              <p:tags r:id="rId2"/>
            </p:custDataLst>
            <p:extLst>
              <p:ext uri="{D42A27DB-BD31-4B8C-83A1-F6EECF244321}">
                <p14:modId xmlns:p14="http://schemas.microsoft.com/office/powerpoint/2010/main" val="3883229185"/>
              </p:ext>
            </p:extLst>
          </p:nvPr>
        </p:nvGraphicFramePr>
        <p:xfrm>
          <a:off x="2809875" y="1963738"/>
          <a:ext cx="5673725" cy="4090987"/>
        </p:xfrm>
        <a:graphic>
          <a:graphicData uri="http://schemas.openxmlformats.org/drawingml/2006/chart">
            <c:chart xmlns:c="http://schemas.openxmlformats.org/drawingml/2006/chart" xmlns:r="http://schemas.openxmlformats.org/officeDocument/2006/relationships" r:id="rId43"/>
          </a:graphicData>
        </a:graphic>
      </p:graphicFrame>
      <p:sp>
        <p:nvSpPr>
          <p:cNvPr id="286" name="Text Placeholder 4">
            <a:extLst>
              <a:ext uri="{FF2B5EF4-FFF2-40B4-BE49-F238E27FC236}">
                <a16:creationId xmlns:a16="http://schemas.microsoft.com/office/drawing/2014/main" id="{AB7C00C9-77CF-56A4-DA5F-B1E65DA7A59C}"/>
              </a:ext>
            </a:extLst>
          </p:cNvPr>
          <p:cNvSpPr>
            <a:spLocks noGrp="1"/>
          </p:cNvSpPr>
          <p:nvPr>
            <p:custDataLst>
              <p:tags r:id="rId3"/>
            </p:custDataLst>
          </p:nvPr>
        </p:nvSpPr>
        <p:spPr bwMode="gray">
          <a:xfrm>
            <a:off x="2851150" y="5838825"/>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EE7769D-866B-477B-B77F-D75C470FD305}" type="datetime'''0'''''''''''''''''''''''''''''">
              <a:rPr lang="sv-SE" altLang="en-US" sz="1200" smtClean="0">
                <a:latin typeface="+mn-lt"/>
                <a:ea typeface="+mn-ea"/>
                <a:cs typeface="+mn-cs"/>
              </a:rPr>
              <a:pPr/>
              <a:t>0</a:t>
            </a:fld>
            <a:endParaRPr lang="sv-SE" sz="1200" dirty="0">
              <a:latin typeface="+mn-lt"/>
              <a:ea typeface="+mn-ea"/>
              <a:cs typeface="+mn-cs"/>
            </a:endParaRPr>
          </a:p>
        </p:txBody>
      </p:sp>
      <p:sp>
        <p:nvSpPr>
          <p:cNvPr id="208" name="Text Placeholder 4">
            <a:extLst>
              <a:ext uri="{FF2B5EF4-FFF2-40B4-BE49-F238E27FC236}">
                <a16:creationId xmlns:a16="http://schemas.microsoft.com/office/drawing/2014/main" id="{4C1F3293-4EFE-461D-940D-7EE66BAE31C5}"/>
              </a:ext>
            </a:extLst>
          </p:cNvPr>
          <p:cNvSpPr>
            <a:spLocks noGrp="1"/>
          </p:cNvSpPr>
          <p:nvPr>
            <p:custDataLst>
              <p:tags r:id="rId4"/>
            </p:custDataLst>
          </p:nvPr>
        </p:nvSpPr>
        <p:spPr bwMode="gray">
          <a:xfrm>
            <a:off x="3394075"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88617AC-0628-48EE-AF90-5FF5A1352CBF}" type="datetime'1'''''''''',''0''''''''0''''''''''''''0'''''''''">
              <a:rPr lang="sv-SE" altLang="en-US" sz="1200" smtClean="0">
                <a:effectLst/>
                <a:latin typeface="+mn-lt"/>
                <a:ea typeface="+mn-ea"/>
                <a:cs typeface="+mn-cs"/>
              </a:rPr>
              <a:pPr lvl="0" algn="ctr">
                <a:spcBef>
                  <a:spcPct val="0"/>
                </a:spcBef>
                <a:spcAft>
                  <a:spcPct val="0"/>
                </a:spcAft>
              </a:pPr>
              <a:t>1,000</a:t>
            </a:fld>
            <a:endParaRPr lang="sv-SE" sz="1200" dirty="0">
              <a:latin typeface="+mn-lt"/>
              <a:ea typeface="+mn-ea"/>
              <a:cs typeface="+mn-cs"/>
            </a:endParaRPr>
          </a:p>
        </p:txBody>
      </p:sp>
      <p:sp>
        <p:nvSpPr>
          <p:cNvPr id="194" name="Text Placeholder 4">
            <a:extLst>
              <a:ext uri="{FF2B5EF4-FFF2-40B4-BE49-F238E27FC236}">
                <a16:creationId xmlns:a16="http://schemas.microsoft.com/office/drawing/2014/main" id="{4C1F3293-4EFE-461D-940D-7EE66BAE31C5}"/>
              </a:ext>
            </a:extLst>
          </p:cNvPr>
          <p:cNvSpPr>
            <a:spLocks noGrp="1"/>
          </p:cNvSpPr>
          <p:nvPr>
            <p:custDataLst>
              <p:tags r:id="rId5"/>
            </p:custDataLst>
          </p:nvPr>
        </p:nvSpPr>
        <p:spPr bwMode="gray">
          <a:xfrm>
            <a:off x="4083050"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7C6D245-279B-4519-B65B-B648DE86888C}" type="datetime'2'',''''''''''''''''''''''''0''''''''''''''''''''''0''''''0'''">
              <a:rPr lang="sv-SE" altLang="en-US" sz="1200" smtClean="0">
                <a:effectLst/>
                <a:latin typeface="+mn-lt"/>
                <a:ea typeface="+mn-ea"/>
                <a:cs typeface="+mn-cs"/>
              </a:rPr>
              <a:pPr lvl="0" algn="ctr">
                <a:spcBef>
                  <a:spcPct val="0"/>
                </a:spcBef>
                <a:spcAft>
                  <a:spcPct val="0"/>
                </a:spcAft>
              </a:pPr>
              <a:t>2,000</a:t>
            </a:fld>
            <a:endParaRPr lang="sv-SE" sz="1200" dirty="0">
              <a:latin typeface="+mn-lt"/>
              <a:ea typeface="+mn-ea"/>
              <a:cs typeface="+mn-cs"/>
            </a:endParaRPr>
          </a:p>
        </p:txBody>
      </p:sp>
      <p:sp>
        <p:nvSpPr>
          <p:cNvPr id="209" name="Text Placeholder 4">
            <a:extLst>
              <a:ext uri="{FF2B5EF4-FFF2-40B4-BE49-F238E27FC236}">
                <a16:creationId xmlns:a16="http://schemas.microsoft.com/office/drawing/2014/main" id="{4C1F3293-4EFE-461D-940D-7EE66BAE31C5}"/>
              </a:ext>
            </a:extLst>
          </p:cNvPr>
          <p:cNvSpPr>
            <a:spLocks noGrp="1"/>
          </p:cNvSpPr>
          <p:nvPr>
            <p:custDataLst>
              <p:tags r:id="rId6"/>
            </p:custDataLst>
          </p:nvPr>
        </p:nvSpPr>
        <p:spPr bwMode="gray">
          <a:xfrm>
            <a:off x="4770438"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5320182-B526-4202-B0DB-5FBD66462341}" type="datetime'''''3'''''''''''''''''''',''0''''''''0''''''''''0'''''''''">
              <a:rPr lang="sv-SE" altLang="en-US" sz="1200" smtClean="0">
                <a:effectLst/>
                <a:latin typeface="+mn-lt"/>
                <a:ea typeface="+mn-ea"/>
                <a:cs typeface="+mn-cs"/>
              </a:rPr>
              <a:pPr lvl="0" algn="ctr">
                <a:spcBef>
                  <a:spcPct val="0"/>
                </a:spcBef>
                <a:spcAft>
                  <a:spcPct val="0"/>
                </a:spcAft>
              </a:pPr>
              <a:t>3,000</a:t>
            </a:fld>
            <a:endParaRPr lang="sv-SE" sz="1200" dirty="0">
              <a:latin typeface="+mn-lt"/>
              <a:ea typeface="+mn-ea"/>
              <a:cs typeface="+mn-cs"/>
            </a:endParaRPr>
          </a:p>
        </p:txBody>
      </p:sp>
      <p:sp>
        <p:nvSpPr>
          <p:cNvPr id="196" name="Text Placeholder 4">
            <a:extLst>
              <a:ext uri="{FF2B5EF4-FFF2-40B4-BE49-F238E27FC236}">
                <a16:creationId xmlns:a16="http://schemas.microsoft.com/office/drawing/2014/main" id="{4C1F3293-4EFE-461D-940D-7EE66BAE31C5}"/>
              </a:ext>
            </a:extLst>
          </p:cNvPr>
          <p:cNvSpPr>
            <a:spLocks noGrp="1"/>
          </p:cNvSpPr>
          <p:nvPr>
            <p:custDataLst>
              <p:tags r:id="rId7"/>
            </p:custDataLst>
          </p:nvPr>
        </p:nvSpPr>
        <p:spPr bwMode="gray">
          <a:xfrm>
            <a:off x="5459413" y="5838825"/>
            <a:ext cx="374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0283A96-0172-46B9-97D8-37328B425B57}" type="datetime'''''''''''''4'''',''''''''''''''''''''00''''''0'''''''''">
              <a:rPr lang="sv-SE" altLang="en-US" sz="1200" smtClean="0">
                <a:effectLst/>
                <a:latin typeface="+mn-lt"/>
                <a:ea typeface="+mn-ea"/>
                <a:cs typeface="+mn-cs"/>
              </a:rPr>
              <a:pPr lvl="0" algn="ctr">
                <a:spcBef>
                  <a:spcPct val="0"/>
                </a:spcBef>
                <a:spcAft>
                  <a:spcPct val="0"/>
                </a:spcAft>
              </a:pPr>
              <a:t>4,000</a:t>
            </a:fld>
            <a:endParaRPr lang="sv-SE" sz="1200" dirty="0">
              <a:latin typeface="+mn-lt"/>
              <a:ea typeface="+mn-ea"/>
              <a:cs typeface="+mn-cs"/>
            </a:endParaRPr>
          </a:p>
        </p:txBody>
      </p:sp>
      <p:sp>
        <p:nvSpPr>
          <p:cNvPr id="210" name="Text Placeholder 4">
            <a:extLst>
              <a:ext uri="{FF2B5EF4-FFF2-40B4-BE49-F238E27FC236}">
                <a16:creationId xmlns:a16="http://schemas.microsoft.com/office/drawing/2014/main" id="{4C1F3293-4EFE-461D-940D-7EE66BAE31C5}"/>
              </a:ext>
            </a:extLst>
          </p:cNvPr>
          <p:cNvSpPr>
            <a:spLocks noGrp="1"/>
          </p:cNvSpPr>
          <p:nvPr>
            <p:custDataLst>
              <p:tags r:id="rId8"/>
            </p:custDataLst>
          </p:nvPr>
        </p:nvSpPr>
        <p:spPr bwMode="gray">
          <a:xfrm>
            <a:off x="6148388"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0F3C458-C4C1-4487-86D1-E5A1AF5E2A31}" type="datetime'''''5'',''''''''0''''''''''''''''''0''''''''''''''''0'''''">
              <a:rPr lang="sv-SE" altLang="en-US" sz="1200" smtClean="0">
                <a:effectLst/>
                <a:latin typeface="+mn-lt"/>
                <a:ea typeface="+mn-ea"/>
                <a:cs typeface="+mn-cs"/>
              </a:rPr>
              <a:pPr lvl="0" algn="ctr">
                <a:spcBef>
                  <a:spcPct val="0"/>
                </a:spcBef>
                <a:spcAft>
                  <a:spcPct val="0"/>
                </a:spcAft>
              </a:pPr>
              <a:t>5,000</a:t>
            </a:fld>
            <a:endParaRPr lang="sv-SE" sz="1200" dirty="0">
              <a:latin typeface="+mn-lt"/>
              <a:ea typeface="+mn-ea"/>
              <a:cs typeface="+mn-cs"/>
            </a:endParaRPr>
          </a:p>
        </p:txBody>
      </p:sp>
      <p:sp>
        <p:nvSpPr>
          <p:cNvPr id="198" name="Text Placeholder 4">
            <a:extLst>
              <a:ext uri="{FF2B5EF4-FFF2-40B4-BE49-F238E27FC236}">
                <a16:creationId xmlns:a16="http://schemas.microsoft.com/office/drawing/2014/main" id="{4C1F3293-4EFE-461D-940D-7EE66BAE31C5}"/>
              </a:ext>
            </a:extLst>
          </p:cNvPr>
          <p:cNvSpPr>
            <a:spLocks noGrp="1"/>
          </p:cNvSpPr>
          <p:nvPr>
            <p:custDataLst>
              <p:tags r:id="rId9"/>
            </p:custDataLst>
          </p:nvPr>
        </p:nvSpPr>
        <p:spPr bwMode="gray">
          <a:xfrm>
            <a:off x="6837363"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8BA7556-60B0-48EA-BC60-6B1181582F1E}" type="datetime'6'''''''''''''''',0''''''''''''''''''0''''''''''''''''''0'">
              <a:rPr lang="sv-SE" altLang="en-US" sz="1200" smtClean="0">
                <a:effectLst/>
                <a:latin typeface="+mn-lt"/>
                <a:ea typeface="+mn-ea"/>
                <a:cs typeface="+mn-cs"/>
              </a:rPr>
              <a:pPr lvl="0" algn="ctr">
                <a:spcBef>
                  <a:spcPct val="0"/>
                </a:spcBef>
                <a:spcAft>
                  <a:spcPct val="0"/>
                </a:spcAft>
              </a:pPr>
              <a:t>6,000</a:t>
            </a:fld>
            <a:endParaRPr lang="sv-SE" sz="1200" dirty="0">
              <a:latin typeface="+mn-lt"/>
              <a:ea typeface="+mn-ea"/>
              <a:cs typeface="+mn-cs"/>
            </a:endParaRPr>
          </a:p>
        </p:txBody>
      </p:sp>
      <p:sp>
        <p:nvSpPr>
          <p:cNvPr id="211" name="Text Placeholder 4">
            <a:extLst>
              <a:ext uri="{FF2B5EF4-FFF2-40B4-BE49-F238E27FC236}">
                <a16:creationId xmlns:a16="http://schemas.microsoft.com/office/drawing/2014/main" id="{4C1F3293-4EFE-461D-940D-7EE66BAE31C5}"/>
              </a:ext>
            </a:extLst>
          </p:cNvPr>
          <p:cNvSpPr>
            <a:spLocks noGrp="1"/>
          </p:cNvSpPr>
          <p:nvPr>
            <p:custDataLst>
              <p:tags r:id="rId10"/>
            </p:custDataLst>
          </p:nvPr>
        </p:nvSpPr>
        <p:spPr bwMode="gray">
          <a:xfrm>
            <a:off x="7529513" y="5838825"/>
            <a:ext cx="3651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A3F0DD92-3A25-43EA-BF6F-A1F60F1CC5C4}" type="datetime'''''''''7'''',''''''''00''0'''''''''">
              <a:rPr lang="sv-SE" altLang="en-US" sz="1200" smtClean="0">
                <a:effectLst/>
                <a:latin typeface="+mn-lt"/>
                <a:ea typeface="+mn-ea"/>
                <a:cs typeface="+mn-cs"/>
              </a:rPr>
              <a:pPr lvl="0" algn="ctr">
                <a:spcBef>
                  <a:spcPct val="0"/>
                </a:spcBef>
                <a:spcAft>
                  <a:spcPct val="0"/>
                </a:spcAft>
              </a:pPr>
              <a:t>7,000</a:t>
            </a:fld>
            <a:endParaRPr lang="sv-SE" sz="1200" dirty="0">
              <a:latin typeface="+mn-lt"/>
              <a:ea typeface="+mn-ea"/>
              <a:cs typeface="+mn-cs"/>
            </a:endParaRPr>
          </a:p>
        </p:txBody>
      </p:sp>
      <p:sp>
        <p:nvSpPr>
          <p:cNvPr id="200" name="Text Placeholder 4">
            <a:extLst>
              <a:ext uri="{FF2B5EF4-FFF2-40B4-BE49-F238E27FC236}">
                <a16:creationId xmlns:a16="http://schemas.microsoft.com/office/drawing/2014/main" id="{4C1F3293-4EFE-461D-940D-7EE66BAE31C5}"/>
              </a:ext>
            </a:extLst>
          </p:cNvPr>
          <p:cNvSpPr>
            <a:spLocks noGrp="1"/>
          </p:cNvSpPr>
          <p:nvPr>
            <p:custDataLst>
              <p:tags r:id="rId11"/>
            </p:custDataLst>
          </p:nvPr>
        </p:nvSpPr>
        <p:spPr bwMode="gray">
          <a:xfrm>
            <a:off x="8213725" y="5838825"/>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C3A1F7F-37A8-4F1B-BC12-A2BD60512496}" type="datetime'''''''8,''''''0''''''''''''''''0''''''''0'''''''''''">
              <a:rPr lang="sv-SE" altLang="en-US" sz="1200" smtClean="0">
                <a:effectLst/>
                <a:latin typeface="+mn-lt"/>
                <a:ea typeface="+mn-ea"/>
                <a:cs typeface="+mn-cs"/>
              </a:rPr>
              <a:pPr lvl="0" algn="ctr">
                <a:spcBef>
                  <a:spcPct val="0"/>
                </a:spcBef>
                <a:spcAft>
                  <a:spcPct val="0"/>
                </a:spcAft>
              </a:pPr>
              <a:t>8,000</a:t>
            </a:fld>
            <a:endParaRPr lang="sv-SE" sz="1200" dirty="0">
              <a:latin typeface="+mn-lt"/>
              <a:ea typeface="+mn-ea"/>
              <a:cs typeface="+mn-cs"/>
            </a:endParaRPr>
          </a:p>
        </p:txBody>
      </p:sp>
      <p:cxnSp>
        <p:nvCxnSpPr>
          <p:cNvPr id="218" name="Straight Connector 217">
            <a:extLst>
              <a:ext uri="{FF2B5EF4-FFF2-40B4-BE49-F238E27FC236}">
                <a16:creationId xmlns:a16="http://schemas.microsoft.com/office/drawing/2014/main" id="{E947ACB9-800C-49D9-F11F-89B5DF0C9661}"/>
              </a:ext>
            </a:extLst>
          </p:cNvPr>
          <p:cNvCxnSpPr>
            <a:cxnSpLocks/>
          </p:cNvCxnSpPr>
          <p:nvPr>
            <p:custDataLst>
              <p:tags r:id="rId12"/>
            </p:custDataLst>
          </p:nvPr>
        </p:nvCxnSpPr>
        <p:spPr bwMode="gray">
          <a:xfrm flipH="1">
            <a:off x="2895600" y="4676775"/>
            <a:ext cx="28575" cy="0"/>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4" name="Straight Connector 343">
            <a:extLst>
              <a:ext uri="{FF2B5EF4-FFF2-40B4-BE49-F238E27FC236}">
                <a16:creationId xmlns:a16="http://schemas.microsoft.com/office/drawing/2014/main" id="{68F29E26-99E3-EB15-59DB-F1C4532E80BE}"/>
              </a:ext>
            </a:extLst>
          </p:cNvPr>
          <p:cNvCxnSpPr/>
          <p:nvPr>
            <p:custDataLst>
              <p:tags r:id="rId13"/>
            </p:custDataLst>
          </p:nvPr>
        </p:nvCxnSpPr>
        <p:spPr bwMode="gray">
          <a:xfrm flipH="1">
            <a:off x="5430838" y="5121275"/>
            <a:ext cx="101600" cy="0"/>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22" name="Text Placeholder 4">
            <a:extLst>
              <a:ext uri="{FF2B5EF4-FFF2-40B4-BE49-F238E27FC236}">
                <a16:creationId xmlns:a16="http://schemas.microsoft.com/office/drawing/2014/main" id="{4C1F3293-4EFE-461D-940D-7EE66BAE31C5}"/>
              </a:ext>
            </a:extLst>
          </p:cNvPr>
          <p:cNvSpPr>
            <a:spLocks noGrp="1"/>
          </p:cNvSpPr>
          <p:nvPr>
            <p:custDataLst>
              <p:tags r:id="rId14"/>
            </p:custDataLst>
          </p:nvPr>
        </p:nvSpPr>
        <p:spPr bwMode="gray">
          <a:xfrm>
            <a:off x="7707313" y="2362200"/>
            <a:ext cx="20955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FF3553D-188E-4868-987E-228BD4D7C511}" type="datetime'''''''''66'''''''''''''''''''''''''">
              <a:rPr lang="sv-SE" altLang="en-US" sz="1200" smtClean="0">
                <a:effectLst/>
                <a:latin typeface="+mn-lt"/>
                <a:ea typeface="+mn-ea"/>
                <a:cs typeface="+mn-cs"/>
              </a:rPr>
              <a:pPr lvl="0" algn="ctr">
                <a:spcBef>
                  <a:spcPct val="0"/>
                </a:spcBef>
                <a:spcAft>
                  <a:spcPct val="0"/>
                </a:spcAft>
              </a:pPr>
              <a:t>66</a:t>
            </a:fld>
            <a:endParaRPr lang="sv-SE" sz="1200" dirty="0">
              <a:latin typeface="+mn-lt"/>
              <a:ea typeface="+mn-ea"/>
              <a:cs typeface="+mn-cs"/>
            </a:endParaRPr>
          </a:p>
        </p:txBody>
      </p:sp>
      <p:sp>
        <p:nvSpPr>
          <p:cNvPr id="8" name="Text Placeholder 4">
            <a:extLst>
              <a:ext uri="{FF2B5EF4-FFF2-40B4-BE49-F238E27FC236}">
                <a16:creationId xmlns:a16="http://schemas.microsoft.com/office/drawing/2014/main" id="{58D47925-2DF9-C13D-0065-9D90466A9D01}"/>
              </a:ext>
            </a:extLst>
          </p:cNvPr>
          <p:cNvSpPr>
            <a:spLocks noGrp="1"/>
          </p:cNvSpPr>
          <p:nvPr>
            <p:custDataLst>
              <p:tags r:id="rId15"/>
            </p:custDataLst>
          </p:nvPr>
        </p:nvSpPr>
        <p:spPr bwMode="auto">
          <a:xfrm>
            <a:off x="608013" y="2362200"/>
            <a:ext cx="21828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F4994DA-C5AC-412E-9C2A-589452EE837C}" type="datetime'Pa''''''ymen''t''s, Cash M''''''''''g''mt ''&amp; Fi''n''tec''h'''">
              <a:rPr lang="en-US" altLang="en-US" sz="1200" smtClean="0">
                <a:latin typeface="+mn-lt"/>
                <a:ea typeface="+mn-ea"/>
                <a:cs typeface="+mn-cs"/>
              </a:rPr>
              <a:pPr/>
              <a:t>Payments, Cash Mgmt &amp; Fintech</a:t>
            </a:fld>
            <a:endParaRPr lang="sv-SE" sz="1200" dirty="0">
              <a:latin typeface="+mn-lt"/>
              <a:ea typeface="+mn-ea"/>
              <a:cs typeface="+mn-cs"/>
            </a:endParaRPr>
          </a:p>
        </p:txBody>
      </p:sp>
      <p:sp>
        <p:nvSpPr>
          <p:cNvPr id="318" name="Text Placeholder 4">
            <a:extLst>
              <a:ext uri="{FF2B5EF4-FFF2-40B4-BE49-F238E27FC236}">
                <a16:creationId xmlns:a16="http://schemas.microsoft.com/office/drawing/2014/main" id="{4C1F3293-4EFE-461D-940D-7EE66BAE31C5}"/>
              </a:ext>
            </a:extLst>
          </p:cNvPr>
          <p:cNvSpPr>
            <a:spLocks noGrp="1"/>
          </p:cNvSpPr>
          <p:nvPr>
            <p:custDataLst>
              <p:tags r:id="rId16"/>
            </p:custDataLst>
          </p:nvPr>
        </p:nvSpPr>
        <p:spPr bwMode="gray">
          <a:xfrm>
            <a:off x="5464175" y="2806700"/>
            <a:ext cx="29210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343C80E-71D8-4793-89B9-9AF2FDA64AE2}" type="datetime'''''''''1''''''''''''''''''''''''''''''''9''8'''''''''''">
              <a:rPr lang="sv-SE" altLang="en-US" sz="1200" smtClean="0">
                <a:effectLst/>
                <a:latin typeface="+mn-lt"/>
                <a:ea typeface="+mn-ea"/>
                <a:cs typeface="+mn-cs"/>
              </a:rPr>
              <a:pPr lvl="0" algn="ctr">
                <a:spcBef>
                  <a:spcPct val="0"/>
                </a:spcBef>
                <a:spcAft>
                  <a:spcPct val="0"/>
                </a:spcAft>
              </a:pPr>
              <a:t>198</a:t>
            </a:fld>
            <a:endParaRPr lang="sv-SE" sz="1200" dirty="0">
              <a:latin typeface="+mn-lt"/>
              <a:ea typeface="+mn-ea"/>
              <a:cs typeface="+mn-cs"/>
            </a:endParaRPr>
          </a:p>
        </p:txBody>
      </p:sp>
      <p:sp>
        <p:nvSpPr>
          <p:cNvPr id="11" name="Text Placeholder 4">
            <a:extLst>
              <a:ext uri="{FF2B5EF4-FFF2-40B4-BE49-F238E27FC236}">
                <a16:creationId xmlns:a16="http://schemas.microsoft.com/office/drawing/2014/main" id="{A66C9B44-683F-E03B-1234-2633C7AD659A}"/>
              </a:ext>
            </a:extLst>
          </p:cNvPr>
          <p:cNvSpPr>
            <a:spLocks noGrp="1"/>
          </p:cNvSpPr>
          <p:nvPr>
            <p:custDataLst>
              <p:tags r:id="rId17"/>
            </p:custDataLst>
          </p:nvPr>
        </p:nvSpPr>
        <p:spPr bwMode="auto">
          <a:xfrm>
            <a:off x="608013" y="2806700"/>
            <a:ext cx="18589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B7F6BE-9B36-427E-AA7C-CB1C7A0DABE4}" type="datetime'''Co''rpor''''ate'' Lending ''''&amp;'' ''''''''''''Tr''ade '''''">
              <a:rPr lang="sv-SE" altLang="en-US" sz="1200" smtClean="0">
                <a:latin typeface="+mn-lt"/>
                <a:ea typeface="+mn-ea"/>
                <a:cs typeface="+mn-cs"/>
              </a:rPr>
              <a:pPr/>
              <a:t>Corporate Lending &amp; Trade </a:t>
            </a:fld>
            <a:endParaRPr lang="sv-SE" sz="1200" dirty="0">
              <a:latin typeface="+mn-lt"/>
              <a:ea typeface="+mn-ea"/>
              <a:cs typeface="+mn-cs"/>
            </a:endParaRPr>
          </a:p>
        </p:txBody>
      </p:sp>
      <p:sp>
        <p:nvSpPr>
          <p:cNvPr id="313" name="Text Placeholder 4">
            <a:extLst>
              <a:ext uri="{FF2B5EF4-FFF2-40B4-BE49-F238E27FC236}">
                <a16:creationId xmlns:a16="http://schemas.microsoft.com/office/drawing/2014/main" id="{4C1F3293-4EFE-461D-940D-7EE66BAE31C5}"/>
              </a:ext>
            </a:extLst>
          </p:cNvPr>
          <p:cNvSpPr>
            <a:spLocks noGrp="1"/>
          </p:cNvSpPr>
          <p:nvPr>
            <p:custDataLst>
              <p:tags r:id="rId18"/>
            </p:custDataLst>
          </p:nvPr>
        </p:nvSpPr>
        <p:spPr bwMode="gray">
          <a:xfrm>
            <a:off x="4938713" y="3251200"/>
            <a:ext cx="29210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D788311-F941-4E01-9B61-A6E0B60C9990}" type="datetime'''''1''6''''''''''''''''''''''''''''''''''''''5'''''''''">
              <a:rPr lang="sv-SE" altLang="en-US" sz="1200" smtClean="0">
                <a:effectLst/>
                <a:latin typeface="+mn-lt"/>
                <a:ea typeface="+mn-ea"/>
                <a:cs typeface="+mn-cs"/>
              </a:rPr>
              <a:pPr lvl="0" algn="ctr">
                <a:spcBef>
                  <a:spcPct val="0"/>
                </a:spcBef>
                <a:spcAft>
                  <a:spcPct val="0"/>
                </a:spcAft>
              </a:pPr>
              <a:t>165</a:t>
            </a:fld>
            <a:endParaRPr lang="sv-SE" sz="1200" dirty="0">
              <a:latin typeface="+mn-lt"/>
              <a:ea typeface="+mn-ea"/>
              <a:cs typeface="+mn-cs"/>
            </a:endParaRPr>
          </a:p>
        </p:txBody>
      </p:sp>
      <p:sp>
        <p:nvSpPr>
          <p:cNvPr id="12" name="Text Placeholder 4">
            <a:extLst>
              <a:ext uri="{FF2B5EF4-FFF2-40B4-BE49-F238E27FC236}">
                <a16:creationId xmlns:a16="http://schemas.microsoft.com/office/drawing/2014/main" id="{BCFDE896-C6A9-DF36-837F-2F608E4B22CD}"/>
              </a:ext>
            </a:extLst>
          </p:cNvPr>
          <p:cNvSpPr>
            <a:spLocks noGrp="1"/>
          </p:cNvSpPr>
          <p:nvPr>
            <p:custDataLst>
              <p:tags r:id="rId19"/>
            </p:custDataLst>
          </p:nvPr>
        </p:nvSpPr>
        <p:spPr bwMode="auto">
          <a:xfrm>
            <a:off x="608013" y="3251200"/>
            <a:ext cx="13843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0C0F937-79AC-4973-A887-88AFE74CECF6}" type="datetime'S''''ME D''''''i''g''i''ta''''''l ''L''e''''nd''in''g'''''' '">
              <a:rPr lang="sv-SE" altLang="en-US" sz="1200" smtClean="0">
                <a:latin typeface="+mn-lt"/>
                <a:ea typeface="+mn-ea"/>
                <a:cs typeface="+mn-cs"/>
              </a:rPr>
              <a:pPr/>
              <a:t>SME Digital Lending </a:t>
            </a:fld>
            <a:endParaRPr lang="sv-SE" sz="1200" dirty="0">
              <a:latin typeface="+mn-lt"/>
              <a:ea typeface="+mn-ea"/>
              <a:cs typeface="+mn-cs"/>
            </a:endParaRPr>
          </a:p>
        </p:txBody>
      </p:sp>
      <p:sp>
        <p:nvSpPr>
          <p:cNvPr id="52" name="Text Placeholder 4">
            <a:extLst>
              <a:ext uri="{FF2B5EF4-FFF2-40B4-BE49-F238E27FC236}">
                <a16:creationId xmlns:a16="http://schemas.microsoft.com/office/drawing/2014/main" id="{4C1F3293-4EFE-461D-940D-7EE66BAE31C5}"/>
              </a:ext>
            </a:extLst>
          </p:cNvPr>
          <p:cNvSpPr>
            <a:spLocks noGrp="1"/>
          </p:cNvSpPr>
          <p:nvPr>
            <p:custDataLst>
              <p:tags r:id="rId20"/>
            </p:custDataLst>
          </p:nvPr>
        </p:nvSpPr>
        <p:spPr bwMode="gray">
          <a:xfrm>
            <a:off x="4827588" y="3695700"/>
            <a:ext cx="12700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F32F5F6-502D-4CAA-9A48-F624EC484A2F}" type="datetime'''''''''''''''''''''''''''''''''''''''''''''1'''''''''''">
              <a:rPr lang="sv-SE" altLang="en-US" sz="1200" smtClean="0">
                <a:effectLst/>
                <a:latin typeface="+mn-lt"/>
                <a:ea typeface="+mn-ea"/>
                <a:cs typeface="+mn-cs"/>
              </a:rPr>
              <a:pPr lvl="0" algn="ctr">
                <a:spcBef>
                  <a:spcPct val="0"/>
                </a:spcBef>
                <a:spcAft>
                  <a:spcPct val="0"/>
                </a:spcAft>
              </a:pPr>
              <a:t>1</a:t>
            </a:fld>
            <a:endParaRPr lang="sv-SE" sz="1200" dirty="0">
              <a:latin typeface="+mn-lt"/>
              <a:ea typeface="+mn-ea"/>
              <a:cs typeface="+mn-cs"/>
            </a:endParaRPr>
          </a:p>
        </p:txBody>
      </p:sp>
      <p:sp>
        <p:nvSpPr>
          <p:cNvPr id="31" name="Text Placeholder 4">
            <a:extLst>
              <a:ext uri="{FF2B5EF4-FFF2-40B4-BE49-F238E27FC236}">
                <a16:creationId xmlns:a16="http://schemas.microsoft.com/office/drawing/2014/main" id="{27D74121-6407-643C-579B-DC5A6EFEE38D}"/>
              </a:ext>
            </a:extLst>
          </p:cNvPr>
          <p:cNvSpPr>
            <a:spLocks noGrp="1"/>
          </p:cNvSpPr>
          <p:nvPr>
            <p:custDataLst>
              <p:tags r:id="rId21"/>
            </p:custDataLst>
          </p:nvPr>
        </p:nvSpPr>
        <p:spPr bwMode="auto">
          <a:xfrm>
            <a:off x="608013" y="3695700"/>
            <a:ext cx="12207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916B9A2-B0A1-4238-92EE-68B75D25CA8D}" type="datetime'''C''''R''M'''' &amp;'''' ''''''''Col''''l''e''''''''ct''''i''ons'">
              <a:rPr lang="sv-SE" altLang="en-US" sz="1200" smtClean="0">
                <a:latin typeface="+mn-lt"/>
                <a:ea typeface="+mn-ea"/>
                <a:cs typeface="+mn-cs"/>
              </a:rPr>
              <a:pPr/>
              <a:t>CRM &amp; Collections</a:t>
            </a:fld>
            <a:endParaRPr lang="sv-SE" sz="1200" dirty="0">
              <a:latin typeface="+mn-lt"/>
              <a:ea typeface="+mn-ea"/>
              <a:cs typeface="+mn-cs"/>
            </a:endParaRPr>
          </a:p>
        </p:txBody>
      </p:sp>
      <p:sp>
        <p:nvSpPr>
          <p:cNvPr id="302" name="Text Placeholder 4">
            <a:extLst>
              <a:ext uri="{FF2B5EF4-FFF2-40B4-BE49-F238E27FC236}">
                <a16:creationId xmlns:a16="http://schemas.microsoft.com/office/drawing/2014/main" id="{4C1F3293-4EFE-461D-940D-7EE66BAE31C5}"/>
              </a:ext>
            </a:extLst>
          </p:cNvPr>
          <p:cNvSpPr>
            <a:spLocks noGrp="1"/>
          </p:cNvSpPr>
          <p:nvPr>
            <p:custDataLst>
              <p:tags r:id="rId22"/>
            </p:custDataLst>
          </p:nvPr>
        </p:nvSpPr>
        <p:spPr bwMode="gray">
          <a:xfrm>
            <a:off x="4054475" y="4062413"/>
            <a:ext cx="20955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6238F8A-337B-47A0-B1F5-F32CB3C22DC9}" type="datetime'''''''3''''''''''''''''''''0'''''''''">
              <a:rPr lang="sv-SE" altLang="en-US" sz="1200" smtClean="0">
                <a:effectLst/>
                <a:latin typeface="+mn-lt"/>
                <a:ea typeface="+mn-ea"/>
                <a:cs typeface="+mn-cs"/>
              </a:rPr>
              <a:pPr lvl="0" algn="ctr">
                <a:spcBef>
                  <a:spcPct val="0"/>
                </a:spcBef>
                <a:spcAft>
                  <a:spcPct val="0"/>
                </a:spcAft>
              </a:pPr>
              <a:t>30</a:t>
            </a:fld>
            <a:endParaRPr lang="sv-SE" sz="1200" dirty="0">
              <a:latin typeface="+mn-lt"/>
              <a:ea typeface="+mn-ea"/>
              <a:cs typeface="+mn-cs"/>
            </a:endParaRPr>
          </a:p>
        </p:txBody>
      </p:sp>
      <p:sp>
        <p:nvSpPr>
          <p:cNvPr id="299" name="Text Placeholder 4">
            <a:extLst>
              <a:ext uri="{FF2B5EF4-FFF2-40B4-BE49-F238E27FC236}">
                <a16:creationId xmlns:a16="http://schemas.microsoft.com/office/drawing/2014/main" id="{4C1F3293-4EFE-461D-940D-7EE66BAE31C5}"/>
              </a:ext>
            </a:extLst>
          </p:cNvPr>
          <p:cNvSpPr>
            <a:spLocks noGrp="1"/>
          </p:cNvSpPr>
          <p:nvPr>
            <p:custDataLst>
              <p:tags r:id="rId23"/>
            </p:custDataLst>
          </p:nvPr>
        </p:nvSpPr>
        <p:spPr bwMode="gray">
          <a:xfrm>
            <a:off x="3906838" y="4221163"/>
            <a:ext cx="292100" cy="182563"/>
          </a:xfrm>
          <a:prstGeom prst="rect">
            <a:avLst/>
          </a:prstGeom>
          <a:solidFill>
            <a:schemeClr val="accent4"/>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A29F176-7CA2-4E81-8655-057A758FD125}" type="datetime'''''''''''2''''''''''8''''''''''0'''''''''">
              <a:rPr lang="sv-SE" altLang="en-US" sz="1200" smtClean="0">
                <a:solidFill>
                  <a:schemeClr val="bg1"/>
                </a:solidFill>
                <a:effectLst/>
                <a:latin typeface="+mn-lt"/>
                <a:ea typeface="+mn-ea"/>
                <a:cs typeface="+mn-cs"/>
              </a:rPr>
              <a:pPr lvl="0" algn="ctr">
                <a:spcBef>
                  <a:spcPct val="0"/>
                </a:spcBef>
                <a:spcAft>
                  <a:spcPct val="0"/>
                </a:spcAft>
              </a:pPr>
              <a:t>280</a:t>
            </a:fld>
            <a:endParaRPr lang="sv-SE" sz="1200" dirty="0">
              <a:solidFill>
                <a:schemeClr val="bg1"/>
              </a:solidFill>
              <a:latin typeface="+mn-lt"/>
              <a:ea typeface="+mn-ea"/>
              <a:cs typeface="+mn-cs"/>
            </a:endParaRPr>
          </a:p>
        </p:txBody>
      </p:sp>
      <p:sp>
        <p:nvSpPr>
          <p:cNvPr id="32" name="Text Placeholder 4">
            <a:extLst>
              <a:ext uri="{FF2B5EF4-FFF2-40B4-BE49-F238E27FC236}">
                <a16:creationId xmlns:a16="http://schemas.microsoft.com/office/drawing/2014/main" id="{ABE49C13-60D1-4AB5-6428-ACFF65B817B8}"/>
              </a:ext>
            </a:extLst>
          </p:cNvPr>
          <p:cNvSpPr>
            <a:spLocks noGrp="1"/>
          </p:cNvSpPr>
          <p:nvPr>
            <p:custDataLst>
              <p:tags r:id="rId24"/>
            </p:custDataLst>
          </p:nvPr>
        </p:nvSpPr>
        <p:spPr bwMode="auto">
          <a:xfrm>
            <a:off x="608013" y="4141788"/>
            <a:ext cx="1501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410C562-878C-4109-BCFA-7F5D1D68FFB6}" type="datetime'Pri''''v''ate ''''''&amp;'''' Retail'' ''''''D''i''''''gi''tal'">
              <a:rPr lang="sv-SE" altLang="en-US" sz="1200" smtClean="0">
                <a:latin typeface="+mn-lt"/>
                <a:ea typeface="+mn-ea"/>
                <a:cs typeface="+mn-cs"/>
              </a:rPr>
              <a:pPr/>
              <a:t>Private &amp; Retail Digital</a:t>
            </a:fld>
            <a:endParaRPr lang="sv-SE" sz="1200" dirty="0">
              <a:latin typeface="+mn-lt"/>
              <a:ea typeface="+mn-ea"/>
              <a:cs typeface="+mn-cs"/>
            </a:endParaRPr>
          </a:p>
        </p:txBody>
      </p:sp>
      <p:sp>
        <p:nvSpPr>
          <p:cNvPr id="33" name="Text Placeholder 4">
            <a:extLst>
              <a:ext uri="{FF2B5EF4-FFF2-40B4-BE49-F238E27FC236}">
                <a16:creationId xmlns:a16="http://schemas.microsoft.com/office/drawing/2014/main" id="{B5EAFED1-00A1-DC8B-ED7B-4AE3847336D9}"/>
              </a:ext>
            </a:extLst>
          </p:cNvPr>
          <p:cNvSpPr>
            <a:spLocks noGrp="1"/>
          </p:cNvSpPr>
          <p:nvPr>
            <p:custDataLst>
              <p:tags r:id="rId25"/>
            </p:custDataLst>
          </p:nvPr>
        </p:nvSpPr>
        <p:spPr bwMode="auto">
          <a:xfrm>
            <a:off x="608013" y="4586288"/>
            <a:ext cx="14160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62768F-40DC-4CBD-9D1A-601CE208A44F}" type="datetime'''Bu''''''s''''''''i''ness I''n''''''no''v''''''a''t''ion''s'">
              <a:rPr lang="sv-SE" altLang="en-US" sz="1200" smtClean="0">
                <a:latin typeface="+mn-lt"/>
                <a:ea typeface="+mn-ea"/>
                <a:cs typeface="+mn-cs"/>
              </a:rPr>
              <a:pPr/>
              <a:t>Business Innovations</a:t>
            </a:fld>
            <a:endParaRPr lang="sv-SE" sz="1200" dirty="0">
              <a:latin typeface="+mn-lt"/>
              <a:ea typeface="+mn-ea"/>
              <a:cs typeface="+mn-cs"/>
            </a:endParaRPr>
          </a:p>
        </p:txBody>
      </p:sp>
      <p:sp>
        <p:nvSpPr>
          <p:cNvPr id="343" name="Text Placeholder 4">
            <a:extLst>
              <a:ext uri="{FF2B5EF4-FFF2-40B4-BE49-F238E27FC236}">
                <a16:creationId xmlns:a16="http://schemas.microsoft.com/office/drawing/2014/main" id="{4C1F3293-4EFE-461D-940D-7EE66BAE31C5}"/>
              </a:ext>
            </a:extLst>
          </p:cNvPr>
          <p:cNvSpPr>
            <a:spLocks noGrp="1"/>
          </p:cNvSpPr>
          <p:nvPr>
            <p:custDataLst>
              <p:tags r:id="rId26"/>
            </p:custDataLst>
          </p:nvPr>
        </p:nvSpPr>
        <p:spPr bwMode="gray">
          <a:xfrm>
            <a:off x="4892675" y="5030788"/>
            <a:ext cx="292100" cy="182563"/>
          </a:xfrm>
          <a:prstGeom prst="rect">
            <a:avLst/>
          </a:prstGeom>
          <a:solidFill>
            <a:schemeClr val="accent4"/>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8FD4C37-0D93-4C84-85C7-9F3D2EA11106}" type="datetime'''''''1''''3''''''''''''5'''''''''''''''''''''''''''">
              <a:rPr lang="sv-SE" altLang="en-US" sz="1200" smtClean="0">
                <a:solidFill>
                  <a:schemeClr val="bg1"/>
                </a:solidFill>
                <a:effectLst/>
                <a:latin typeface="+mn-lt"/>
                <a:ea typeface="+mn-ea"/>
                <a:cs typeface="+mn-cs"/>
              </a:rPr>
              <a:pPr lvl="0" algn="ctr">
                <a:spcBef>
                  <a:spcPct val="0"/>
                </a:spcBef>
                <a:spcAft>
                  <a:spcPct val="0"/>
                </a:spcAft>
              </a:pPr>
              <a:t>135</a:t>
            </a:fld>
            <a:endParaRPr lang="sv-SE" sz="1200" dirty="0">
              <a:solidFill>
                <a:schemeClr val="bg1"/>
              </a:solidFill>
              <a:latin typeface="+mn-lt"/>
              <a:ea typeface="+mn-ea"/>
              <a:cs typeface="+mn-cs"/>
            </a:endParaRPr>
          </a:p>
        </p:txBody>
      </p:sp>
      <p:sp>
        <p:nvSpPr>
          <p:cNvPr id="34" name="Text Placeholder 4">
            <a:extLst>
              <a:ext uri="{FF2B5EF4-FFF2-40B4-BE49-F238E27FC236}">
                <a16:creationId xmlns:a16="http://schemas.microsoft.com/office/drawing/2014/main" id="{2B389A41-7301-CE99-E53A-CA0F8BC57D78}"/>
              </a:ext>
            </a:extLst>
          </p:cNvPr>
          <p:cNvSpPr>
            <a:spLocks noGrp="1"/>
          </p:cNvSpPr>
          <p:nvPr>
            <p:custDataLst>
              <p:tags r:id="rId27"/>
            </p:custDataLst>
          </p:nvPr>
        </p:nvSpPr>
        <p:spPr bwMode="auto">
          <a:xfrm>
            <a:off x="608013" y="5030788"/>
            <a:ext cx="12128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B7E7DE6-7C91-4C40-AE65-AAC82978C661}" type="datetime'''Eng''''i''''n''''ee''''ri''''ng'''' /'' C''''''''oE'''''''''">
              <a:rPr lang="sv-SE" altLang="en-US" sz="1200" smtClean="0">
                <a:latin typeface="+mn-lt"/>
                <a:ea typeface="+mn-ea"/>
                <a:cs typeface="+mn-cs"/>
              </a:rPr>
              <a:pPr/>
              <a:t>Engineering / CoE</a:t>
            </a:fld>
            <a:endParaRPr lang="sv-SE" sz="1200" dirty="0">
              <a:latin typeface="+mn-lt"/>
              <a:ea typeface="+mn-ea"/>
              <a:cs typeface="+mn-cs"/>
            </a:endParaRPr>
          </a:p>
        </p:txBody>
      </p:sp>
      <p:sp>
        <p:nvSpPr>
          <p:cNvPr id="338" name="Text Placeholder 4">
            <a:extLst>
              <a:ext uri="{FF2B5EF4-FFF2-40B4-BE49-F238E27FC236}">
                <a16:creationId xmlns:a16="http://schemas.microsoft.com/office/drawing/2014/main" id="{4C1F3293-4EFE-461D-940D-7EE66BAE31C5}"/>
              </a:ext>
            </a:extLst>
          </p:cNvPr>
          <p:cNvSpPr>
            <a:spLocks noGrp="1"/>
          </p:cNvSpPr>
          <p:nvPr>
            <p:custDataLst>
              <p:tags r:id="rId28"/>
            </p:custDataLst>
          </p:nvPr>
        </p:nvSpPr>
        <p:spPr bwMode="gray">
          <a:xfrm>
            <a:off x="3705225" y="5395913"/>
            <a:ext cx="209550" cy="182563"/>
          </a:xfrm>
          <a:prstGeom prst="rect">
            <a:avLst/>
          </a:prstGeom>
          <a:solidFill>
            <a:schemeClr val="accent5"/>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4A84FE5-1CD4-4AC9-9E95-7B4DA0FE9AF0}" type="datetime'''1''''''''''''''''''''''''7'''''''''''''''''''''''">
              <a:rPr lang="sv-SE" altLang="en-US" sz="1200" smtClean="0">
                <a:effectLst/>
                <a:latin typeface="+mn-lt"/>
                <a:ea typeface="+mn-ea"/>
                <a:cs typeface="+mn-cs"/>
              </a:rPr>
              <a:pPr lvl="0" algn="ctr">
                <a:spcBef>
                  <a:spcPct val="0"/>
                </a:spcBef>
                <a:spcAft>
                  <a:spcPct val="0"/>
                </a:spcAft>
              </a:pPr>
              <a:t>17</a:t>
            </a:fld>
            <a:endParaRPr lang="sv-SE" sz="1200" dirty="0">
              <a:latin typeface="+mn-lt"/>
              <a:ea typeface="+mn-ea"/>
              <a:cs typeface="+mn-cs"/>
            </a:endParaRPr>
          </a:p>
        </p:txBody>
      </p:sp>
      <p:sp>
        <p:nvSpPr>
          <p:cNvPr id="35" name="Text Placeholder 4">
            <a:extLst>
              <a:ext uri="{FF2B5EF4-FFF2-40B4-BE49-F238E27FC236}">
                <a16:creationId xmlns:a16="http://schemas.microsoft.com/office/drawing/2014/main" id="{0B95B8EF-4150-0E53-F1A7-F1AECAB23F55}"/>
              </a:ext>
            </a:extLst>
          </p:cNvPr>
          <p:cNvSpPr>
            <a:spLocks noGrp="1"/>
          </p:cNvSpPr>
          <p:nvPr>
            <p:custDataLst>
              <p:tags r:id="rId29"/>
            </p:custDataLst>
          </p:nvPr>
        </p:nvSpPr>
        <p:spPr bwMode="auto">
          <a:xfrm>
            <a:off x="608013" y="5475288"/>
            <a:ext cx="12668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0994E32-CD2B-42A2-88E7-B9D040AC587B}" type="datetime'U''n''''ma''t''''c''he''d ''bo''''''a''r''''''d''''''''''s'">
              <a:rPr lang="sv-SE" altLang="en-US" sz="1200" smtClean="0">
                <a:latin typeface="+mn-lt"/>
                <a:ea typeface="+mn-ea"/>
                <a:cs typeface="+mn-cs"/>
              </a:rPr>
              <a:pPr/>
              <a:t>Unmatched boards</a:t>
            </a:fld>
            <a:endParaRPr lang="sv-SE" sz="1200" dirty="0">
              <a:latin typeface="+mn-lt"/>
              <a:ea typeface="+mn-ea"/>
              <a:cs typeface="+mn-cs"/>
            </a:endParaRPr>
          </a:p>
        </p:txBody>
      </p:sp>
      <p:sp>
        <p:nvSpPr>
          <p:cNvPr id="308" name="TextBox 307">
            <a:extLst>
              <a:ext uri="{FF2B5EF4-FFF2-40B4-BE49-F238E27FC236}">
                <a16:creationId xmlns:a16="http://schemas.microsoft.com/office/drawing/2014/main" id="{0B9159D9-8194-BE39-A696-2908673315B6}"/>
              </a:ext>
            </a:extLst>
          </p:cNvPr>
          <p:cNvSpPr txBox="1"/>
          <p:nvPr/>
        </p:nvSpPr>
        <p:spPr>
          <a:xfrm>
            <a:off x="3282949" y="6151242"/>
            <a:ext cx="527367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 tickets</a:t>
            </a:r>
            <a:endParaRPr lang="sv-SE" sz="1200" dirty="0"/>
          </a:p>
        </p:txBody>
      </p:sp>
      <p:sp>
        <p:nvSpPr>
          <p:cNvPr id="314" name="TextBox 313">
            <a:extLst>
              <a:ext uri="{FF2B5EF4-FFF2-40B4-BE49-F238E27FC236}">
                <a16:creationId xmlns:a16="http://schemas.microsoft.com/office/drawing/2014/main" id="{C6CC6ABB-A659-729A-1A22-D0F24795C7AC}"/>
              </a:ext>
            </a:extLst>
          </p:cNvPr>
          <p:cNvSpPr txBox="1">
            <a:spLocks/>
          </p:cNvSpPr>
          <p:nvPr/>
        </p:nvSpPr>
        <p:spPr>
          <a:xfrm>
            <a:off x="554736" y="1923844"/>
            <a:ext cx="7918704"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2025 demand by tribe, split by work type associated</a:t>
            </a:r>
            <a:endParaRPr lang="sv-SE" sz="1200" b="1" dirty="0"/>
          </a:p>
        </p:txBody>
      </p:sp>
      <p:cxnSp>
        <p:nvCxnSpPr>
          <p:cNvPr id="317" name="Straight Connector 316">
            <a:extLst>
              <a:ext uri="{FF2B5EF4-FFF2-40B4-BE49-F238E27FC236}">
                <a16:creationId xmlns:a16="http://schemas.microsoft.com/office/drawing/2014/main" id="{2A991D0D-09B9-BE07-3A32-949DBDF9B020}"/>
              </a:ext>
            </a:extLst>
          </p:cNvPr>
          <p:cNvCxnSpPr>
            <a:cxnSpLocks/>
          </p:cNvCxnSpPr>
          <p:nvPr/>
        </p:nvCxnSpPr>
        <p:spPr>
          <a:xfrm>
            <a:off x="554736" y="2158092"/>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5" name="Rectangle 284">
            <a:extLst>
              <a:ext uri="{FF2B5EF4-FFF2-40B4-BE49-F238E27FC236}">
                <a16:creationId xmlns:a16="http://schemas.microsoft.com/office/drawing/2014/main" id="{B2EB18AB-42C9-D960-7200-6C5F1560F68D}"/>
              </a:ext>
            </a:extLst>
          </p:cNvPr>
          <p:cNvSpPr/>
          <p:nvPr>
            <p:custDataLst>
              <p:tags r:id="rId30"/>
            </p:custDataLst>
          </p:nvPr>
        </p:nvSpPr>
        <p:spPr bwMode="auto">
          <a:xfrm>
            <a:off x="6727825" y="1512888"/>
            <a:ext cx="138113" cy="138113"/>
          </a:xfrm>
          <a:prstGeom prst="rect">
            <a:avLst/>
          </a:prstGeom>
          <a:solidFill>
            <a:schemeClr val="accent2"/>
          </a:solidFill>
          <a:ln w="9525"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93" name="Rectangle 292">
            <a:extLst>
              <a:ext uri="{FF2B5EF4-FFF2-40B4-BE49-F238E27FC236}">
                <a16:creationId xmlns:a16="http://schemas.microsoft.com/office/drawing/2014/main" id="{C057BBD9-1B59-F33E-33AD-6C37C74ADC4F}"/>
              </a:ext>
            </a:extLst>
          </p:cNvPr>
          <p:cNvSpPr/>
          <p:nvPr>
            <p:custDataLst>
              <p:tags r:id="rId31"/>
            </p:custDataLst>
          </p:nvPr>
        </p:nvSpPr>
        <p:spPr bwMode="auto">
          <a:xfrm>
            <a:off x="7467600" y="1512888"/>
            <a:ext cx="138113" cy="138113"/>
          </a:xfrm>
          <a:prstGeom prst="rect">
            <a:avLst/>
          </a:prstGeom>
          <a:solidFill>
            <a:schemeClr val="accent4"/>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95" name="Rectangle 294">
            <a:extLst>
              <a:ext uri="{FF2B5EF4-FFF2-40B4-BE49-F238E27FC236}">
                <a16:creationId xmlns:a16="http://schemas.microsoft.com/office/drawing/2014/main" id="{0C70DA70-5E95-49BB-1E16-B8F7C8309E57}"/>
              </a:ext>
            </a:extLst>
          </p:cNvPr>
          <p:cNvSpPr/>
          <p:nvPr>
            <p:custDataLst>
              <p:tags r:id="rId32"/>
            </p:custDataLst>
          </p:nvPr>
        </p:nvSpPr>
        <p:spPr bwMode="auto">
          <a:xfrm>
            <a:off x="7916863" y="1512888"/>
            <a:ext cx="138113" cy="138113"/>
          </a:xfrm>
          <a:prstGeom prst="rect">
            <a:avLst/>
          </a:prstGeom>
          <a:solidFill>
            <a:schemeClr val="accent5"/>
          </a:solidFill>
          <a:ln w="9525" cap="sq" cmpd="sng" algn="ctr">
            <a:noFill/>
            <a:prstDash val="solid"/>
            <a:miter lim="800000"/>
          </a:ln>
          <a:effectLst/>
          <a:extLst>
            <a:ext uri="{91240B29-F687-4F45-9708-019B960494DF}">
              <a14:hiddenLine xmlns:a14="http://schemas.microsoft.com/office/drawing/2010/main" w="9525" cap="sq" cmpd="sng" algn="ctr">
                <a:solidFill>
                  <a:schemeClr val="bg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81" name="Text Placeholder 4">
            <a:extLst>
              <a:ext uri="{FF2B5EF4-FFF2-40B4-BE49-F238E27FC236}">
                <a16:creationId xmlns:a16="http://schemas.microsoft.com/office/drawing/2014/main" id="{4C1F3293-4EFE-461D-940D-7EE66BAE31C5}"/>
              </a:ext>
            </a:extLst>
          </p:cNvPr>
          <p:cNvSpPr>
            <a:spLocks noGrp="1"/>
          </p:cNvSpPr>
          <p:nvPr>
            <p:custDataLst>
              <p:tags r:id="rId33"/>
            </p:custDataLst>
          </p:nvPr>
        </p:nvSpPr>
        <p:spPr bwMode="auto">
          <a:xfrm>
            <a:off x="6916738" y="1509713"/>
            <a:ext cx="449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latin typeface="+mn-lt"/>
                <a:ea typeface="+mn-ea"/>
                <a:cs typeface="+mn-cs"/>
              </a:rPr>
              <a:t>Develop</a:t>
            </a:r>
            <a:endParaRPr lang="sv-SE" sz="1000" dirty="0">
              <a:latin typeface="+mn-lt"/>
              <a:ea typeface="+mn-ea"/>
              <a:cs typeface="+mn-cs"/>
            </a:endParaRPr>
          </a:p>
        </p:txBody>
      </p:sp>
      <p:sp>
        <p:nvSpPr>
          <p:cNvPr id="283" name="Text Placeholder 4">
            <a:extLst>
              <a:ext uri="{FF2B5EF4-FFF2-40B4-BE49-F238E27FC236}">
                <a16:creationId xmlns:a16="http://schemas.microsoft.com/office/drawing/2014/main" id="{4C1F3293-4EFE-461D-940D-7EE66BAE31C5}"/>
              </a:ext>
            </a:extLst>
          </p:cNvPr>
          <p:cNvSpPr>
            <a:spLocks noGrp="1"/>
          </p:cNvSpPr>
          <p:nvPr>
            <p:custDataLst>
              <p:tags r:id="rId34"/>
            </p:custDataLst>
          </p:nvPr>
        </p:nvSpPr>
        <p:spPr bwMode="auto">
          <a:xfrm>
            <a:off x="7656513" y="1509713"/>
            <a:ext cx="1587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latin typeface="+mn-lt"/>
                <a:ea typeface="+mn-ea"/>
                <a:cs typeface="+mn-cs"/>
              </a:rPr>
              <a:t>Fix</a:t>
            </a:r>
            <a:endParaRPr lang="sv-SE" sz="1000" dirty="0">
              <a:latin typeface="+mn-lt"/>
              <a:ea typeface="+mn-ea"/>
              <a:cs typeface="+mn-cs"/>
            </a:endParaRPr>
          </a:p>
        </p:txBody>
      </p:sp>
      <p:sp>
        <p:nvSpPr>
          <p:cNvPr id="278" name="Text Placeholder 4">
            <a:extLst>
              <a:ext uri="{FF2B5EF4-FFF2-40B4-BE49-F238E27FC236}">
                <a16:creationId xmlns:a16="http://schemas.microsoft.com/office/drawing/2014/main" id="{4C1F3293-4EFE-461D-940D-7EE66BAE31C5}"/>
              </a:ext>
            </a:extLst>
          </p:cNvPr>
          <p:cNvSpPr>
            <a:spLocks noGrp="1"/>
          </p:cNvSpPr>
          <p:nvPr>
            <p:custDataLst>
              <p:tags r:id="rId35"/>
            </p:custDataLst>
          </p:nvPr>
        </p:nvSpPr>
        <p:spPr bwMode="auto">
          <a:xfrm>
            <a:off x="8105775" y="1509713"/>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B0D8264-7C2C-4B74-870E-E3066AF6F091}" type="datetime'''''''''''O''''''''th''''''''''''''''''''''''''''''''e''''r'">
              <a:rPr lang="sv-SE" altLang="en-US" sz="1000" smtClean="0">
                <a:effectLst/>
                <a:latin typeface="+mn-lt"/>
                <a:ea typeface="+mn-ea"/>
                <a:cs typeface="+mn-cs"/>
              </a:rPr>
              <a:pPr lvl="0">
                <a:spcBef>
                  <a:spcPct val="0"/>
                </a:spcBef>
                <a:spcAft>
                  <a:spcPct val="0"/>
                </a:spcAft>
              </a:pPr>
              <a:t>Other</a:t>
            </a:fld>
            <a:endParaRPr lang="sv-SE" sz="1000" dirty="0">
              <a:latin typeface="+mn-lt"/>
              <a:ea typeface="+mn-ea"/>
              <a:cs typeface="+mn-cs"/>
            </a:endParaRPr>
          </a:p>
        </p:txBody>
      </p:sp>
      <p:sp>
        <p:nvSpPr>
          <p:cNvPr id="355" name="TextBox 354">
            <a:extLst>
              <a:ext uri="{FF2B5EF4-FFF2-40B4-BE49-F238E27FC236}">
                <a16:creationId xmlns:a16="http://schemas.microsoft.com/office/drawing/2014/main" id="{B3FEA908-0B32-D58F-D95D-1B0C077EEF6B}"/>
              </a:ext>
            </a:extLst>
          </p:cNvPr>
          <p:cNvSpPr txBox="1"/>
          <p:nvPr/>
        </p:nvSpPr>
        <p:spPr>
          <a:xfrm>
            <a:off x="9294866" y="2229787"/>
            <a:ext cx="2339922" cy="19389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dirty="0"/>
              <a:t>Platforms handling payments and corporate lending generate disproportionate rework, pointing to </a:t>
            </a:r>
            <a:r>
              <a:rPr lang="en-US" b="1" dirty="0"/>
              <a:t>stability/tech-debt pressure exactly where failure is most expensive</a:t>
            </a:r>
            <a:endParaRPr lang="sv-SE" b="1" dirty="0"/>
          </a:p>
        </p:txBody>
      </p:sp>
      <p:sp>
        <p:nvSpPr>
          <p:cNvPr id="236" name="Rectangle 235">
            <a:extLst>
              <a:ext uri="{FF2B5EF4-FFF2-40B4-BE49-F238E27FC236}">
                <a16:creationId xmlns:a16="http://schemas.microsoft.com/office/drawing/2014/main" id="{F657B934-0C5A-3929-B01D-ECFD6584CF96}"/>
              </a:ext>
            </a:extLst>
          </p:cNvPr>
          <p:cNvSpPr/>
          <p:nvPr/>
        </p:nvSpPr>
        <p:spPr>
          <a:xfrm>
            <a:off x="6388100" y="3067321"/>
            <a:ext cx="2013402" cy="2101258"/>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graphicFrame>
        <p:nvGraphicFramePr>
          <p:cNvPr id="527" name="Chart 526">
            <a:extLst>
              <a:ext uri="{FF2B5EF4-FFF2-40B4-BE49-F238E27FC236}">
                <a16:creationId xmlns:a16="http://schemas.microsoft.com/office/drawing/2014/main" id="{3508909B-EF88-889D-B25B-3028B4610D07}"/>
              </a:ext>
            </a:extLst>
          </p:cNvPr>
          <p:cNvGraphicFramePr/>
          <p:nvPr>
            <p:custDataLst>
              <p:tags r:id="rId36"/>
            </p:custDataLst>
            <p:extLst>
              <p:ext uri="{D42A27DB-BD31-4B8C-83A1-F6EECF244321}">
                <p14:modId xmlns:p14="http://schemas.microsoft.com/office/powerpoint/2010/main" val="1573031248"/>
              </p:ext>
            </p:extLst>
          </p:nvPr>
        </p:nvGraphicFramePr>
        <p:xfrm>
          <a:off x="6348413" y="3209925"/>
          <a:ext cx="1871662" cy="2197100"/>
        </p:xfrm>
        <a:graphic>
          <a:graphicData uri="http://schemas.openxmlformats.org/drawingml/2006/chart">
            <c:chart xmlns:c="http://schemas.openxmlformats.org/drawingml/2006/chart" xmlns:r="http://schemas.openxmlformats.org/officeDocument/2006/relationships" r:id="rId44"/>
          </a:graphicData>
        </a:graphic>
      </p:graphicFrame>
      <p:sp>
        <p:nvSpPr>
          <p:cNvPr id="240" name="Text Placeholder 4">
            <a:extLst>
              <a:ext uri="{FF2B5EF4-FFF2-40B4-BE49-F238E27FC236}">
                <a16:creationId xmlns:a16="http://schemas.microsoft.com/office/drawing/2014/main" id="{4C1F3293-4EFE-461D-940D-7EE66BAE31C5}"/>
              </a:ext>
            </a:extLst>
          </p:cNvPr>
          <p:cNvSpPr>
            <a:spLocks noGrp="1"/>
          </p:cNvSpPr>
          <p:nvPr>
            <p:custDataLst>
              <p:tags r:id="rId37"/>
            </p:custDataLst>
          </p:nvPr>
        </p:nvSpPr>
        <p:spPr bwMode="auto">
          <a:xfrm>
            <a:off x="7894638" y="4743450"/>
            <a:ext cx="41275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2A3E135-FDFF-4054-A21C-838F08B2B32E}" type="datetime'''''''''''''''''''De''vel''op'''''''''''">
              <a:rPr lang="sv-SE" altLang="en-US" sz="800" b="1" smtClean="0">
                <a:latin typeface="+mn-lt"/>
                <a:ea typeface="+mn-ea"/>
                <a:cs typeface="+mn-cs"/>
              </a:rPr>
              <a:pPr/>
              <a:t>Develop</a:t>
            </a:fld>
            <a:endParaRPr lang="sv-SE" sz="800" b="1" dirty="0">
              <a:latin typeface="+mn-lt"/>
              <a:ea typeface="+mn-ea"/>
              <a:cs typeface="+mn-cs"/>
            </a:endParaRPr>
          </a:p>
        </p:txBody>
      </p:sp>
      <p:sp>
        <p:nvSpPr>
          <p:cNvPr id="241" name="Text Placeholder 4">
            <a:extLst>
              <a:ext uri="{FF2B5EF4-FFF2-40B4-BE49-F238E27FC236}">
                <a16:creationId xmlns:a16="http://schemas.microsoft.com/office/drawing/2014/main" id="{4C1F3293-4EFE-461D-940D-7EE66BAE31C5}"/>
              </a:ext>
            </a:extLst>
          </p:cNvPr>
          <p:cNvSpPr>
            <a:spLocks noGrp="1"/>
          </p:cNvSpPr>
          <p:nvPr>
            <p:custDataLst>
              <p:tags r:id="rId38"/>
            </p:custDataLst>
          </p:nvPr>
        </p:nvSpPr>
        <p:spPr bwMode="auto">
          <a:xfrm>
            <a:off x="6459538" y="3851275"/>
            <a:ext cx="1508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AF1F12B-9B4D-4A46-92DD-10A3A2CB30AA}" type="datetime'''''''F''''''''''''''''''''''i''''''''''''''''''''''''''x'''''">
              <a:rPr lang="sv-SE" altLang="en-US" sz="800" b="1" smtClean="0">
                <a:latin typeface="+mn-lt"/>
                <a:ea typeface="+mn-ea"/>
                <a:cs typeface="+mn-cs"/>
              </a:rPr>
              <a:pPr/>
              <a:t>Fix</a:t>
            </a:fld>
            <a:endParaRPr lang="sv-SE" sz="800" b="1" dirty="0">
              <a:latin typeface="+mn-lt"/>
              <a:ea typeface="+mn-ea"/>
              <a:cs typeface="+mn-cs"/>
            </a:endParaRPr>
          </a:p>
        </p:txBody>
      </p:sp>
      <p:sp>
        <p:nvSpPr>
          <p:cNvPr id="242" name="Text Placeholder 4">
            <a:extLst>
              <a:ext uri="{FF2B5EF4-FFF2-40B4-BE49-F238E27FC236}">
                <a16:creationId xmlns:a16="http://schemas.microsoft.com/office/drawing/2014/main" id="{4C1F3293-4EFE-461D-940D-7EE66BAE31C5}"/>
              </a:ext>
            </a:extLst>
          </p:cNvPr>
          <p:cNvSpPr>
            <a:spLocks noGrp="1"/>
          </p:cNvSpPr>
          <p:nvPr>
            <p:custDataLst>
              <p:tags r:id="rId39"/>
            </p:custDataLst>
          </p:nvPr>
        </p:nvSpPr>
        <p:spPr bwMode="auto">
          <a:xfrm>
            <a:off x="6942138" y="3452813"/>
            <a:ext cx="2905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6A37E7D-3E41-4B2A-801E-CE05A267F09B}" type="datetime'O''''''t''''h''''''''''''''er'''''''''''''''">
              <a:rPr lang="sv-SE" altLang="en-US" sz="800" b="1" smtClean="0">
                <a:latin typeface="+mn-lt"/>
                <a:ea typeface="+mn-ea"/>
                <a:cs typeface="+mn-cs"/>
              </a:rPr>
              <a:pPr/>
              <a:t>Other</a:t>
            </a:fld>
            <a:endParaRPr lang="sv-SE" sz="800" b="1" dirty="0">
              <a:latin typeface="+mn-lt"/>
              <a:ea typeface="+mn-ea"/>
              <a:cs typeface="+mn-cs"/>
            </a:endParaRPr>
          </a:p>
        </p:txBody>
      </p:sp>
      <p:sp>
        <p:nvSpPr>
          <p:cNvPr id="528" name="TextBox 527">
            <a:extLst>
              <a:ext uri="{FF2B5EF4-FFF2-40B4-BE49-F238E27FC236}">
                <a16:creationId xmlns:a16="http://schemas.microsoft.com/office/drawing/2014/main" id="{EAB14A04-57E9-6D61-9C29-1EF1C8F8038A}"/>
              </a:ext>
            </a:extLst>
          </p:cNvPr>
          <p:cNvSpPr txBox="1">
            <a:spLocks/>
          </p:cNvSpPr>
          <p:nvPr/>
        </p:nvSpPr>
        <p:spPr>
          <a:xfrm>
            <a:off x="6587493" y="3117592"/>
            <a:ext cx="1614615"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Total tickets split, </a:t>
            </a:r>
            <a:r>
              <a:rPr lang="en-US" sz="1200" dirty="0"/>
              <a:t>%</a:t>
            </a:r>
            <a:endParaRPr lang="sv-SE" sz="1200" dirty="0"/>
          </a:p>
        </p:txBody>
      </p:sp>
    </p:spTree>
    <p:extLst>
      <p:ext uri="{BB962C8B-B14F-4D97-AF65-F5344CB8AC3E}">
        <p14:creationId xmlns:p14="http://schemas.microsoft.com/office/powerpoint/2010/main" val="1394552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C2047-4E68-73D8-2FC2-C6311ACF3AC6}"/>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954A7B79-AB69-0393-FE6B-441A2F887981}"/>
              </a:ext>
            </a:extLst>
          </p:cNvPr>
          <p:cNvGraphicFramePr>
            <a:graphicFrameLocks noChangeAspect="1"/>
          </p:cNvGraphicFramePr>
          <p:nvPr>
            <p:custDataLst>
              <p:tags r:id="rId1"/>
            </p:custDataLst>
            <p:extLst>
              <p:ext uri="{D42A27DB-BD31-4B8C-83A1-F6EECF244321}">
                <p14:modId xmlns:p14="http://schemas.microsoft.com/office/powerpoint/2010/main" val="1030970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84" imgH="486" progId="TCLayout.ActiveDocument.1">
                  <p:embed/>
                </p:oleObj>
              </mc:Choice>
              <mc:Fallback>
                <p:oleObj name="think-cell Slide" r:id="rId24" imgW="484" imgH="486" progId="TCLayout.ActiveDocument.1">
                  <p:embed/>
                  <p:pic>
                    <p:nvPicPr>
                      <p:cNvPr id="5" name="Object 2" hidden="1">
                        <a:extLst>
                          <a:ext uri="{FF2B5EF4-FFF2-40B4-BE49-F238E27FC236}">
                            <a16:creationId xmlns:a16="http://schemas.microsoft.com/office/drawing/2014/main" id="{954A7B79-AB69-0393-FE6B-441A2F887981}"/>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39" name="Oval 38">
            <a:extLst>
              <a:ext uri="{FF2B5EF4-FFF2-40B4-BE49-F238E27FC236}">
                <a16:creationId xmlns:a16="http://schemas.microsoft.com/office/drawing/2014/main" id="{60ABC394-4297-9843-2754-1D77DEC2639C}"/>
              </a:ext>
            </a:extLst>
          </p:cNvPr>
          <p:cNvSpPr/>
          <p:nvPr/>
        </p:nvSpPr>
        <p:spPr>
          <a:xfrm>
            <a:off x="7727633" y="2768048"/>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0" name="Oval 39">
            <a:extLst>
              <a:ext uri="{FF2B5EF4-FFF2-40B4-BE49-F238E27FC236}">
                <a16:creationId xmlns:a16="http://schemas.microsoft.com/office/drawing/2014/main" id="{932B1C53-EB4B-CA74-1481-A4B790698D74}"/>
              </a:ext>
            </a:extLst>
          </p:cNvPr>
          <p:cNvSpPr/>
          <p:nvPr/>
        </p:nvSpPr>
        <p:spPr>
          <a:xfrm>
            <a:off x="7727633" y="3230562"/>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1" name="Oval 40">
            <a:extLst>
              <a:ext uri="{FF2B5EF4-FFF2-40B4-BE49-F238E27FC236}">
                <a16:creationId xmlns:a16="http://schemas.microsoft.com/office/drawing/2014/main" id="{32FDA2E0-9BC6-381B-97D4-F8EC34D0C6F3}"/>
              </a:ext>
            </a:extLst>
          </p:cNvPr>
          <p:cNvSpPr/>
          <p:nvPr/>
        </p:nvSpPr>
        <p:spPr>
          <a:xfrm>
            <a:off x="7727633" y="3667008"/>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2" name="Oval 41">
            <a:extLst>
              <a:ext uri="{FF2B5EF4-FFF2-40B4-BE49-F238E27FC236}">
                <a16:creationId xmlns:a16="http://schemas.microsoft.com/office/drawing/2014/main" id="{5B6A35DC-788C-8201-DAF8-0A1EF4AD4DC2}"/>
              </a:ext>
            </a:extLst>
          </p:cNvPr>
          <p:cNvSpPr/>
          <p:nvPr/>
        </p:nvSpPr>
        <p:spPr>
          <a:xfrm>
            <a:off x="7727633" y="4125104"/>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3" name="Oval 42">
            <a:extLst>
              <a:ext uri="{FF2B5EF4-FFF2-40B4-BE49-F238E27FC236}">
                <a16:creationId xmlns:a16="http://schemas.microsoft.com/office/drawing/2014/main" id="{9DF4A537-B020-CA00-A38D-45AD95179AE7}"/>
              </a:ext>
            </a:extLst>
          </p:cNvPr>
          <p:cNvSpPr/>
          <p:nvPr/>
        </p:nvSpPr>
        <p:spPr>
          <a:xfrm>
            <a:off x="7727633" y="4561061"/>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4" name="Oval 43">
            <a:extLst>
              <a:ext uri="{FF2B5EF4-FFF2-40B4-BE49-F238E27FC236}">
                <a16:creationId xmlns:a16="http://schemas.microsoft.com/office/drawing/2014/main" id="{B58B8695-9A7B-EC4E-BA38-162D9A198F21}"/>
              </a:ext>
            </a:extLst>
          </p:cNvPr>
          <p:cNvSpPr/>
          <p:nvPr/>
        </p:nvSpPr>
        <p:spPr>
          <a:xfrm>
            <a:off x="7727633" y="5017088"/>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5" name="Oval 44">
            <a:extLst>
              <a:ext uri="{FF2B5EF4-FFF2-40B4-BE49-F238E27FC236}">
                <a16:creationId xmlns:a16="http://schemas.microsoft.com/office/drawing/2014/main" id="{8E1913C5-8464-B2E4-1C73-794823EDBABB}"/>
              </a:ext>
            </a:extLst>
          </p:cNvPr>
          <p:cNvSpPr/>
          <p:nvPr/>
        </p:nvSpPr>
        <p:spPr>
          <a:xfrm>
            <a:off x="7727633" y="5469445"/>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7" name="Oval 36">
            <a:extLst>
              <a:ext uri="{FF2B5EF4-FFF2-40B4-BE49-F238E27FC236}">
                <a16:creationId xmlns:a16="http://schemas.microsoft.com/office/drawing/2014/main" id="{79D908F0-225A-E277-08E0-1933C8CB3420}"/>
              </a:ext>
            </a:extLst>
          </p:cNvPr>
          <p:cNvSpPr/>
          <p:nvPr/>
        </p:nvSpPr>
        <p:spPr>
          <a:xfrm>
            <a:off x="7727633" y="2321632"/>
            <a:ext cx="563880" cy="266873"/>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 name="Title 12">
            <a:extLst>
              <a:ext uri="{FF2B5EF4-FFF2-40B4-BE49-F238E27FC236}">
                <a16:creationId xmlns:a16="http://schemas.microsoft.com/office/drawing/2014/main" id="{4AEF8AD6-F12F-5DAB-A4BB-6E28482336A4}"/>
              </a:ext>
            </a:extLst>
          </p:cNvPr>
          <p:cNvSpPr>
            <a:spLocks noGrp="1"/>
          </p:cNvSpPr>
          <p:nvPr>
            <p:ph type="title"/>
          </p:nvPr>
        </p:nvSpPr>
        <p:spPr>
          <a:xfrm>
            <a:off x="554736" y="432995"/>
            <a:ext cx="7918704" cy="1107996"/>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Demand has outrun delivery every month since Jan-2025 with no business tribe clearing more than ~81% of what it receives</a:t>
            </a:r>
            <a:endParaRPr lang="sv-SE" dirty="0"/>
          </a:p>
        </p:txBody>
      </p:sp>
      <p:sp>
        <p:nvSpPr>
          <p:cNvPr id="280" name="1. On-page tracker">
            <a:extLst>
              <a:ext uri="{FF2B5EF4-FFF2-40B4-BE49-F238E27FC236}">
                <a16:creationId xmlns:a16="http://schemas.microsoft.com/office/drawing/2014/main" id="{1A758A58-B3B4-1245-804B-B72E58D6E399}"/>
              </a:ext>
            </a:extLst>
          </p:cNvPr>
          <p:cNvSpPr>
            <a:spLocks noGrp="1"/>
          </p:cNvSpPr>
          <p:nvPr>
            <p:ph type="body" sz="quarter" idx="10"/>
            <p:custDataLst>
              <p:tags r:id="rId2"/>
            </p:custDataLst>
          </p:nvPr>
        </p:nvSpPr>
        <p:spPr/>
        <p:txBody>
          <a:bodyPr/>
          <a:lstStyle/>
          <a:p>
            <a:endParaRPr lang="sv-SE"/>
          </a:p>
        </p:txBody>
      </p:sp>
      <p:sp>
        <p:nvSpPr>
          <p:cNvPr id="23" name="TextBox 22">
            <a:extLst>
              <a:ext uri="{FF2B5EF4-FFF2-40B4-BE49-F238E27FC236}">
                <a16:creationId xmlns:a16="http://schemas.microsoft.com/office/drawing/2014/main" id="{19B72FB9-E2FA-B4A5-A2E7-B1C89B5CDDDA}"/>
              </a:ext>
            </a:extLst>
          </p:cNvPr>
          <p:cNvSpPr txBox="1">
            <a:spLocks/>
          </p:cNvSpPr>
          <p:nvPr/>
        </p:nvSpPr>
        <p:spPr>
          <a:xfrm>
            <a:off x="9294866" y="1832285"/>
            <a:ext cx="2339922" cy="276225"/>
          </a:xfrm>
          <a:prstGeom prst="rect">
            <a:avLst/>
          </a:prstGeom>
        </p:spPr>
        <p:txBody>
          <a:bodyPr vert="horz" wrap="square" lIns="0" tIns="0" rIns="0" bIns="0" rtlCol="0" anchor="b">
            <a:no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600" b="1" i="0" u="none" strike="noStrike" kern="1200" cap="none" spc="0" normalizeH="0" baseline="0" dirty="0">
                <a:ln>
                  <a:noFill/>
                </a:ln>
                <a:effectLst/>
                <a:uLnTx/>
                <a:uFillTx/>
                <a:ea typeface="+mn-ea"/>
                <a:cs typeface="+mn-cs"/>
              </a:rPr>
              <a:t>Key insights</a:t>
            </a:r>
          </a:p>
        </p:txBody>
      </p:sp>
      <p:cxnSp>
        <p:nvCxnSpPr>
          <p:cNvPr id="24" name="Straight Connector 23">
            <a:extLst>
              <a:ext uri="{FF2B5EF4-FFF2-40B4-BE49-F238E27FC236}">
                <a16:creationId xmlns:a16="http://schemas.microsoft.com/office/drawing/2014/main" id="{6A6ADA92-D1A4-1E30-313C-51D561032D75}"/>
              </a:ext>
            </a:extLst>
          </p:cNvPr>
          <p:cNvCxnSpPr>
            <a:cxnSpLocks/>
          </p:cNvCxnSpPr>
          <p:nvPr/>
        </p:nvCxnSpPr>
        <p:spPr>
          <a:xfrm>
            <a:off x="9294866" y="2158092"/>
            <a:ext cx="2339922"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28" name="Chart 27">
            <a:extLst>
              <a:ext uri="{FF2B5EF4-FFF2-40B4-BE49-F238E27FC236}">
                <a16:creationId xmlns:a16="http://schemas.microsoft.com/office/drawing/2014/main" id="{D85176A0-F789-1350-A461-805DDF110A12}"/>
              </a:ext>
            </a:extLst>
          </p:cNvPr>
          <p:cNvGraphicFramePr/>
          <p:nvPr>
            <p:custDataLst>
              <p:tags r:id="rId3"/>
            </p:custDataLst>
            <p:extLst>
              <p:ext uri="{D42A27DB-BD31-4B8C-83A1-F6EECF244321}">
                <p14:modId xmlns:p14="http://schemas.microsoft.com/office/powerpoint/2010/main" val="461272051"/>
              </p:ext>
            </p:extLst>
          </p:nvPr>
        </p:nvGraphicFramePr>
        <p:xfrm>
          <a:off x="2754313" y="1963738"/>
          <a:ext cx="4672012" cy="4130675"/>
        </p:xfrm>
        <a:graphic>
          <a:graphicData uri="http://schemas.openxmlformats.org/drawingml/2006/chart">
            <c:chart xmlns:c="http://schemas.openxmlformats.org/drawingml/2006/chart" xmlns:r="http://schemas.openxmlformats.org/officeDocument/2006/relationships" r:id="rId26"/>
          </a:graphicData>
        </a:graphic>
      </p:graphicFrame>
      <p:sp>
        <p:nvSpPr>
          <p:cNvPr id="286" name="Text Placeholder 4">
            <a:extLst>
              <a:ext uri="{FF2B5EF4-FFF2-40B4-BE49-F238E27FC236}">
                <a16:creationId xmlns:a16="http://schemas.microsoft.com/office/drawing/2014/main" id="{8304141F-1C6A-4F99-D16F-DA9A6B2B2D76}"/>
              </a:ext>
            </a:extLst>
          </p:cNvPr>
          <p:cNvSpPr>
            <a:spLocks noGrp="1"/>
          </p:cNvSpPr>
          <p:nvPr>
            <p:custDataLst>
              <p:tags r:id="rId4"/>
            </p:custDataLst>
          </p:nvPr>
        </p:nvSpPr>
        <p:spPr bwMode="gray">
          <a:xfrm>
            <a:off x="2795588" y="5878513"/>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EE7769D-866B-477B-B77F-D75C470FD305}" type="datetime'''0'''''''''''''''''''''''''''''">
              <a:rPr lang="sv-SE" altLang="en-US" sz="1200" smtClean="0">
                <a:latin typeface="+mn-lt"/>
                <a:ea typeface="+mn-ea"/>
                <a:cs typeface="+mn-cs"/>
              </a:rPr>
              <a:pPr/>
              <a:t>0</a:t>
            </a:fld>
            <a:endParaRPr lang="sv-SE" sz="1200" dirty="0">
              <a:latin typeface="+mn-lt"/>
              <a:ea typeface="+mn-ea"/>
              <a:cs typeface="+mn-cs"/>
            </a:endParaRPr>
          </a:p>
        </p:txBody>
      </p:sp>
      <p:sp>
        <p:nvSpPr>
          <p:cNvPr id="194" name="Text Placeholder 4">
            <a:extLst>
              <a:ext uri="{FF2B5EF4-FFF2-40B4-BE49-F238E27FC236}">
                <a16:creationId xmlns:a16="http://schemas.microsoft.com/office/drawing/2014/main" id="{6629058C-449E-206F-7135-E88F09CE6515}"/>
              </a:ext>
            </a:extLst>
          </p:cNvPr>
          <p:cNvSpPr>
            <a:spLocks noGrp="1"/>
          </p:cNvSpPr>
          <p:nvPr>
            <p:custDataLst>
              <p:tags r:id="rId5"/>
            </p:custDataLst>
          </p:nvPr>
        </p:nvSpPr>
        <p:spPr bwMode="gray">
          <a:xfrm>
            <a:off x="3511550" y="5878513"/>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7C6D245-279B-4519-B65B-B648DE86888C}" type="datetime'2'',''''''''''''''''''''''''0''''''''''''''''''''''0''''''0'''">
              <a:rPr lang="sv-SE" altLang="en-US" sz="1200" smtClean="0">
                <a:effectLst/>
                <a:latin typeface="+mn-lt"/>
                <a:ea typeface="+mn-ea"/>
                <a:cs typeface="+mn-cs"/>
              </a:rPr>
              <a:pPr lvl="0" algn="ctr">
                <a:spcBef>
                  <a:spcPct val="0"/>
                </a:spcBef>
                <a:spcAft>
                  <a:spcPct val="0"/>
                </a:spcAft>
              </a:pPr>
              <a:t>2,000</a:t>
            </a:fld>
            <a:endParaRPr lang="sv-SE" sz="1200" dirty="0">
              <a:latin typeface="+mn-lt"/>
              <a:ea typeface="+mn-ea"/>
              <a:cs typeface="+mn-cs"/>
            </a:endParaRPr>
          </a:p>
        </p:txBody>
      </p:sp>
      <p:sp>
        <p:nvSpPr>
          <p:cNvPr id="196" name="Text Placeholder 4">
            <a:extLst>
              <a:ext uri="{FF2B5EF4-FFF2-40B4-BE49-F238E27FC236}">
                <a16:creationId xmlns:a16="http://schemas.microsoft.com/office/drawing/2014/main" id="{36CE9FBF-265A-7657-6070-AF16F8B68B46}"/>
              </a:ext>
            </a:extLst>
          </p:cNvPr>
          <p:cNvSpPr>
            <a:spLocks noGrp="1"/>
          </p:cNvSpPr>
          <p:nvPr>
            <p:custDataLst>
              <p:tags r:id="rId6"/>
            </p:custDataLst>
          </p:nvPr>
        </p:nvSpPr>
        <p:spPr bwMode="gray">
          <a:xfrm>
            <a:off x="4371975" y="5878513"/>
            <a:ext cx="374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0283A96-0172-46B9-97D8-37328B425B57}" type="datetime'''''''''''''4'''',''''''''''''''''''''00''''''0'''''''''">
              <a:rPr lang="sv-SE" altLang="en-US" sz="1200" smtClean="0">
                <a:effectLst/>
                <a:latin typeface="+mn-lt"/>
                <a:ea typeface="+mn-ea"/>
                <a:cs typeface="+mn-cs"/>
              </a:rPr>
              <a:pPr lvl="0" algn="ctr">
                <a:spcBef>
                  <a:spcPct val="0"/>
                </a:spcBef>
                <a:spcAft>
                  <a:spcPct val="0"/>
                </a:spcAft>
              </a:pPr>
              <a:t>4,000</a:t>
            </a:fld>
            <a:endParaRPr lang="sv-SE" sz="1200" dirty="0">
              <a:latin typeface="+mn-lt"/>
              <a:ea typeface="+mn-ea"/>
              <a:cs typeface="+mn-cs"/>
            </a:endParaRPr>
          </a:p>
        </p:txBody>
      </p:sp>
      <p:sp>
        <p:nvSpPr>
          <p:cNvPr id="29" name="Text Placeholder 4">
            <a:extLst>
              <a:ext uri="{FF2B5EF4-FFF2-40B4-BE49-F238E27FC236}">
                <a16:creationId xmlns:a16="http://schemas.microsoft.com/office/drawing/2014/main" id="{4C1F3293-4EFE-461D-940D-7EE66BAE31C5}"/>
              </a:ext>
            </a:extLst>
          </p:cNvPr>
          <p:cNvSpPr>
            <a:spLocks noGrp="1"/>
          </p:cNvSpPr>
          <p:nvPr>
            <p:custDataLst>
              <p:tags r:id="rId7"/>
            </p:custDataLst>
          </p:nvPr>
        </p:nvSpPr>
        <p:spPr bwMode="gray">
          <a:xfrm>
            <a:off x="5233988" y="5878513"/>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94EE603-7AEE-496D-B23A-84ADCFCD3F5C}" type="datetime'''''''''''''6'''''''''',''''''0''''''''''''''''0''0'''''''''''">
              <a:rPr lang="sv-SE" altLang="en-US" sz="1200" smtClean="0">
                <a:effectLst/>
                <a:latin typeface="+mn-lt"/>
                <a:ea typeface="+mn-ea"/>
                <a:cs typeface="+mn-cs"/>
              </a:rPr>
              <a:pPr lvl="0" algn="ctr">
                <a:spcBef>
                  <a:spcPct val="0"/>
                </a:spcBef>
                <a:spcAft>
                  <a:spcPct val="0"/>
                </a:spcAft>
              </a:pPr>
              <a:t>6,000</a:t>
            </a:fld>
            <a:endParaRPr lang="sv-SE" sz="1200" dirty="0">
              <a:latin typeface="+mn-lt"/>
              <a:ea typeface="+mn-ea"/>
              <a:cs typeface="+mn-cs"/>
            </a:endParaRPr>
          </a:p>
        </p:txBody>
      </p:sp>
      <p:sp>
        <p:nvSpPr>
          <p:cNvPr id="36" name="Text Placeholder 4">
            <a:extLst>
              <a:ext uri="{FF2B5EF4-FFF2-40B4-BE49-F238E27FC236}">
                <a16:creationId xmlns:a16="http://schemas.microsoft.com/office/drawing/2014/main" id="{4C1F3293-4EFE-461D-940D-7EE66BAE31C5}"/>
              </a:ext>
            </a:extLst>
          </p:cNvPr>
          <p:cNvSpPr>
            <a:spLocks noGrp="1"/>
          </p:cNvSpPr>
          <p:nvPr>
            <p:custDataLst>
              <p:tags r:id="rId8"/>
            </p:custDataLst>
          </p:nvPr>
        </p:nvSpPr>
        <p:spPr bwMode="gray">
          <a:xfrm>
            <a:off x="6094413" y="5878513"/>
            <a:ext cx="3762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08D8F2E-4F24-4A97-A2E6-081DC3A785AD}" type="datetime'8'''''''''''''''''''',''''''000'''''''''''''''''''''''''''">
              <a:rPr lang="sv-SE" altLang="en-US" sz="1200" smtClean="0">
                <a:effectLst/>
                <a:latin typeface="+mn-lt"/>
                <a:ea typeface="+mn-ea"/>
                <a:cs typeface="+mn-cs"/>
              </a:rPr>
              <a:pPr lvl="0" algn="ctr">
                <a:spcBef>
                  <a:spcPct val="0"/>
                </a:spcBef>
                <a:spcAft>
                  <a:spcPct val="0"/>
                </a:spcAft>
              </a:pPr>
              <a:t>8,000</a:t>
            </a:fld>
            <a:endParaRPr lang="sv-SE" sz="1200" dirty="0">
              <a:latin typeface="+mn-lt"/>
              <a:ea typeface="+mn-ea"/>
              <a:cs typeface="+mn-cs"/>
            </a:endParaRPr>
          </a:p>
        </p:txBody>
      </p:sp>
      <p:sp>
        <p:nvSpPr>
          <p:cNvPr id="38" name="Text Placeholder 4">
            <a:extLst>
              <a:ext uri="{FF2B5EF4-FFF2-40B4-BE49-F238E27FC236}">
                <a16:creationId xmlns:a16="http://schemas.microsoft.com/office/drawing/2014/main" id="{4C1F3293-4EFE-461D-940D-7EE66BAE31C5}"/>
              </a:ext>
            </a:extLst>
          </p:cNvPr>
          <p:cNvSpPr>
            <a:spLocks noGrp="1"/>
          </p:cNvSpPr>
          <p:nvPr>
            <p:custDataLst>
              <p:tags r:id="rId9"/>
            </p:custDataLst>
          </p:nvPr>
        </p:nvSpPr>
        <p:spPr bwMode="gray">
          <a:xfrm>
            <a:off x="6915150" y="5878513"/>
            <a:ext cx="4587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BCDC1B2-B3C1-4A3A-9367-1852AA2674A4}" type="datetime'''''''1''0'''''',''''0''''0''''''''''''''''0'">
              <a:rPr lang="sv-SE" altLang="en-US" sz="1200" smtClean="0">
                <a:effectLst/>
                <a:latin typeface="+mn-lt"/>
                <a:ea typeface="+mn-ea"/>
                <a:cs typeface="+mn-cs"/>
              </a:rPr>
              <a:pPr lvl="0" algn="ctr">
                <a:spcBef>
                  <a:spcPct val="0"/>
                </a:spcBef>
                <a:spcAft>
                  <a:spcPct val="0"/>
                </a:spcAft>
              </a:pPr>
              <a:t>10,000</a:t>
            </a:fld>
            <a:endParaRPr lang="sv-SE" sz="1200" dirty="0">
              <a:latin typeface="+mn-lt"/>
              <a:ea typeface="+mn-ea"/>
              <a:cs typeface="+mn-cs"/>
            </a:endParaRPr>
          </a:p>
        </p:txBody>
      </p:sp>
      <p:sp>
        <p:nvSpPr>
          <p:cNvPr id="8" name="Text Placeholder 4">
            <a:extLst>
              <a:ext uri="{FF2B5EF4-FFF2-40B4-BE49-F238E27FC236}">
                <a16:creationId xmlns:a16="http://schemas.microsoft.com/office/drawing/2014/main" id="{5F8393B9-3BD6-D891-BE6B-BF688B8D3432}"/>
              </a:ext>
            </a:extLst>
          </p:cNvPr>
          <p:cNvSpPr>
            <a:spLocks noGrp="1"/>
          </p:cNvSpPr>
          <p:nvPr>
            <p:custDataLst>
              <p:tags r:id="rId10"/>
            </p:custDataLst>
          </p:nvPr>
        </p:nvSpPr>
        <p:spPr bwMode="auto">
          <a:xfrm>
            <a:off x="552450" y="2363788"/>
            <a:ext cx="21828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B63667A-ADE9-4F32-98C5-5730AC7DEC6B}" type="datetime'Paym''''''''ents'''', ''Ca''s''h M''gmt ''&amp;'''''' Fint''e''ch'">
              <a:rPr lang="en-US" altLang="en-US" sz="1200" smtClean="0">
                <a:latin typeface="+mn-lt"/>
                <a:ea typeface="+mn-ea"/>
                <a:cs typeface="+mn-cs"/>
              </a:rPr>
              <a:pPr/>
              <a:t>Payments, Cash Mgmt &amp; Fintech</a:t>
            </a:fld>
            <a:endParaRPr lang="sv-SE" sz="1200" dirty="0">
              <a:latin typeface="+mn-lt"/>
              <a:ea typeface="+mn-ea"/>
              <a:cs typeface="+mn-cs"/>
            </a:endParaRPr>
          </a:p>
        </p:txBody>
      </p:sp>
      <p:sp>
        <p:nvSpPr>
          <p:cNvPr id="11" name="Text Placeholder 4">
            <a:extLst>
              <a:ext uri="{FF2B5EF4-FFF2-40B4-BE49-F238E27FC236}">
                <a16:creationId xmlns:a16="http://schemas.microsoft.com/office/drawing/2014/main" id="{FEC99040-DAD6-370B-9905-5BAF01C74E4B}"/>
              </a:ext>
            </a:extLst>
          </p:cNvPr>
          <p:cNvSpPr>
            <a:spLocks noGrp="1"/>
          </p:cNvSpPr>
          <p:nvPr>
            <p:custDataLst>
              <p:tags r:id="rId11"/>
            </p:custDataLst>
          </p:nvPr>
        </p:nvSpPr>
        <p:spPr bwMode="auto">
          <a:xfrm>
            <a:off x="552450" y="2813050"/>
            <a:ext cx="18589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C95BF00-21ED-4805-BF8D-98F1CD76592F}" type="datetime'Cor''''po''''''rate ''L''''''''ending ''''&amp;'' T''r''ad''e '">
              <a:rPr lang="sv-SE" altLang="en-US" sz="1200" smtClean="0">
                <a:latin typeface="+mn-lt"/>
                <a:ea typeface="+mn-ea"/>
                <a:cs typeface="+mn-cs"/>
              </a:rPr>
              <a:pPr/>
              <a:t>Corporate Lending &amp; Trade </a:t>
            </a:fld>
            <a:endParaRPr lang="sv-SE" sz="1200" dirty="0">
              <a:latin typeface="+mn-lt"/>
              <a:ea typeface="+mn-ea"/>
              <a:cs typeface="+mn-cs"/>
            </a:endParaRPr>
          </a:p>
        </p:txBody>
      </p:sp>
      <p:sp>
        <p:nvSpPr>
          <p:cNvPr id="12" name="Text Placeholder 4">
            <a:extLst>
              <a:ext uri="{FF2B5EF4-FFF2-40B4-BE49-F238E27FC236}">
                <a16:creationId xmlns:a16="http://schemas.microsoft.com/office/drawing/2014/main" id="{6109C6CD-F433-F298-03B3-7A8C9708DE4E}"/>
              </a:ext>
            </a:extLst>
          </p:cNvPr>
          <p:cNvSpPr>
            <a:spLocks noGrp="1"/>
          </p:cNvSpPr>
          <p:nvPr>
            <p:custDataLst>
              <p:tags r:id="rId12"/>
            </p:custDataLst>
          </p:nvPr>
        </p:nvSpPr>
        <p:spPr bwMode="auto">
          <a:xfrm>
            <a:off x="552450" y="3263900"/>
            <a:ext cx="13366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456FEF6-2D07-4AF4-BC93-6EAAA45C7558}" type="datetime'''''SM''E'' ''D''i''''git''''''''a''l'' ''Le''nd''''''''ing'''">
              <a:rPr lang="sv-SE" altLang="en-US" sz="1200" smtClean="0">
                <a:latin typeface="+mn-lt"/>
                <a:ea typeface="+mn-ea"/>
                <a:cs typeface="+mn-cs"/>
              </a:rPr>
              <a:pPr/>
              <a:t>SME Digital Lending</a:t>
            </a:fld>
            <a:endParaRPr lang="sv-SE" sz="1200" dirty="0">
              <a:latin typeface="+mn-lt"/>
              <a:ea typeface="+mn-ea"/>
              <a:cs typeface="+mn-cs"/>
            </a:endParaRPr>
          </a:p>
        </p:txBody>
      </p:sp>
      <p:sp>
        <p:nvSpPr>
          <p:cNvPr id="31" name="Text Placeholder 4">
            <a:extLst>
              <a:ext uri="{FF2B5EF4-FFF2-40B4-BE49-F238E27FC236}">
                <a16:creationId xmlns:a16="http://schemas.microsoft.com/office/drawing/2014/main" id="{88116322-3EDC-7642-C70A-611F1D4DDEE8}"/>
              </a:ext>
            </a:extLst>
          </p:cNvPr>
          <p:cNvSpPr>
            <a:spLocks noGrp="1"/>
          </p:cNvSpPr>
          <p:nvPr>
            <p:custDataLst>
              <p:tags r:id="rId13"/>
            </p:custDataLst>
          </p:nvPr>
        </p:nvSpPr>
        <p:spPr bwMode="auto">
          <a:xfrm>
            <a:off x="552450" y="3713163"/>
            <a:ext cx="12207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916B9A2-B0A1-4238-92EE-68B75D25CA8D}" type="datetime'''C''''R''M'''' &amp;'''' ''''''''Col''''l''e''''''''ct''''i''ons'">
              <a:rPr lang="sv-SE" altLang="en-US" sz="1200" smtClean="0">
                <a:latin typeface="+mn-lt"/>
                <a:ea typeface="+mn-ea"/>
                <a:cs typeface="+mn-cs"/>
              </a:rPr>
              <a:pPr/>
              <a:t>CRM &amp; Collections</a:t>
            </a:fld>
            <a:endParaRPr lang="sv-SE" sz="1200" dirty="0">
              <a:latin typeface="+mn-lt"/>
              <a:ea typeface="+mn-ea"/>
              <a:cs typeface="+mn-cs"/>
            </a:endParaRPr>
          </a:p>
        </p:txBody>
      </p:sp>
      <p:sp>
        <p:nvSpPr>
          <p:cNvPr id="32" name="Text Placeholder 4">
            <a:extLst>
              <a:ext uri="{FF2B5EF4-FFF2-40B4-BE49-F238E27FC236}">
                <a16:creationId xmlns:a16="http://schemas.microsoft.com/office/drawing/2014/main" id="{667B288F-E927-C97C-8E1D-BDCD28F9F32F}"/>
              </a:ext>
            </a:extLst>
          </p:cNvPr>
          <p:cNvSpPr>
            <a:spLocks noGrp="1"/>
          </p:cNvSpPr>
          <p:nvPr>
            <p:custDataLst>
              <p:tags r:id="rId14"/>
            </p:custDataLst>
          </p:nvPr>
        </p:nvSpPr>
        <p:spPr bwMode="auto">
          <a:xfrm>
            <a:off x="552450" y="4162425"/>
            <a:ext cx="1501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410C562-878C-4109-BCFA-7F5D1D68FFB6}" type="datetime'Pri''''v''ate ''''''&amp;'''' Retail'' ''''''D''i''''''gi''tal'">
              <a:rPr lang="sv-SE" altLang="en-US" sz="1200" smtClean="0">
                <a:latin typeface="+mn-lt"/>
                <a:ea typeface="+mn-ea"/>
                <a:cs typeface="+mn-cs"/>
              </a:rPr>
              <a:pPr/>
              <a:t>Private &amp; Retail Digital</a:t>
            </a:fld>
            <a:endParaRPr lang="sv-SE" sz="1200" dirty="0">
              <a:latin typeface="+mn-lt"/>
              <a:ea typeface="+mn-ea"/>
              <a:cs typeface="+mn-cs"/>
            </a:endParaRPr>
          </a:p>
        </p:txBody>
      </p:sp>
      <p:sp>
        <p:nvSpPr>
          <p:cNvPr id="33" name="Text Placeholder 4">
            <a:extLst>
              <a:ext uri="{FF2B5EF4-FFF2-40B4-BE49-F238E27FC236}">
                <a16:creationId xmlns:a16="http://schemas.microsoft.com/office/drawing/2014/main" id="{A9D5ABD1-22F3-EAB9-E953-9B28B7A19F2C}"/>
              </a:ext>
            </a:extLst>
          </p:cNvPr>
          <p:cNvSpPr>
            <a:spLocks noGrp="1"/>
          </p:cNvSpPr>
          <p:nvPr>
            <p:custDataLst>
              <p:tags r:id="rId15"/>
            </p:custDataLst>
          </p:nvPr>
        </p:nvSpPr>
        <p:spPr bwMode="auto">
          <a:xfrm>
            <a:off x="552450" y="4611688"/>
            <a:ext cx="14160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62768F-40DC-4CBD-9D1A-601CE208A44F}" type="datetime'''Bu''''''s''''''''i''ness I''n''''''no''v''''''a''t''ion''s'">
              <a:rPr lang="sv-SE" altLang="en-US" sz="1200" smtClean="0">
                <a:latin typeface="+mn-lt"/>
                <a:ea typeface="+mn-ea"/>
                <a:cs typeface="+mn-cs"/>
              </a:rPr>
              <a:pPr/>
              <a:t>Business Innovations</a:t>
            </a:fld>
            <a:endParaRPr lang="sv-SE" sz="1200" dirty="0">
              <a:latin typeface="+mn-lt"/>
              <a:ea typeface="+mn-ea"/>
              <a:cs typeface="+mn-cs"/>
            </a:endParaRPr>
          </a:p>
        </p:txBody>
      </p:sp>
      <p:sp>
        <p:nvSpPr>
          <p:cNvPr id="34" name="Text Placeholder 4">
            <a:extLst>
              <a:ext uri="{FF2B5EF4-FFF2-40B4-BE49-F238E27FC236}">
                <a16:creationId xmlns:a16="http://schemas.microsoft.com/office/drawing/2014/main" id="{5E0C13FD-12EF-89CC-6772-BABF0169506C}"/>
              </a:ext>
            </a:extLst>
          </p:cNvPr>
          <p:cNvSpPr>
            <a:spLocks noGrp="1"/>
          </p:cNvSpPr>
          <p:nvPr>
            <p:custDataLst>
              <p:tags r:id="rId16"/>
            </p:custDataLst>
          </p:nvPr>
        </p:nvSpPr>
        <p:spPr bwMode="auto">
          <a:xfrm>
            <a:off x="552450" y="5062538"/>
            <a:ext cx="12128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7AC8468-CFC3-469F-A300-44AC4BA1E80A}" type="datetime'En''''gi''ne''''er''''''''ing'' ''''''/'' C''''''''''''o''E'">
              <a:rPr lang="sv-SE" altLang="en-US" sz="1200" smtClean="0">
                <a:latin typeface="+mn-lt"/>
                <a:ea typeface="+mn-ea"/>
                <a:cs typeface="+mn-cs"/>
              </a:rPr>
              <a:pPr/>
              <a:t>Engineering / CoE</a:t>
            </a:fld>
            <a:endParaRPr lang="sv-SE" sz="1200" dirty="0">
              <a:latin typeface="+mn-lt"/>
              <a:ea typeface="+mn-ea"/>
              <a:cs typeface="+mn-cs"/>
            </a:endParaRPr>
          </a:p>
        </p:txBody>
      </p:sp>
      <p:sp>
        <p:nvSpPr>
          <p:cNvPr id="35" name="Text Placeholder 4">
            <a:extLst>
              <a:ext uri="{FF2B5EF4-FFF2-40B4-BE49-F238E27FC236}">
                <a16:creationId xmlns:a16="http://schemas.microsoft.com/office/drawing/2014/main" id="{C7E80C3B-2D0A-1FC0-6BE5-A913DB51FBBD}"/>
              </a:ext>
            </a:extLst>
          </p:cNvPr>
          <p:cNvSpPr>
            <a:spLocks noGrp="1"/>
          </p:cNvSpPr>
          <p:nvPr>
            <p:custDataLst>
              <p:tags r:id="rId17"/>
            </p:custDataLst>
          </p:nvPr>
        </p:nvSpPr>
        <p:spPr bwMode="auto">
          <a:xfrm>
            <a:off x="552450" y="5511800"/>
            <a:ext cx="12668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0994E32-CD2B-42A2-88E7-B9D040AC587B}" type="datetime'U''n''''ma''t''''c''he''d ''bo''''''a''r''''''d''''''''''s'">
              <a:rPr lang="sv-SE" altLang="en-US" sz="1200" smtClean="0">
                <a:latin typeface="+mn-lt"/>
                <a:ea typeface="+mn-ea"/>
                <a:cs typeface="+mn-cs"/>
              </a:rPr>
              <a:pPr/>
              <a:t>Unmatched boards</a:t>
            </a:fld>
            <a:endParaRPr lang="sv-SE" sz="1200" dirty="0">
              <a:latin typeface="+mn-lt"/>
              <a:ea typeface="+mn-ea"/>
              <a:cs typeface="+mn-cs"/>
            </a:endParaRPr>
          </a:p>
        </p:txBody>
      </p:sp>
      <p:sp>
        <p:nvSpPr>
          <p:cNvPr id="308" name="TextBox 307">
            <a:extLst>
              <a:ext uri="{FF2B5EF4-FFF2-40B4-BE49-F238E27FC236}">
                <a16:creationId xmlns:a16="http://schemas.microsoft.com/office/drawing/2014/main" id="{C352BEE9-D397-7AED-1E7F-DD0C5FB03DF6}"/>
              </a:ext>
            </a:extLst>
          </p:cNvPr>
          <p:cNvSpPr txBox="1"/>
          <p:nvPr/>
        </p:nvSpPr>
        <p:spPr>
          <a:xfrm>
            <a:off x="3282949" y="6151242"/>
            <a:ext cx="527367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 tickets</a:t>
            </a:r>
            <a:endParaRPr lang="sv-SE" sz="1200" dirty="0"/>
          </a:p>
        </p:txBody>
      </p:sp>
      <p:sp>
        <p:nvSpPr>
          <p:cNvPr id="314" name="TextBox 313">
            <a:extLst>
              <a:ext uri="{FF2B5EF4-FFF2-40B4-BE49-F238E27FC236}">
                <a16:creationId xmlns:a16="http://schemas.microsoft.com/office/drawing/2014/main" id="{8E8EE30A-5359-E7F1-8079-8A0759304BBD}"/>
              </a:ext>
            </a:extLst>
          </p:cNvPr>
          <p:cNvSpPr txBox="1">
            <a:spLocks/>
          </p:cNvSpPr>
          <p:nvPr/>
        </p:nvSpPr>
        <p:spPr>
          <a:xfrm>
            <a:off x="554736" y="1923844"/>
            <a:ext cx="7918704"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Created vs resolved by tribe — clearing rate shows who keeps up</a:t>
            </a:r>
            <a:endParaRPr lang="sv-SE" sz="1200" b="1" dirty="0"/>
          </a:p>
        </p:txBody>
      </p:sp>
      <p:cxnSp>
        <p:nvCxnSpPr>
          <p:cNvPr id="317" name="Straight Connector 316">
            <a:extLst>
              <a:ext uri="{FF2B5EF4-FFF2-40B4-BE49-F238E27FC236}">
                <a16:creationId xmlns:a16="http://schemas.microsoft.com/office/drawing/2014/main" id="{C5AE3E06-A909-0AB0-CB97-BA3B291F1A7E}"/>
              </a:ext>
            </a:extLst>
          </p:cNvPr>
          <p:cNvCxnSpPr>
            <a:cxnSpLocks/>
          </p:cNvCxnSpPr>
          <p:nvPr/>
        </p:nvCxnSpPr>
        <p:spPr>
          <a:xfrm>
            <a:off x="554736" y="2158092"/>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5" name="Rectangle 284">
            <a:extLst>
              <a:ext uri="{FF2B5EF4-FFF2-40B4-BE49-F238E27FC236}">
                <a16:creationId xmlns:a16="http://schemas.microsoft.com/office/drawing/2014/main" id="{DAE548EB-D3B3-52D0-B8DE-C774145787FF}"/>
              </a:ext>
            </a:extLst>
          </p:cNvPr>
          <p:cNvSpPr/>
          <p:nvPr>
            <p:custDataLst>
              <p:tags r:id="rId18"/>
            </p:custDataLst>
          </p:nvPr>
        </p:nvSpPr>
        <p:spPr bwMode="auto">
          <a:xfrm>
            <a:off x="7816850" y="1327150"/>
            <a:ext cx="138113" cy="138113"/>
          </a:xfrm>
          <a:prstGeom prst="rect">
            <a:avLst/>
          </a:prstGeom>
          <a:solidFill>
            <a:schemeClr val="accent4"/>
          </a:solidFill>
          <a:ln w="9525"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93" name="Rectangle 292">
            <a:extLst>
              <a:ext uri="{FF2B5EF4-FFF2-40B4-BE49-F238E27FC236}">
                <a16:creationId xmlns:a16="http://schemas.microsoft.com/office/drawing/2014/main" id="{3D1E396B-C19A-5BD2-468F-CCF75CE6EC2E}"/>
              </a:ext>
            </a:extLst>
          </p:cNvPr>
          <p:cNvSpPr/>
          <p:nvPr>
            <p:custDataLst>
              <p:tags r:id="rId19"/>
            </p:custDataLst>
          </p:nvPr>
        </p:nvSpPr>
        <p:spPr bwMode="auto">
          <a:xfrm>
            <a:off x="7816850" y="1530350"/>
            <a:ext cx="138113" cy="138113"/>
          </a:xfrm>
          <a:prstGeom prst="rect">
            <a:avLst/>
          </a:prstGeom>
          <a:solidFill>
            <a:schemeClr val="accent2"/>
          </a:solidFill>
          <a:ln w="9525"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81" name="Text Placeholder 4">
            <a:extLst>
              <a:ext uri="{FF2B5EF4-FFF2-40B4-BE49-F238E27FC236}">
                <a16:creationId xmlns:a16="http://schemas.microsoft.com/office/drawing/2014/main" id="{C1CF014C-DA2F-B749-69C6-DE7D5C0B8D15}"/>
              </a:ext>
            </a:extLst>
          </p:cNvPr>
          <p:cNvSpPr>
            <a:spLocks noGrp="1"/>
          </p:cNvSpPr>
          <p:nvPr>
            <p:custDataLst>
              <p:tags r:id="rId20"/>
            </p:custDataLst>
          </p:nvPr>
        </p:nvSpPr>
        <p:spPr bwMode="auto">
          <a:xfrm>
            <a:off x="8005763" y="1323975"/>
            <a:ext cx="4349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latin typeface="+mn-lt"/>
                <a:ea typeface="+mn-ea"/>
                <a:cs typeface="+mn-cs"/>
              </a:rPr>
              <a:t>Created</a:t>
            </a:r>
            <a:endParaRPr lang="sv-SE" sz="1000" dirty="0">
              <a:latin typeface="+mn-lt"/>
              <a:ea typeface="+mn-ea"/>
              <a:cs typeface="+mn-cs"/>
            </a:endParaRPr>
          </a:p>
        </p:txBody>
      </p:sp>
      <p:sp>
        <p:nvSpPr>
          <p:cNvPr id="283" name="Text Placeholder 4">
            <a:extLst>
              <a:ext uri="{FF2B5EF4-FFF2-40B4-BE49-F238E27FC236}">
                <a16:creationId xmlns:a16="http://schemas.microsoft.com/office/drawing/2014/main" id="{57880D84-C7B2-0BA5-02E9-EA7841A8E83A}"/>
              </a:ext>
            </a:extLst>
          </p:cNvPr>
          <p:cNvSpPr>
            <a:spLocks noGrp="1"/>
          </p:cNvSpPr>
          <p:nvPr>
            <p:custDataLst>
              <p:tags r:id="rId21"/>
            </p:custDataLst>
          </p:nvPr>
        </p:nvSpPr>
        <p:spPr bwMode="auto">
          <a:xfrm>
            <a:off x="8005763" y="1527175"/>
            <a:ext cx="5000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latin typeface="+mn-lt"/>
                <a:ea typeface="+mn-ea"/>
                <a:cs typeface="+mn-cs"/>
              </a:rPr>
              <a:t>Resolved</a:t>
            </a:r>
            <a:endParaRPr lang="sv-SE" sz="1000" dirty="0">
              <a:latin typeface="+mn-lt"/>
              <a:ea typeface="+mn-ea"/>
              <a:cs typeface="+mn-cs"/>
            </a:endParaRPr>
          </a:p>
        </p:txBody>
      </p:sp>
      <p:sp>
        <p:nvSpPr>
          <p:cNvPr id="355" name="TextBox 354">
            <a:extLst>
              <a:ext uri="{FF2B5EF4-FFF2-40B4-BE49-F238E27FC236}">
                <a16:creationId xmlns:a16="http://schemas.microsoft.com/office/drawing/2014/main" id="{C0B15841-A95F-9AD4-436F-A6F8C8C643D7}"/>
              </a:ext>
            </a:extLst>
          </p:cNvPr>
          <p:cNvSpPr txBox="1"/>
          <p:nvPr/>
        </p:nvSpPr>
        <p:spPr>
          <a:xfrm>
            <a:off x="9294866" y="2229787"/>
            <a:ext cx="2339922" cy="259814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100"/>
              </a:spcAft>
            </a:pPr>
            <a:r>
              <a:rPr lang="en-US" dirty="0"/>
              <a:t>The </a:t>
            </a:r>
            <a:r>
              <a:rPr lang="en-US" b="1" dirty="0"/>
              <a:t>created-line sits above the resolved-line in 16 of 18 months</a:t>
            </a:r>
            <a:r>
              <a:rPr lang="en-US" dirty="0"/>
              <a:t>, so the backlog rises almost monotonically (~+1.8k/month)</a:t>
            </a:r>
          </a:p>
          <a:p>
            <a:pPr lvl="1">
              <a:spcAft>
                <a:spcPts val="100"/>
              </a:spcAft>
            </a:pPr>
            <a:r>
              <a:rPr lang="en-US" dirty="0"/>
              <a:t>The squads closest to the </a:t>
            </a:r>
            <a:r>
              <a:rPr lang="en-US" b="1" dirty="0"/>
              <a:t>customer journey are falling behind fastest</a:t>
            </a:r>
            <a:r>
              <a:rPr lang="en-US" dirty="0"/>
              <a:t>, compounding the fix-heavy profile DNC already carries</a:t>
            </a:r>
            <a:endParaRPr lang="sv-SE" sz="1050" b="1" dirty="0"/>
          </a:p>
        </p:txBody>
      </p:sp>
      <p:sp>
        <p:nvSpPr>
          <p:cNvPr id="468" name="TextBox 467">
            <a:extLst>
              <a:ext uri="{FF2B5EF4-FFF2-40B4-BE49-F238E27FC236}">
                <a16:creationId xmlns:a16="http://schemas.microsoft.com/office/drawing/2014/main" id="{4786F32A-34FE-FCEA-8E0D-1F69AA7F837C}"/>
              </a:ext>
            </a:extLst>
          </p:cNvPr>
          <p:cNvSpPr txBox="1"/>
          <p:nvPr/>
        </p:nvSpPr>
        <p:spPr>
          <a:xfrm>
            <a:off x="7833496" y="2362935"/>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75%</a:t>
            </a:r>
          </a:p>
        </p:txBody>
      </p:sp>
      <p:sp>
        <p:nvSpPr>
          <p:cNvPr id="471" name="TextBox 470">
            <a:extLst>
              <a:ext uri="{FF2B5EF4-FFF2-40B4-BE49-F238E27FC236}">
                <a16:creationId xmlns:a16="http://schemas.microsoft.com/office/drawing/2014/main" id="{48EA4A04-3B42-6FD8-1C94-CF9BB902040F}"/>
              </a:ext>
            </a:extLst>
          </p:cNvPr>
          <p:cNvSpPr txBox="1"/>
          <p:nvPr/>
        </p:nvSpPr>
        <p:spPr>
          <a:xfrm>
            <a:off x="7833496" y="2812594"/>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79%</a:t>
            </a:r>
          </a:p>
        </p:txBody>
      </p:sp>
      <p:sp>
        <p:nvSpPr>
          <p:cNvPr id="472" name="TextBox 471">
            <a:extLst>
              <a:ext uri="{FF2B5EF4-FFF2-40B4-BE49-F238E27FC236}">
                <a16:creationId xmlns:a16="http://schemas.microsoft.com/office/drawing/2014/main" id="{EEC44FCB-A80C-369E-14F1-8BE2FB176AB6}"/>
              </a:ext>
            </a:extLst>
          </p:cNvPr>
          <p:cNvSpPr txBox="1"/>
          <p:nvPr/>
        </p:nvSpPr>
        <p:spPr>
          <a:xfrm>
            <a:off x="7833496" y="3262253"/>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81%</a:t>
            </a:r>
          </a:p>
        </p:txBody>
      </p:sp>
      <p:sp>
        <p:nvSpPr>
          <p:cNvPr id="473" name="TextBox 472">
            <a:extLst>
              <a:ext uri="{FF2B5EF4-FFF2-40B4-BE49-F238E27FC236}">
                <a16:creationId xmlns:a16="http://schemas.microsoft.com/office/drawing/2014/main" id="{4EED6C28-9B6C-E194-DE2E-6B16C3EE4C39}"/>
              </a:ext>
            </a:extLst>
          </p:cNvPr>
          <p:cNvSpPr txBox="1"/>
          <p:nvPr/>
        </p:nvSpPr>
        <p:spPr>
          <a:xfrm>
            <a:off x="7833496" y="3711912"/>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76%</a:t>
            </a:r>
          </a:p>
        </p:txBody>
      </p:sp>
      <p:sp>
        <p:nvSpPr>
          <p:cNvPr id="484" name="TextBox 483">
            <a:extLst>
              <a:ext uri="{FF2B5EF4-FFF2-40B4-BE49-F238E27FC236}">
                <a16:creationId xmlns:a16="http://schemas.microsoft.com/office/drawing/2014/main" id="{AF524782-BE23-DA43-8019-90828CC11D3F}"/>
              </a:ext>
            </a:extLst>
          </p:cNvPr>
          <p:cNvSpPr txBox="1"/>
          <p:nvPr/>
        </p:nvSpPr>
        <p:spPr>
          <a:xfrm>
            <a:off x="7833496" y="4161571"/>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72%</a:t>
            </a:r>
          </a:p>
        </p:txBody>
      </p:sp>
      <p:sp>
        <p:nvSpPr>
          <p:cNvPr id="485" name="TextBox 484">
            <a:extLst>
              <a:ext uri="{FF2B5EF4-FFF2-40B4-BE49-F238E27FC236}">
                <a16:creationId xmlns:a16="http://schemas.microsoft.com/office/drawing/2014/main" id="{1D9777BF-DD84-0378-7DD1-CD136077B8B5}"/>
              </a:ext>
            </a:extLst>
          </p:cNvPr>
          <p:cNvSpPr txBox="1"/>
          <p:nvPr/>
        </p:nvSpPr>
        <p:spPr>
          <a:xfrm>
            <a:off x="7833496" y="4611230"/>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86%</a:t>
            </a:r>
          </a:p>
        </p:txBody>
      </p:sp>
      <p:sp>
        <p:nvSpPr>
          <p:cNvPr id="486" name="TextBox 485">
            <a:extLst>
              <a:ext uri="{FF2B5EF4-FFF2-40B4-BE49-F238E27FC236}">
                <a16:creationId xmlns:a16="http://schemas.microsoft.com/office/drawing/2014/main" id="{64165EE9-3992-BF3D-65BB-47B4E0E4833E}"/>
              </a:ext>
            </a:extLst>
          </p:cNvPr>
          <p:cNvSpPr txBox="1"/>
          <p:nvPr/>
        </p:nvSpPr>
        <p:spPr>
          <a:xfrm>
            <a:off x="7833496" y="5060889"/>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80%</a:t>
            </a:r>
          </a:p>
        </p:txBody>
      </p:sp>
      <p:sp>
        <p:nvSpPr>
          <p:cNvPr id="487" name="TextBox 486">
            <a:extLst>
              <a:ext uri="{FF2B5EF4-FFF2-40B4-BE49-F238E27FC236}">
                <a16:creationId xmlns:a16="http://schemas.microsoft.com/office/drawing/2014/main" id="{4AD462F0-BC1B-6E96-2913-225FC8255A4E}"/>
              </a:ext>
            </a:extLst>
          </p:cNvPr>
          <p:cNvSpPr txBox="1"/>
          <p:nvPr/>
        </p:nvSpPr>
        <p:spPr>
          <a:xfrm>
            <a:off x="7833496" y="5510549"/>
            <a:ext cx="379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87%</a:t>
            </a:r>
          </a:p>
        </p:txBody>
      </p:sp>
      <p:sp>
        <p:nvSpPr>
          <p:cNvPr id="494" name="5. Source">
            <a:extLst>
              <a:ext uri="{FF2B5EF4-FFF2-40B4-BE49-F238E27FC236}">
                <a16:creationId xmlns:a16="http://schemas.microsoft.com/office/drawing/2014/main" id="{1A8160AF-3D26-7F4F-8F26-11E324FB5779}"/>
              </a:ext>
            </a:extLst>
          </p:cNvPr>
          <p:cNvSpPr txBox="1">
            <a:spLocks/>
          </p:cNvSpPr>
          <p:nvPr>
            <p:custDataLst>
              <p:tags r:id="rId22"/>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Note</a:t>
            </a:r>
            <a:r>
              <a:rPr lang="en-US" sz="800" dirty="0"/>
              <a:t>: Delivery boards mapped project – key → tribe. Clearing rate = resolved/created over the window; &lt;100% = net backlog growth. Jun-26 partial.</a:t>
            </a:r>
          </a:p>
        </p:txBody>
      </p:sp>
      <p:sp>
        <p:nvSpPr>
          <p:cNvPr id="30" name="TextBox 29">
            <a:extLst>
              <a:ext uri="{FF2B5EF4-FFF2-40B4-BE49-F238E27FC236}">
                <a16:creationId xmlns:a16="http://schemas.microsoft.com/office/drawing/2014/main" id="{FA188A2D-49BC-0DE9-3ADD-2B855D93BAF2}"/>
              </a:ext>
            </a:extLst>
          </p:cNvPr>
          <p:cNvSpPr txBox="1"/>
          <p:nvPr/>
        </p:nvSpPr>
        <p:spPr>
          <a:xfrm>
            <a:off x="7302157" y="1914492"/>
            <a:ext cx="1171283"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dirty="0"/>
              <a:t>% tickets cleared</a:t>
            </a:r>
          </a:p>
        </p:txBody>
      </p:sp>
    </p:spTree>
    <p:extLst>
      <p:ext uri="{BB962C8B-B14F-4D97-AF65-F5344CB8AC3E}">
        <p14:creationId xmlns:p14="http://schemas.microsoft.com/office/powerpoint/2010/main" val="278661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070C-B706-4019-69D2-D7E75A7C2D01}"/>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B0DD3489-8F24-B815-8C4C-A1C4923CD3F8}"/>
              </a:ext>
            </a:extLst>
          </p:cNvPr>
          <p:cNvGraphicFramePr>
            <a:graphicFrameLocks noChangeAspect="1"/>
          </p:cNvGraphicFramePr>
          <p:nvPr>
            <p:custDataLst>
              <p:tags r:id="rId2"/>
            </p:custDataLst>
            <p:extLst>
              <p:ext uri="{D42A27DB-BD31-4B8C-83A1-F6EECF244321}">
                <p14:modId xmlns:p14="http://schemas.microsoft.com/office/powerpoint/2010/main" val="3515480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08" imgH="408" progId="TCLayout.ActiveDocument.1">
                  <p:embed/>
                </p:oleObj>
              </mc:Choice>
              <mc:Fallback>
                <p:oleObj name="think-cell Slide" r:id="rId11" imgW="408" imgH="408" progId="TCLayout.ActiveDocument.1">
                  <p:embed/>
                  <p:pic>
                    <p:nvPicPr>
                      <p:cNvPr id="34" name="Object 6" hidden="1">
                        <a:extLst>
                          <a:ext uri="{FF2B5EF4-FFF2-40B4-BE49-F238E27FC236}">
                            <a16:creationId xmlns:a16="http://schemas.microsoft.com/office/drawing/2014/main" id="{B0DD3489-8F24-B815-8C4C-A1C4923CD3F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83C2BE77-1B60-C66A-AD4B-C23480C175AE}"/>
              </a:ext>
            </a:extLst>
          </p:cNvPr>
          <p:cNvSpPr>
            <a:spLocks noGrp="1"/>
          </p:cNvSpPr>
          <p:nvPr>
            <p:ph type="title"/>
            <p:custDataLst>
              <p:tags r:id="rId3"/>
            </p:custDataLst>
          </p:nvPr>
        </p:nvSpPr>
        <p:spPr>
          <a:xfrm>
            <a:off x="554734" y="789068"/>
            <a:ext cx="11082528" cy="769441"/>
          </a:xfrm>
          <a:noFill/>
          <a:ln/>
          <a:effectLst/>
          <a:extLst>
            <a:ext uri="{909E8E84-426E-40DD-AFC4-6F175D3DCCD1}">
              <a14:hiddenFill xmlns:a14="http://schemas.microsoft.com/office/drawing/2010/main">
                <a:solidFill>
                  <a:srgbClr val="FFFFFF"/>
                </a:solidFill>
              </a14:hiddenFill>
            </a:ext>
          </a:extLst>
        </p:spPr>
        <p:txBody>
          <a:bodyPr vert="horz" wrap="square" anchor="b">
            <a:spAutoFit/>
          </a:bodyPr>
          <a:lstStyle/>
          <a:p>
            <a:pPr>
              <a:defRPr sz="2500" b="1">
                <a:solidFill>
                  <a:schemeClr val="dk1"/>
                </a:solidFill>
                <a:latin typeface="+mj-lt"/>
              </a:defRPr>
            </a:pPr>
            <a:r>
              <a:rPr lang="en-US" dirty="0"/>
              <a:t>How demand is prioritized, owned and matched to capacity — five themes to explore together</a:t>
            </a:r>
            <a:endParaRPr lang="en-CZ" dirty="0"/>
          </a:p>
        </p:txBody>
      </p:sp>
      <p:sp>
        <p:nvSpPr>
          <p:cNvPr id="9" name="1. On-page tracker">
            <a:extLst>
              <a:ext uri="{FF2B5EF4-FFF2-40B4-BE49-F238E27FC236}">
                <a16:creationId xmlns:a16="http://schemas.microsoft.com/office/drawing/2014/main" id="{08A96BB2-9D4B-D1FC-71B1-3EB312A01FE2}"/>
              </a:ext>
            </a:extLst>
          </p:cNvPr>
          <p:cNvSpPr>
            <a:spLocks noGrp="1"/>
          </p:cNvSpPr>
          <p:nvPr>
            <p:ph type="body" sz="quarter" idx="10"/>
            <p:custDataLst>
              <p:tags r:id="rId4"/>
            </p:custDataLst>
          </p:nvPr>
        </p:nvSpPr>
        <p:spPr/>
        <p:txBody>
          <a:bodyPr/>
          <a:lstStyle/>
          <a:p>
            <a:endParaRPr lang="sv-SE"/>
          </a:p>
        </p:txBody>
      </p:sp>
      <p:sp>
        <p:nvSpPr>
          <p:cNvPr id="20" name="TextBox 19">
            <a:extLst>
              <a:ext uri="{FF2B5EF4-FFF2-40B4-BE49-F238E27FC236}">
                <a16:creationId xmlns:a16="http://schemas.microsoft.com/office/drawing/2014/main" id="{FD3F2A07-B0CB-617F-94E6-51436C64F28B}"/>
              </a:ext>
            </a:extLst>
          </p:cNvPr>
          <p:cNvSpPr txBox="1"/>
          <p:nvPr/>
        </p:nvSpPr>
        <p:spPr>
          <a:xfrm>
            <a:off x="8961930" y="2683508"/>
            <a:ext cx="2675334" cy="958276"/>
          </a:xfrm>
          <a:prstGeom prst="rect">
            <a:avLst/>
          </a:prstGeom>
          <a:noFill/>
        </p:spPr>
        <p:txBody>
          <a:bodyPr wrap="square" lIns="0" tIns="0" rIns="0" bIns="0">
            <a:spAutoFit/>
          </a:bodyPr>
          <a:lstStyle/>
          <a:p>
            <a:pPr>
              <a:lnSpc>
                <a:spcPct val="105000"/>
              </a:lnSpc>
            </a:pPr>
            <a:r>
              <a:rPr lang="en-US" sz="1000" dirty="0">
                <a:solidFill>
                  <a:schemeClr val="dk1"/>
                </a:solidFill>
                <a:latin typeface="+mn-lt"/>
              </a:rPr>
              <a:t>Every team splits effort between building new capabilities and maintaining or fixing what already exists. Understanding that mix reveals how much capacity is genuinely available for change versus consumed by run-the-business work.</a:t>
            </a:r>
          </a:p>
        </p:txBody>
      </p:sp>
      <p:sp>
        <p:nvSpPr>
          <p:cNvPr id="41" name="TextBox 40">
            <a:extLst>
              <a:ext uri="{FF2B5EF4-FFF2-40B4-BE49-F238E27FC236}">
                <a16:creationId xmlns:a16="http://schemas.microsoft.com/office/drawing/2014/main" id="{200031E2-0831-E150-DE7B-7D0727C4A75F}"/>
              </a:ext>
            </a:extLst>
          </p:cNvPr>
          <p:cNvSpPr txBox="1"/>
          <p:nvPr/>
        </p:nvSpPr>
        <p:spPr>
          <a:xfrm>
            <a:off x="8961930" y="3728651"/>
            <a:ext cx="2675334"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How much of our effort goes to new value vs maintaining what exists?</a:t>
            </a:r>
          </a:p>
        </p:txBody>
      </p:sp>
      <p:cxnSp>
        <p:nvCxnSpPr>
          <p:cNvPr id="42" name="Connector 18">
            <a:extLst>
              <a:ext uri="{FF2B5EF4-FFF2-40B4-BE49-F238E27FC236}">
                <a16:creationId xmlns:a16="http://schemas.microsoft.com/office/drawing/2014/main" id="{C2777CDD-0DC4-62BE-67DB-AB49F6C9A7FC}"/>
              </a:ext>
            </a:extLst>
          </p:cNvPr>
          <p:cNvCxnSpPr/>
          <p:nvPr/>
        </p:nvCxnSpPr>
        <p:spPr>
          <a:xfrm>
            <a:off x="8957162" y="3676609"/>
            <a:ext cx="267056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61C9D06-996E-58A1-5C20-CDCACE4BF38B}"/>
              </a:ext>
            </a:extLst>
          </p:cNvPr>
          <p:cNvSpPr txBox="1">
            <a:spLocks/>
          </p:cNvSpPr>
          <p:nvPr/>
        </p:nvSpPr>
        <p:spPr>
          <a:xfrm>
            <a:off x="554736" y="2683508"/>
            <a:ext cx="2680102" cy="793872"/>
          </a:xfrm>
          <a:prstGeom prst="rect">
            <a:avLst/>
          </a:prstGeom>
          <a:noFill/>
        </p:spPr>
        <p:txBody>
          <a:bodyPr wrap="square" lIns="0" tIns="0" rIns="0" bIns="0">
            <a:spAutoFit/>
          </a:bodyPr>
          <a:lstStyle/>
          <a:p>
            <a:pPr>
              <a:lnSpc>
                <a:spcPct val="105000"/>
              </a:lnSpc>
            </a:pPr>
            <a:r>
              <a:rPr lang="en-US" sz="1000" dirty="0">
                <a:solidFill>
                  <a:schemeClr val="dk1"/>
                </a:solidFill>
                <a:latin typeface="+mn-lt"/>
              </a:rPr>
              <a:t>Different business areas compete for the same delivery capacity. A clear, shared basis for choosing between requests — by value, risk or effort — helps direct scarce capacity to the highest-impact work.</a:t>
            </a:r>
          </a:p>
        </p:txBody>
      </p:sp>
      <p:sp>
        <p:nvSpPr>
          <p:cNvPr id="38" name="TextBox 37">
            <a:extLst>
              <a:ext uri="{FF2B5EF4-FFF2-40B4-BE49-F238E27FC236}">
                <a16:creationId xmlns:a16="http://schemas.microsoft.com/office/drawing/2014/main" id="{DDC728F7-6DE1-7956-4BBC-C59284868975}"/>
              </a:ext>
            </a:extLst>
          </p:cNvPr>
          <p:cNvSpPr txBox="1">
            <a:spLocks/>
          </p:cNvSpPr>
          <p:nvPr/>
        </p:nvSpPr>
        <p:spPr>
          <a:xfrm>
            <a:off x="554736" y="3728651"/>
            <a:ext cx="2680102"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How do we weigh competing requests against each other today?</a:t>
            </a:r>
          </a:p>
        </p:txBody>
      </p:sp>
      <p:cxnSp>
        <p:nvCxnSpPr>
          <p:cNvPr id="43" name="Connector 6">
            <a:extLst>
              <a:ext uri="{FF2B5EF4-FFF2-40B4-BE49-F238E27FC236}">
                <a16:creationId xmlns:a16="http://schemas.microsoft.com/office/drawing/2014/main" id="{AFD1D0B3-947B-DAA1-8F74-9D1583342A79}"/>
              </a:ext>
            </a:extLst>
          </p:cNvPr>
          <p:cNvCxnSpPr>
            <a:cxnSpLocks/>
          </p:cNvCxnSpPr>
          <p:nvPr/>
        </p:nvCxnSpPr>
        <p:spPr>
          <a:xfrm>
            <a:off x="554736" y="3676609"/>
            <a:ext cx="2680102"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BDCEC18-47A7-2BFC-BBBC-EC79884895CB}"/>
              </a:ext>
            </a:extLst>
          </p:cNvPr>
          <p:cNvSpPr txBox="1"/>
          <p:nvPr/>
        </p:nvSpPr>
        <p:spPr>
          <a:xfrm>
            <a:off x="3360313" y="2683508"/>
            <a:ext cx="2675334" cy="793872"/>
          </a:xfrm>
          <a:prstGeom prst="rect">
            <a:avLst/>
          </a:prstGeom>
          <a:noFill/>
        </p:spPr>
        <p:txBody>
          <a:bodyPr wrap="square" lIns="0" tIns="0" rIns="0" bIns="0">
            <a:spAutoFit/>
          </a:bodyPr>
          <a:lstStyle/>
          <a:p>
            <a:pPr>
              <a:lnSpc>
                <a:spcPct val="105000"/>
              </a:lnSpc>
            </a:pPr>
            <a:r>
              <a:rPr lang="en-US" sz="1000" dirty="0">
                <a:solidFill>
                  <a:schemeClr val="dk1"/>
                </a:solidFill>
                <a:latin typeface="+mn-lt"/>
              </a:rPr>
              <a:t>Agile and traditional delivery often run in parallel. A single portfolio view across both keeps strategic, change and maintenance work visible in one place, so trade-offs can be made deliberately rather than in isolation.</a:t>
            </a:r>
          </a:p>
        </p:txBody>
      </p:sp>
      <p:sp>
        <p:nvSpPr>
          <p:cNvPr id="39" name="TextBox 38">
            <a:extLst>
              <a:ext uri="{FF2B5EF4-FFF2-40B4-BE49-F238E27FC236}">
                <a16:creationId xmlns:a16="http://schemas.microsoft.com/office/drawing/2014/main" id="{F4885B28-3E3D-A914-E73A-43AB309E4BA0}"/>
              </a:ext>
            </a:extLst>
          </p:cNvPr>
          <p:cNvSpPr txBox="1"/>
          <p:nvPr/>
        </p:nvSpPr>
        <p:spPr>
          <a:xfrm>
            <a:off x="3360313" y="3728651"/>
            <a:ext cx="2675334"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Who holds the trade-offs across our different delivery models?</a:t>
            </a:r>
          </a:p>
        </p:txBody>
      </p:sp>
      <p:cxnSp>
        <p:nvCxnSpPr>
          <p:cNvPr id="44" name="Connector 10">
            <a:extLst>
              <a:ext uri="{FF2B5EF4-FFF2-40B4-BE49-F238E27FC236}">
                <a16:creationId xmlns:a16="http://schemas.microsoft.com/office/drawing/2014/main" id="{1DDD96D8-DB18-F20E-AA61-ECFEF746EA00}"/>
              </a:ext>
            </a:extLst>
          </p:cNvPr>
          <p:cNvCxnSpPr/>
          <p:nvPr/>
        </p:nvCxnSpPr>
        <p:spPr>
          <a:xfrm>
            <a:off x="3355545" y="3676609"/>
            <a:ext cx="267056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B598E3F-A00C-FB8A-AA70-C0EEBE6D0D45}"/>
              </a:ext>
            </a:extLst>
          </p:cNvPr>
          <p:cNvSpPr txBox="1"/>
          <p:nvPr/>
        </p:nvSpPr>
        <p:spPr>
          <a:xfrm>
            <a:off x="8961930" y="2142865"/>
            <a:ext cx="2675334" cy="430887"/>
          </a:xfrm>
          <a:prstGeom prst="rect">
            <a:avLst/>
          </a:prstGeom>
          <a:noFill/>
        </p:spPr>
        <p:txBody>
          <a:bodyPr wrap="square" lIns="0" tIns="0" rIns="0" bIns="0" anchor="b">
            <a:spAutoFit/>
          </a:bodyPr>
          <a:lstStyle/>
          <a:p>
            <a:r>
              <a:rPr lang="en-US" sz="1400" b="1" dirty="0">
                <a:solidFill>
                  <a:schemeClr val="dk1"/>
                </a:solidFill>
                <a:latin typeface="+mn-lt"/>
              </a:rPr>
              <a:t>New value vs keeping the lights on</a:t>
            </a:r>
          </a:p>
        </p:txBody>
      </p:sp>
      <p:cxnSp>
        <p:nvCxnSpPr>
          <p:cNvPr id="19" name="Connector 18">
            <a:extLst>
              <a:ext uri="{FF2B5EF4-FFF2-40B4-BE49-F238E27FC236}">
                <a16:creationId xmlns:a16="http://schemas.microsoft.com/office/drawing/2014/main" id="{46FEB1A0-2FDE-C426-911E-BB1CE1AE1BEB}"/>
              </a:ext>
            </a:extLst>
          </p:cNvPr>
          <p:cNvCxnSpPr/>
          <p:nvPr/>
        </p:nvCxnSpPr>
        <p:spPr>
          <a:xfrm>
            <a:off x="8957162" y="2596640"/>
            <a:ext cx="267056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2C3C0D7-7C41-F632-1AA0-CDAF60F67B4C}"/>
              </a:ext>
            </a:extLst>
          </p:cNvPr>
          <p:cNvSpPr txBox="1">
            <a:spLocks/>
          </p:cNvSpPr>
          <p:nvPr/>
        </p:nvSpPr>
        <p:spPr>
          <a:xfrm>
            <a:off x="554736" y="2142865"/>
            <a:ext cx="2680102" cy="430887"/>
          </a:xfrm>
          <a:prstGeom prst="rect">
            <a:avLst/>
          </a:prstGeom>
          <a:noFill/>
        </p:spPr>
        <p:txBody>
          <a:bodyPr wrap="square" lIns="0" tIns="0" rIns="0" bIns="0" anchor="b">
            <a:spAutoFit/>
          </a:bodyPr>
          <a:lstStyle/>
          <a:p>
            <a:r>
              <a:rPr lang="en-US" sz="1400" b="1" dirty="0">
                <a:solidFill>
                  <a:schemeClr val="dk1"/>
                </a:solidFill>
                <a:latin typeface="+mn-lt"/>
              </a:rPr>
              <a:t>Prioritizing competing demands</a:t>
            </a:r>
          </a:p>
        </p:txBody>
      </p:sp>
      <p:cxnSp>
        <p:nvCxnSpPr>
          <p:cNvPr id="7" name="Connector 6">
            <a:extLst>
              <a:ext uri="{FF2B5EF4-FFF2-40B4-BE49-F238E27FC236}">
                <a16:creationId xmlns:a16="http://schemas.microsoft.com/office/drawing/2014/main" id="{938F7239-ADFF-E4DD-F2D9-AC7D1266978F}"/>
              </a:ext>
            </a:extLst>
          </p:cNvPr>
          <p:cNvCxnSpPr>
            <a:cxnSpLocks/>
          </p:cNvCxnSpPr>
          <p:nvPr/>
        </p:nvCxnSpPr>
        <p:spPr>
          <a:xfrm>
            <a:off x="554736" y="2596640"/>
            <a:ext cx="2680102"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29361FC-914B-0DD0-AD58-6DEFCD532F1B}"/>
              </a:ext>
            </a:extLst>
          </p:cNvPr>
          <p:cNvSpPr txBox="1"/>
          <p:nvPr/>
        </p:nvSpPr>
        <p:spPr>
          <a:xfrm>
            <a:off x="3360313" y="2142865"/>
            <a:ext cx="2675334" cy="430887"/>
          </a:xfrm>
          <a:prstGeom prst="rect">
            <a:avLst/>
          </a:prstGeom>
          <a:noFill/>
        </p:spPr>
        <p:txBody>
          <a:bodyPr wrap="square" lIns="0" tIns="0" rIns="0" bIns="0" anchor="b">
            <a:spAutoFit/>
          </a:bodyPr>
          <a:lstStyle/>
          <a:p>
            <a:r>
              <a:rPr lang="en-US" sz="1400" b="1" dirty="0">
                <a:solidFill>
                  <a:schemeClr val="dk1"/>
                </a:solidFill>
                <a:latin typeface="+mn-lt"/>
              </a:rPr>
              <a:t>Owning the portfolio end-to-end</a:t>
            </a:r>
          </a:p>
        </p:txBody>
      </p:sp>
      <p:cxnSp>
        <p:nvCxnSpPr>
          <p:cNvPr id="11" name="Connector 10">
            <a:extLst>
              <a:ext uri="{FF2B5EF4-FFF2-40B4-BE49-F238E27FC236}">
                <a16:creationId xmlns:a16="http://schemas.microsoft.com/office/drawing/2014/main" id="{0427546C-6220-6837-4A32-4853C1D89DA0}"/>
              </a:ext>
            </a:extLst>
          </p:cNvPr>
          <p:cNvCxnSpPr/>
          <p:nvPr/>
        </p:nvCxnSpPr>
        <p:spPr>
          <a:xfrm>
            <a:off x="3355545" y="2596640"/>
            <a:ext cx="267056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145AE9E-CC29-6F99-1AD5-FB534D8F9D15}"/>
              </a:ext>
            </a:extLst>
          </p:cNvPr>
          <p:cNvSpPr txBox="1"/>
          <p:nvPr/>
        </p:nvSpPr>
        <p:spPr>
          <a:xfrm>
            <a:off x="6156354" y="2142865"/>
            <a:ext cx="2680102" cy="430887"/>
          </a:xfrm>
          <a:prstGeom prst="rect">
            <a:avLst/>
          </a:prstGeom>
          <a:noFill/>
        </p:spPr>
        <p:txBody>
          <a:bodyPr wrap="square" lIns="0" tIns="0" rIns="0" bIns="0" anchor="b">
            <a:spAutoFit/>
          </a:bodyPr>
          <a:lstStyle/>
          <a:p>
            <a:r>
              <a:rPr lang="en-US" sz="1400" b="1" dirty="0">
                <a:solidFill>
                  <a:schemeClr val="dk1"/>
                </a:solidFill>
                <a:latin typeface="+mn-lt"/>
              </a:rPr>
              <a:t>Balancing intake with capacity</a:t>
            </a:r>
          </a:p>
        </p:txBody>
      </p:sp>
      <p:cxnSp>
        <p:nvCxnSpPr>
          <p:cNvPr id="15" name="Connector 14">
            <a:extLst>
              <a:ext uri="{FF2B5EF4-FFF2-40B4-BE49-F238E27FC236}">
                <a16:creationId xmlns:a16="http://schemas.microsoft.com/office/drawing/2014/main" id="{4B12219A-F317-87F8-FF78-6E34556A436F}"/>
              </a:ext>
            </a:extLst>
          </p:cNvPr>
          <p:cNvCxnSpPr/>
          <p:nvPr/>
        </p:nvCxnSpPr>
        <p:spPr>
          <a:xfrm>
            <a:off x="6156355" y="2596640"/>
            <a:ext cx="267532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E6844D8-5ED6-39E9-9B95-D543BB53BA5F}"/>
              </a:ext>
            </a:extLst>
          </p:cNvPr>
          <p:cNvSpPr txBox="1"/>
          <p:nvPr/>
        </p:nvSpPr>
        <p:spPr>
          <a:xfrm>
            <a:off x="6156354" y="2683508"/>
            <a:ext cx="2680102" cy="793872"/>
          </a:xfrm>
          <a:prstGeom prst="rect">
            <a:avLst/>
          </a:prstGeom>
          <a:noFill/>
        </p:spPr>
        <p:txBody>
          <a:bodyPr wrap="square" lIns="0" tIns="0" rIns="0" bIns="0">
            <a:spAutoFit/>
          </a:bodyPr>
          <a:lstStyle/>
          <a:p>
            <a:pPr>
              <a:lnSpc>
                <a:spcPct val="105000"/>
              </a:lnSpc>
            </a:pPr>
            <a:r>
              <a:rPr lang="en-US" sz="1000" dirty="0">
                <a:solidFill>
                  <a:schemeClr val="dk1"/>
                </a:solidFill>
                <a:latin typeface="+mn-lt"/>
              </a:rPr>
              <a:t>When incoming demand consistently outpaces what teams can deliver, backlogs grow and timelines drift. Making that balance visible turns it into a conscious choice about what to take on and what to defer.</a:t>
            </a:r>
          </a:p>
        </p:txBody>
      </p:sp>
      <p:sp>
        <p:nvSpPr>
          <p:cNvPr id="40" name="TextBox 39">
            <a:extLst>
              <a:ext uri="{FF2B5EF4-FFF2-40B4-BE49-F238E27FC236}">
                <a16:creationId xmlns:a16="http://schemas.microsoft.com/office/drawing/2014/main" id="{B817A23E-B7D7-A352-AC95-CD7BFF0EB7E5}"/>
              </a:ext>
            </a:extLst>
          </p:cNvPr>
          <p:cNvSpPr txBox="1"/>
          <p:nvPr/>
        </p:nvSpPr>
        <p:spPr>
          <a:xfrm>
            <a:off x="6156354" y="3728651"/>
            <a:ext cx="2680102"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How do we decide what to take on — and what to defer?</a:t>
            </a:r>
          </a:p>
        </p:txBody>
      </p:sp>
      <p:cxnSp>
        <p:nvCxnSpPr>
          <p:cNvPr id="45" name="Connector 14">
            <a:extLst>
              <a:ext uri="{FF2B5EF4-FFF2-40B4-BE49-F238E27FC236}">
                <a16:creationId xmlns:a16="http://schemas.microsoft.com/office/drawing/2014/main" id="{1EB70933-4F21-6944-E52A-4639B299B7BA}"/>
              </a:ext>
            </a:extLst>
          </p:cNvPr>
          <p:cNvCxnSpPr/>
          <p:nvPr/>
        </p:nvCxnSpPr>
        <p:spPr>
          <a:xfrm>
            <a:off x="6156355" y="3676609"/>
            <a:ext cx="267532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306781B-9830-C697-CFA1-EDBB0CB1E504}"/>
              </a:ext>
            </a:extLst>
          </p:cNvPr>
          <p:cNvSpPr txBox="1">
            <a:spLocks/>
          </p:cNvSpPr>
          <p:nvPr/>
        </p:nvSpPr>
        <p:spPr>
          <a:xfrm>
            <a:off x="554736" y="5065492"/>
            <a:ext cx="2680102" cy="796693"/>
          </a:xfrm>
          <a:prstGeom prst="rect">
            <a:avLst/>
          </a:prstGeom>
          <a:noFill/>
        </p:spPr>
        <p:txBody>
          <a:bodyPr wrap="square" lIns="0" tIns="0" rIns="0" bIns="0">
            <a:spAutoFit/>
          </a:bodyPr>
          <a:lstStyle/>
          <a:p>
            <a:pPr>
              <a:lnSpc>
                <a:spcPct val="105000"/>
              </a:lnSpc>
            </a:pPr>
            <a:r>
              <a:rPr lang="en-US" sz="1000" dirty="0">
                <a:solidFill>
                  <a:schemeClr val="dk1"/>
                </a:solidFill>
                <a:latin typeface="+mn-lt"/>
              </a:rPr>
              <a:t>Teams deliver best when skills and headcount line up with where demand and customers concentrate. Aligning capacity to the areas of greatest need is often as powerful a lever as adding capacity overall.</a:t>
            </a:r>
          </a:p>
        </p:txBody>
      </p:sp>
      <p:sp>
        <p:nvSpPr>
          <p:cNvPr id="52" name="TextBox 51">
            <a:extLst>
              <a:ext uri="{FF2B5EF4-FFF2-40B4-BE49-F238E27FC236}">
                <a16:creationId xmlns:a16="http://schemas.microsoft.com/office/drawing/2014/main" id="{7EF7CAEC-8745-1C03-9A7F-824B600F541C}"/>
              </a:ext>
            </a:extLst>
          </p:cNvPr>
          <p:cNvSpPr txBox="1">
            <a:spLocks/>
          </p:cNvSpPr>
          <p:nvPr/>
        </p:nvSpPr>
        <p:spPr>
          <a:xfrm>
            <a:off x="554736" y="6138068"/>
            <a:ext cx="2680102" cy="311945"/>
          </a:xfrm>
          <a:prstGeom prst="rect">
            <a:avLst/>
          </a:prstGeom>
          <a:noFill/>
        </p:spPr>
        <p:txBody>
          <a:bodyPr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dirty="0">
                <a:solidFill>
                  <a:schemeClr val="tx1"/>
                </a:solidFill>
              </a:rPr>
              <a:t>Is our capacity aligned to where demand is greatest?</a:t>
            </a:r>
          </a:p>
        </p:txBody>
      </p:sp>
      <p:cxnSp>
        <p:nvCxnSpPr>
          <p:cNvPr id="53" name="Connector 6">
            <a:extLst>
              <a:ext uri="{FF2B5EF4-FFF2-40B4-BE49-F238E27FC236}">
                <a16:creationId xmlns:a16="http://schemas.microsoft.com/office/drawing/2014/main" id="{17F18D3D-384D-81A9-7437-08D779AAF28D}"/>
              </a:ext>
            </a:extLst>
          </p:cNvPr>
          <p:cNvCxnSpPr>
            <a:cxnSpLocks/>
          </p:cNvCxnSpPr>
          <p:nvPr/>
        </p:nvCxnSpPr>
        <p:spPr>
          <a:xfrm>
            <a:off x="554736" y="6093078"/>
            <a:ext cx="2680102"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48C85B8-B395-3A92-494B-AB528FB25684}"/>
              </a:ext>
            </a:extLst>
          </p:cNvPr>
          <p:cNvSpPr txBox="1">
            <a:spLocks/>
          </p:cNvSpPr>
          <p:nvPr/>
        </p:nvSpPr>
        <p:spPr>
          <a:xfrm>
            <a:off x="554736" y="4737752"/>
            <a:ext cx="2680102" cy="215444"/>
          </a:xfrm>
          <a:prstGeom prst="rect">
            <a:avLst/>
          </a:prstGeom>
          <a:noFill/>
        </p:spPr>
        <p:txBody>
          <a:bodyPr wrap="square" lIns="0" tIns="0" rIns="0" bIns="0" anchor="b">
            <a:spAutoFit/>
          </a:bodyPr>
          <a:lstStyle>
            <a:defPPr>
              <a:defRPr lang="en-US"/>
            </a:defPPr>
            <a:lvl1pPr>
              <a:defRPr sz="1400" b="1">
                <a:solidFill>
                  <a:schemeClr val="dk1"/>
                </a:solidFill>
              </a:defRPr>
            </a:lvl1pPr>
          </a:lstStyle>
          <a:p>
            <a:r>
              <a:rPr lang="en-US" dirty="0"/>
              <a:t>Matching capacity to demand</a:t>
            </a:r>
          </a:p>
        </p:txBody>
      </p:sp>
      <p:cxnSp>
        <p:nvCxnSpPr>
          <p:cNvPr id="47" name="Connector 6">
            <a:extLst>
              <a:ext uri="{FF2B5EF4-FFF2-40B4-BE49-F238E27FC236}">
                <a16:creationId xmlns:a16="http://schemas.microsoft.com/office/drawing/2014/main" id="{F0145CAE-2642-D76D-23C8-3D052289AEA1}"/>
              </a:ext>
            </a:extLst>
          </p:cNvPr>
          <p:cNvCxnSpPr>
            <a:cxnSpLocks/>
          </p:cNvCxnSpPr>
          <p:nvPr/>
        </p:nvCxnSpPr>
        <p:spPr>
          <a:xfrm>
            <a:off x="554736" y="4988531"/>
            <a:ext cx="2680102"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pic>
        <p:nvPicPr>
          <p:cNvPr id="3" name="CustomIcon">
            <a:extLst>
              <a:ext uri="{FF2B5EF4-FFF2-40B4-BE49-F238E27FC236}">
                <a16:creationId xmlns:a16="http://schemas.microsoft.com/office/drawing/2014/main" id="{B62F15A1-5399-33AB-70BF-6E65F874B5DC}"/>
              </a:ext>
            </a:extLst>
          </p:cNvPr>
          <p:cNvPicPr>
            <a:picLocks/>
          </p:cNvPicPr>
          <p:nvPr>
            <p:custDataLst>
              <p:tags r:id="rId5"/>
            </p:custDataLst>
          </p:nvPr>
        </p:nvPicPr>
        <p:blipFill>
          <a:blip>
            <a:extLst>
              <a:ext uri="{96DAC541-7B7A-43D3-8B79-37D633B846F1}">
                <asvg:svgBlip xmlns:asvg="http://schemas.microsoft.com/office/drawing/2016/SVG/main" r:embed="rId13"/>
              </a:ext>
            </a:extLst>
          </a:blip>
          <a:stretch>
            <a:fillRect/>
          </a:stretch>
        </p:blipFill>
        <p:spPr>
          <a:xfrm>
            <a:off x="554736" y="1789402"/>
            <a:ext cx="318247" cy="318247"/>
          </a:xfrm>
          <a:prstGeom prst="rect">
            <a:avLst/>
          </a:prstGeom>
        </p:spPr>
      </p:pic>
      <p:pic>
        <p:nvPicPr>
          <p:cNvPr id="5" name="CustomIcon">
            <a:extLst>
              <a:ext uri="{FF2B5EF4-FFF2-40B4-BE49-F238E27FC236}">
                <a16:creationId xmlns:a16="http://schemas.microsoft.com/office/drawing/2014/main" id="{C12DAF1C-8B23-CA42-0475-5F8BB398F520}"/>
              </a:ext>
            </a:extLst>
          </p:cNvPr>
          <p:cNvPicPr>
            <a:picLocks/>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3357134" y="1789402"/>
            <a:ext cx="318247" cy="318247"/>
          </a:xfrm>
          <a:prstGeom prst="rect">
            <a:avLst/>
          </a:prstGeom>
        </p:spPr>
      </p:pic>
      <p:pic>
        <p:nvPicPr>
          <p:cNvPr id="13" name="CustomIcon">
            <a:extLst>
              <a:ext uri="{FF2B5EF4-FFF2-40B4-BE49-F238E27FC236}">
                <a16:creationId xmlns:a16="http://schemas.microsoft.com/office/drawing/2014/main" id="{28ACEC06-37E8-5D51-09BF-BECC607ACB0B}"/>
              </a:ext>
            </a:extLst>
          </p:cNvPr>
          <p:cNvPicPr>
            <a:picLocks/>
          </p:cNvPicPr>
          <p:nvPr>
            <p:custDataLst>
              <p:tags r:id="rId7"/>
            </p:custDataLst>
          </p:nvPr>
        </p:nvPicPr>
        <p:blipFill>
          <a:blip>
            <a:extLst>
              <a:ext uri="{96DAC541-7B7A-43D3-8B79-37D633B846F1}">
                <asvg:svgBlip xmlns:asvg="http://schemas.microsoft.com/office/drawing/2016/SVG/main" r:embed="rId15"/>
              </a:ext>
            </a:extLst>
          </a:blip>
          <a:stretch>
            <a:fillRect/>
          </a:stretch>
        </p:blipFill>
        <p:spPr>
          <a:xfrm>
            <a:off x="6159532" y="1789402"/>
            <a:ext cx="318247" cy="318247"/>
          </a:xfrm>
          <a:prstGeom prst="rect">
            <a:avLst/>
          </a:prstGeom>
        </p:spPr>
      </p:pic>
      <p:pic>
        <p:nvPicPr>
          <p:cNvPr id="17" name="CustomIcon">
            <a:extLst>
              <a:ext uri="{FF2B5EF4-FFF2-40B4-BE49-F238E27FC236}">
                <a16:creationId xmlns:a16="http://schemas.microsoft.com/office/drawing/2014/main" id="{AE77A0DC-5AC6-1309-BCDD-562DFB4F1FAA}"/>
              </a:ext>
            </a:extLst>
          </p:cNvPr>
          <p:cNvPicPr>
            <a:picLocks/>
          </p:cNvPicPr>
          <p:nvPr>
            <p:custDataLst>
              <p:tags r:id="rId8"/>
            </p:custDataLst>
          </p:nvPr>
        </p:nvPicPr>
        <p:blipFill>
          <a:blip>
            <a:extLst>
              <a:ext uri="{96DAC541-7B7A-43D3-8B79-37D633B846F1}">
                <asvg:svgBlip xmlns:asvg="http://schemas.microsoft.com/office/drawing/2016/SVG/main" r:embed="rId16"/>
              </a:ext>
            </a:extLst>
          </a:blip>
          <a:stretch>
            <a:fillRect/>
          </a:stretch>
        </p:blipFill>
        <p:spPr>
          <a:xfrm>
            <a:off x="8961930" y="1789402"/>
            <a:ext cx="318247" cy="318247"/>
          </a:xfrm>
          <a:prstGeom prst="rect">
            <a:avLst/>
          </a:prstGeom>
        </p:spPr>
      </p:pic>
      <p:pic>
        <p:nvPicPr>
          <p:cNvPr id="21" name="CustomIcon">
            <a:extLst>
              <a:ext uri="{FF2B5EF4-FFF2-40B4-BE49-F238E27FC236}">
                <a16:creationId xmlns:a16="http://schemas.microsoft.com/office/drawing/2014/main" id="{2EAB9B18-D592-CFBA-9A45-573ED56A7B83}"/>
              </a:ext>
            </a:extLst>
          </p:cNvPr>
          <p:cNvPicPr>
            <a:picLocks/>
          </p:cNvPicPr>
          <p:nvPr>
            <p:custDataLst>
              <p:tags r:id="rId9"/>
            </p:custDataLst>
          </p:nvPr>
        </p:nvPicPr>
        <p:blipFill>
          <a:blip>
            <a:extLst>
              <a:ext uri="{96DAC541-7B7A-43D3-8B79-37D633B846F1}">
                <asvg:svgBlip xmlns:asvg="http://schemas.microsoft.com/office/drawing/2016/SVG/main" r:embed="rId17"/>
              </a:ext>
            </a:extLst>
          </a:blip>
          <a:stretch>
            <a:fillRect/>
          </a:stretch>
        </p:blipFill>
        <p:spPr>
          <a:xfrm>
            <a:off x="554736" y="4267246"/>
            <a:ext cx="318247" cy="318247"/>
          </a:xfrm>
          <a:prstGeom prst="rect">
            <a:avLst/>
          </a:prstGeom>
        </p:spPr>
      </p:pic>
    </p:spTree>
    <p:custDataLst>
      <p:tags r:id="rId1"/>
    </p:custDataLst>
    <p:extLst>
      <p:ext uri="{BB962C8B-B14F-4D97-AF65-F5344CB8AC3E}">
        <p14:creationId xmlns:p14="http://schemas.microsoft.com/office/powerpoint/2010/main" val="3763840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7" name="Object 2" hidden="1">
            <a:extLst>
              <a:ext uri="{FF2B5EF4-FFF2-40B4-BE49-F238E27FC236}">
                <a16:creationId xmlns:a16="http://schemas.microsoft.com/office/drawing/2014/main" id="{333CCBD1-170C-50C0-0002-7281563C409D}"/>
              </a:ext>
            </a:extLst>
          </p:cNvPr>
          <p:cNvGraphicFramePr>
            <a:graphicFrameLocks noChangeAspect="1"/>
          </p:cNvGraphicFramePr>
          <p:nvPr>
            <p:custDataLst>
              <p:tags r:id="rId1"/>
            </p:custDataLst>
            <p:extLst>
              <p:ext uri="{D42A27DB-BD31-4B8C-83A1-F6EECF244321}">
                <p14:modId xmlns:p14="http://schemas.microsoft.com/office/powerpoint/2010/main" val="1401160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395" imgH="396" progId="TCLayout.ActiveDocument.1">
                  <p:embed/>
                </p:oleObj>
              </mc:Choice>
              <mc:Fallback>
                <p:oleObj name="think-cell Slide" r:id="rId33" imgW="395" imgH="396" progId="TCLayout.ActiveDocument.1">
                  <p:embed/>
                  <p:pic>
                    <p:nvPicPr>
                      <p:cNvPr id="157" name="Object 2" hidden="1">
                        <a:extLst>
                          <a:ext uri="{FF2B5EF4-FFF2-40B4-BE49-F238E27FC236}">
                            <a16:creationId xmlns:a16="http://schemas.microsoft.com/office/drawing/2014/main" id="{333CCBD1-170C-50C0-0002-7281563C409D}"/>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77D02A17-CFB0-16A2-748D-93F884095B6E}"/>
              </a:ext>
            </a:extLst>
          </p:cNvPr>
          <p:cNvSpPr>
            <a:spLocks noGrp="1"/>
          </p:cNvSpPr>
          <p:nvPr>
            <p:ph type="title"/>
            <p:custDataLst>
              <p:tags r:id="rId2"/>
            </p:custDataLst>
          </p:nvPr>
        </p:nvSpPr>
        <p:spPr>
          <a:xfrm>
            <a:off x="554736" y="165068"/>
            <a:ext cx="7918700" cy="738664"/>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US" dirty="0"/>
              <a:t>Approach for assessment of demand management lifecycle </a:t>
            </a:r>
          </a:p>
        </p:txBody>
      </p:sp>
      <p:grpSp>
        <p:nvGrpSpPr>
          <p:cNvPr id="7" name="Group 6">
            <a:extLst>
              <a:ext uri="{FF2B5EF4-FFF2-40B4-BE49-F238E27FC236}">
                <a16:creationId xmlns:a16="http://schemas.microsoft.com/office/drawing/2014/main" id="{0E91A899-B0D9-C5D2-1CCA-0E484BE70379}"/>
              </a:ext>
            </a:extLst>
          </p:cNvPr>
          <p:cNvGrpSpPr/>
          <p:nvPr>
            <p:custDataLst>
              <p:tags r:id="rId3"/>
            </p:custDataLst>
          </p:nvPr>
        </p:nvGrpSpPr>
        <p:grpSpPr>
          <a:xfrm rot="5400000">
            <a:off x="182033" y="1834713"/>
            <a:ext cx="2104305" cy="1358905"/>
            <a:chOff x="49870" y="1823004"/>
            <a:chExt cx="2273310" cy="1263583"/>
          </a:xfrm>
          <a:solidFill>
            <a:schemeClr val="accent1">
              <a:lumMod val="25000"/>
              <a:lumOff val="75000"/>
            </a:schemeClr>
          </a:solidFill>
        </p:grpSpPr>
        <p:sp>
          <p:nvSpPr>
            <p:cNvPr id="8" name="Freeform: Shape 7">
              <a:extLst>
                <a:ext uri="{FF2B5EF4-FFF2-40B4-BE49-F238E27FC236}">
                  <a16:creationId xmlns:a16="http://schemas.microsoft.com/office/drawing/2014/main" id="{B6A479BC-C364-2186-EC5A-285C6CF8A8BE}"/>
                </a:ext>
              </a:extLst>
            </p:cNvPr>
            <p:cNvSpPr/>
            <p:nvPr>
              <p:custDataLst>
                <p:tags r:id="rId29"/>
              </p:custDataLst>
            </p:nvPr>
          </p:nvSpPr>
          <p:spPr>
            <a:xfrm>
              <a:off x="49870" y="1823004"/>
              <a:ext cx="2273310" cy="1263583"/>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297517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297517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297517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1283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25254 w 1828800"/>
                <a:gd name="connsiteY1" fmla="*/ 0 h 914400"/>
                <a:gd name="connsiteX2" fmla="*/ 1828800 w 1828800"/>
                <a:gd name="connsiteY2" fmla="*/ 457200 h 914400"/>
                <a:gd name="connsiteX3" fmla="*/ 153128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25254 w 1828800"/>
                <a:gd name="connsiteY1" fmla="*/ 0 h 914400"/>
                <a:gd name="connsiteX2" fmla="*/ 1828800 w 1828800"/>
                <a:gd name="connsiteY2" fmla="*/ 457200 h 914400"/>
                <a:gd name="connsiteX3" fmla="*/ 152525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25254 w 1828800"/>
                <a:gd name="connsiteY1" fmla="*/ 0 h 914400"/>
                <a:gd name="connsiteX2" fmla="*/ 1828800 w 1828800"/>
                <a:gd name="connsiteY2" fmla="*/ 457200 h 914400"/>
                <a:gd name="connsiteX3" fmla="*/ 152525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5828 w 1828800"/>
                <a:gd name="connsiteY1" fmla="*/ 0 h 914400"/>
                <a:gd name="connsiteX2" fmla="*/ 1828800 w 1828800"/>
                <a:gd name="connsiteY2" fmla="*/ 457200 h 914400"/>
                <a:gd name="connsiteX3" fmla="*/ 152525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5828 w 1828800"/>
                <a:gd name="connsiteY1" fmla="*/ 0 h 914400"/>
                <a:gd name="connsiteX2" fmla="*/ 1828800 w 1828800"/>
                <a:gd name="connsiteY2" fmla="*/ 457200 h 914400"/>
                <a:gd name="connsiteX3" fmla="*/ 1645828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45828" y="0"/>
                  </a:lnTo>
                  <a:lnTo>
                    <a:pt x="1828800" y="457200"/>
                  </a:lnTo>
                  <a:lnTo>
                    <a:pt x="1645828" y="914400"/>
                  </a:lnTo>
                  <a:lnTo>
                    <a:pt x="0" y="914400"/>
                  </a:lnTo>
                  <a:lnTo>
                    <a:pt x="0" y="457200"/>
                  </a:lnTo>
                  <a:close/>
                </a:path>
              </a:pathLst>
            </a:cu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tx1"/>
                </a:solidFill>
              </a:endParaRPr>
            </a:p>
          </p:txBody>
        </p:sp>
        <p:sp>
          <p:nvSpPr>
            <p:cNvPr id="9" name="TextBox 8">
              <a:extLst>
                <a:ext uri="{FF2B5EF4-FFF2-40B4-BE49-F238E27FC236}">
                  <a16:creationId xmlns:a16="http://schemas.microsoft.com/office/drawing/2014/main" id="{98388528-D02B-A123-0669-95F589F6E3FB}"/>
                </a:ext>
              </a:extLst>
            </p:cNvPr>
            <p:cNvSpPr txBox="1"/>
            <p:nvPr>
              <p:custDataLst>
                <p:tags r:id="rId30"/>
              </p:custDataLst>
            </p:nvPr>
          </p:nvSpPr>
          <p:spPr>
            <a:xfrm>
              <a:off x="113370" y="1910753"/>
              <a:ext cx="1982365" cy="108808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endParaRPr lang="en-US" b="1">
                <a:solidFill>
                  <a:schemeClr val="bg1"/>
                </a:solidFill>
                <a:cs typeface="+mn-cs"/>
              </a:endParaRPr>
            </a:p>
          </p:txBody>
        </p:sp>
      </p:grpSp>
      <p:grpSp>
        <p:nvGrpSpPr>
          <p:cNvPr id="10" name="Group 9">
            <a:extLst>
              <a:ext uri="{FF2B5EF4-FFF2-40B4-BE49-F238E27FC236}">
                <a16:creationId xmlns:a16="http://schemas.microsoft.com/office/drawing/2014/main" id="{D9A32001-467A-D6B2-5CD1-039A4A5914A6}"/>
              </a:ext>
            </a:extLst>
          </p:cNvPr>
          <p:cNvGrpSpPr/>
          <p:nvPr>
            <p:custDataLst>
              <p:tags r:id="rId4"/>
            </p:custDataLst>
          </p:nvPr>
        </p:nvGrpSpPr>
        <p:grpSpPr>
          <a:xfrm rot="5400000">
            <a:off x="237419" y="3730437"/>
            <a:ext cx="1993534" cy="1358905"/>
            <a:chOff x="109706" y="3870980"/>
            <a:chExt cx="2153642" cy="1263583"/>
          </a:xfrm>
          <a:solidFill>
            <a:schemeClr val="accent1">
              <a:lumMod val="25000"/>
              <a:lumOff val="75000"/>
            </a:schemeClr>
          </a:solidFill>
        </p:grpSpPr>
        <p:sp>
          <p:nvSpPr>
            <p:cNvPr id="11" name="Freeform: Shape 10">
              <a:extLst>
                <a:ext uri="{FF2B5EF4-FFF2-40B4-BE49-F238E27FC236}">
                  <a16:creationId xmlns:a16="http://schemas.microsoft.com/office/drawing/2014/main" id="{B11C709C-49AE-C282-C84F-6807629B3FB5}"/>
                </a:ext>
              </a:extLst>
            </p:cNvPr>
            <p:cNvSpPr/>
            <p:nvPr>
              <p:custDataLst>
                <p:tags r:id="rId27"/>
              </p:custDataLst>
            </p:nvPr>
          </p:nvSpPr>
          <p:spPr>
            <a:xfrm>
              <a:off x="109706" y="3870980"/>
              <a:ext cx="2153642" cy="1263583"/>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180502 w 1828800"/>
                <a:gd name="connsiteY5" fmla="*/ 457200 h 914400"/>
                <a:gd name="connsiteX0" fmla="*/ 0 w 1828800"/>
                <a:gd name="connsiteY0" fmla="*/ 0 h 914400"/>
                <a:gd name="connsiteX1" fmla="*/ 1648298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180502 w 1828800"/>
                <a:gd name="connsiteY5" fmla="*/ 457200 h 914400"/>
                <a:gd name="connsiteX0" fmla="*/ 0 w 1828800"/>
                <a:gd name="connsiteY0" fmla="*/ 0 h 914400"/>
                <a:gd name="connsiteX1" fmla="*/ 1648298 w 1828800"/>
                <a:gd name="connsiteY1" fmla="*/ 0 h 914400"/>
                <a:gd name="connsiteX2" fmla="*/ 1828800 w 1828800"/>
                <a:gd name="connsiteY2" fmla="*/ 457200 h 914400"/>
                <a:gd name="connsiteX3" fmla="*/ 1648298 w 1828800"/>
                <a:gd name="connsiteY3" fmla="*/ 914400 h 914400"/>
                <a:gd name="connsiteX4" fmla="*/ 0 w 1828800"/>
                <a:gd name="connsiteY4" fmla="*/ 914400 h 914400"/>
                <a:gd name="connsiteX5" fmla="*/ 180502 w 1828800"/>
                <a:gd name="connsiteY5" fmla="*/ 457200 h 914400"/>
                <a:gd name="connsiteX0" fmla="*/ 0 w 1828800"/>
                <a:gd name="connsiteY0" fmla="*/ 0 h 914400"/>
                <a:gd name="connsiteX1" fmla="*/ 1648298 w 1828800"/>
                <a:gd name="connsiteY1" fmla="*/ 0 h 914400"/>
                <a:gd name="connsiteX2" fmla="*/ 1828800 w 1828800"/>
                <a:gd name="connsiteY2" fmla="*/ 457200 h 914400"/>
                <a:gd name="connsiteX3" fmla="*/ 1648298 w 1828800"/>
                <a:gd name="connsiteY3" fmla="*/ 914400 h 914400"/>
                <a:gd name="connsiteX4" fmla="*/ 0 w 1828800"/>
                <a:gd name="connsiteY4" fmla="*/ 914400 h 914400"/>
                <a:gd name="connsiteX5" fmla="*/ 192339 w 1828800"/>
                <a:gd name="connsiteY5" fmla="*/ 457200 h 914400"/>
                <a:gd name="connsiteX0" fmla="*/ 0 w 1828800"/>
                <a:gd name="connsiteY0" fmla="*/ 0 h 914400"/>
                <a:gd name="connsiteX1" fmla="*/ 1636461 w 1828800"/>
                <a:gd name="connsiteY1" fmla="*/ 0 h 914400"/>
                <a:gd name="connsiteX2" fmla="*/ 1828800 w 1828800"/>
                <a:gd name="connsiteY2" fmla="*/ 457200 h 914400"/>
                <a:gd name="connsiteX3" fmla="*/ 1648298 w 1828800"/>
                <a:gd name="connsiteY3" fmla="*/ 914400 h 914400"/>
                <a:gd name="connsiteX4" fmla="*/ 0 w 1828800"/>
                <a:gd name="connsiteY4" fmla="*/ 914400 h 914400"/>
                <a:gd name="connsiteX5" fmla="*/ 192339 w 1828800"/>
                <a:gd name="connsiteY5" fmla="*/ 457200 h 914400"/>
                <a:gd name="connsiteX0" fmla="*/ 0 w 1828800"/>
                <a:gd name="connsiteY0" fmla="*/ 0 h 914400"/>
                <a:gd name="connsiteX1" fmla="*/ 1636461 w 1828800"/>
                <a:gd name="connsiteY1" fmla="*/ 0 h 914400"/>
                <a:gd name="connsiteX2" fmla="*/ 1828800 w 1828800"/>
                <a:gd name="connsiteY2" fmla="*/ 457200 h 914400"/>
                <a:gd name="connsiteX3" fmla="*/ 1636461 w 1828800"/>
                <a:gd name="connsiteY3" fmla="*/ 914400 h 914400"/>
                <a:gd name="connsiteX4" fmla="*/ 0 w 1828800"/>
                <a:gd name="connsiteY4" fmla="*/ 914400 h 914400"/>
                <a:gd name="connsiteX5" fmla="*/ 192339 w 1828800"/>
                <a:gd name="connsiteY5" fmla="*/ 457200 h 914400"/>
                <a:gd name="connsiteX0" fmla="*/ 0 w 1828800"/>
                <a:gd name="connsiteY0" fmla="*/ 0 h 914400"/>
                <a:gd name="connsiteX1" fmla="*/ 1636461 w 1828800"/>
                <a:gd name="connsiteY1" fmla="*/ 0 h 914400"/>
                <a:gd name="connsiteX2" fmla="*/ 1828800 w 1828800"/>
                <a:gd name="connsiteY2" fmla="*/ 457200 h 914400"/>
                <a:gd name="connsiteX3" fmla="*/ 16364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3646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6945 w 1828800"/>
                <a:gd name="connsiteY5" fmla="*/ 457200 h 914400"/>
                <a:gd name="connsiteX0" fmla="*/ 0 w 1828800"/>
                <a:gd name="connsiteY0" fmla="*/ 0 h 914400"/>
                <a:gd name="connsiteX1" fmla="*/ 1641855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4743 w 1828800"/>
                <a:gd name="connsiteY5" fmla="*/ 457200 h 914400"/>
                <a:gd name="connsiteX0" fmla="*/ 0 w 1828800"/>
                <a:gd name="connsiteY0" fmla="*/ 0 h 914400"/>
                <a:gd name="connsiteX1" fmla="*/ 1644057 w 1828800"/>
                <a:gd name="connsiteY1" fmla="*/ 0 h 914400"/>
                <a:gd name="connsiteX2" fmla="*/ 1828800 w 1828800"/>
                <a:gd name="connsiteY2" fmla="*/ 457200 h 914400"/>
                <a:gd name="connsiteX3" fmla="*/ 1641855 w 1828800"/>
                <a:gd name="connsiteY3" fmla="*/ 914400 h 914400"/>
                <a:gd name="connsiteX4" fmla="*/ 0 w 1828800"/>
                <a:gd name="connsiteY4" fmla="*/ 914400 h 914400"/>
                <a:gd name="connsiteX5" fmla="*/ 184743 w 1828800"/>
                <a:gd name="connsiteY5" fmla="*/ 457200 h 914400"/>
                <a:gd name="connsiteX0" fmla="*/ 0 w 1828800"/>
                <a:gd name="connsiteY0" fmla="*/ 0 h 914400"/>
                <a:gd name="connsiteX1" fmla="*/ 1644057 w 1828800"/>
                <a:gd name="connsiteY1" fmla="*/ 0 h 914400"/>
                <a:gd name="connsiteX2" fmla="*/ 1828800 w 1828800"/>
                <a:gd name="connsiteY2" fmla="*/ 457200 h 914400"/>
                <a:gd name="connsiteX3" fmla="*/ 1644057 w 1828800"/>
                <a:gd name="connsiteY3" fmla="*/ 914400 h 914400"/>
                <a:gd name="connsiteX4" fmla="*/ 0 w 1828800"/>
                <a:gd name="connsiteY4" fmla="*/ 914400 h 914400"/>
                <a:gd name="connsiteX5" fmla="*/ 184743 w 1828800"/>
                <a:gd name="connsiteY5" fmla="*/ 457200 h 914400"/>
                <a:gd name="connsiteX0" fmla="*/ 0 w 1828800"/>
                <a:gd name="connsiteY0" fmla="*/ 0 h 914400"/>
                <a:gd name="connsiteX1" fmla="*/ 1644057 w 1828800"/>
                <a:gd name="connsiteY1" fmla="*/ 0 h 914400"/>
                <a:gd name="connsiteX2" fmla="*/ 1828800 w 1828800"/>
                <a:gd name="connsiteY2" fmla="*/ 457200 h 914400"/>
                <a:gd name="connsiteX3" fmla="*/ 1644057 w 1828800"/>
                <a:gd name="connsiteY3" fmla="*/ 914400 h 914400"/>
                <a:gd name="connsiteX4" fmla="*/ 0 w 1828800"/>
                <a:gd name="connsiteY4" fmla="*/ 914400 h 914400"/>
                <a:gd name="connsiteX5" fmla="*/ 193139 w 1828800"/>
                <a:gd name="connsiteY5" fmla="*/ 457200 h 914400"/>
                <a:gd name="connsiteX0" fmla="*/ 0 w 1828800"/>
                <a:gd name="connsiteY0" fmla="*/ 0 h 914400"/>
                <a:gd name="connsiteX1" fmla="*/ 1635661 w 1828800"/>
                <a:gd name="connsiteY1" fmla="*/ 0 h 914400"/>
                <a:gd name="connsiteX2" fmla="*/ 1828800 w 1828800"/>
                <a:gd name="connsiteY2" fmla="*/ 457200 h 914400"/>
                <a:gd name="connsiteX3" fmla="*/ 1644057 w 1828800"/>
                <a:gd name="connsiteY3" fmla="*/ 914400 h 914400"/>
                <a:gd name="connsiteX4" fmla="*/ 0 w 1828800"/>
                <a:gd name="connsiteY4" fmla="*/ 914400 h 914400"/>
                <a:gd name="connsiteX5" fmla="*/ 193139 w 1828800"/>
                <a:gd name="connsiteY5" fmla="*/ 457200 h 914400"/>
                <a:gd name="connsiteX0" fmla="*/ 0 w 1828800"/>
                <a:gd name="connsiteY0" fmla="*/ 0 h 914400"/>
                <a:gd name="connsiteX1" fmla="*/ 1635661 w 1828800"/>
                <a:gd name="connsiteY1" fmla="*/ 0 h 914400"/>
                <a:gd name="connsiteX2" fmla="*/ 1828800 w 1828800"/>
                <a:gd name="connsiteY2" fmla="*/ 457200 h 914400"/>
                <a:gd name="connsiteX3" fmla="*/ 1635661 w 1828800"/>
                <a:gd name="connsiteY3" fmla="*/ 914400 h 914400"/>
                <a:gd name="connsiteX4" fmla="*/ 0 w 1828800"/>
                <a:gd name="connsiteY4" fmla="*/ 914400 h 914400"/>
                <a:gd name="connsiteX5" fmla="*/ 193139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35661" y="0"/>
                  </a:lnTo>
                  <a:lnTo>
                    <a:pt x="1828800" y="457200"/>
                  </a:lnTo>
                  <a:lnTo>
                    <a:pt x="1635661" y="914400"/>
                  </a:lnTo>
                  <a:lnTo>
                    <a:pt x="0" y="914400"/>
                  </a:lnTo>
                  <a:lnTo>
                    <a:pt x="193139" y="457200"/>
                  </a:lnTo>
                  <a:close/>
                </a:path>
              </a:pathLst>
            </a:cu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tx1"/>
                </a:solidFill>
              </a:endParaRPr>
            </a:p>
          </p:txBody>
        </p:sp>
        <p:sp>
          <p:nvSpPr>
            <p:cNvPr id="12" name="TextBox 11">
              <a:extLst>
                <a:ext uri="{FF2B5EF4-FFF2-40B4-BE49-F238E27FC236}">
                  <a16:creationId xmlns:a16="http://schemas.microsoft.com/office/drawing/2014/main" id="{6008B6D8-9EF4-47C2-ED48-B4CC9095FCC4}"/>
                </a:ext>
              </a:extLst>
            </p:cNvPr>
            <p:cNvSpPr txBox="1"/>
            <p:nvPr>
              <p:custDataLst>
                <p:tags r:id="rId28"/>
              </p:custDataLst>
            </p:nvPr>
          </p:nvSpPr>
          <p:spPr>
            <a:xfrm>
              <a:off x="387951" y="3958729"/>
              <a:ext cx="1647952" cy="108808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endParaRPr lang="en-US" b="1">
                <a:solidFill>
                  <a:schemeClr val="bg1"/>
                </a:solidFill>
                <a:cs typeface="+mn-cs"/>
              </a:endParaRPr>
            </a:p>
          </p:txBody>
        </p:sp>
      </p:grpSp>
      <p:grpSp>
        <p:nvGrpSpPr>
          <p:cNvPr id="13" name="Group 12">
            <a:extLst>
              <a:ext uri="{FF2B5EF4-FFF2-40B4-BE49-F238E27FC236}">
                <a16:creationId xmlns:a16="http://schemas.microsoft.com/office/drawing/2014/main" id="{19572607-FCD9-9DFD-F789-08CC76CEC991}"/>
              </a:ext>
            </a:extLst>
          </p:cNvPr>
          <p:cNvGrpSpPr/>
          <p:nvPr>
            <p:custDataLst>
              <p:tags r:id="rId5"/>
            </p:custDataLst>
          </p:nvPr>
        </p:nvGrpSpPr>
        <p:grpSpPr>
          <a:xfrm rot="5400000">
            <a:off x="685136" y="5116113"/>
            <a:ext cx="1098101" cy="1358905"/>
            <a:chOff x="593379" y="5367946"/>
            <a:chExt cx="1186294" cy="1263583"/>
          </a:xfrm>
          <a:solidFill>
            <a:schemeClr val="accent1">
              <a:lumMod val="25000"/>
              <a:lumOff val="75000"/>
            </a:schemeClr>
          </a:solidFill>
        </p:grpSpPr>
        <p:sp>
          <p:nvSpPr>
            <p:cNvPr id="14" name="Freeform: Shape 13">
              <a:extLst>
                <a:ext uri="{FF2B5EF4-FFF2-40B4-BE49-F238E27FC236}">
                  <a16:creationId xmlns:a16="http://schemas.microsoft.com/office/drawing/2014/main" id="{7630C7F5-0B88-51F9-76F2-D2D144541087}"/>
                </a:ext>
              </a:extLst>
            </p:cNvPr>
            <p:cNvSpPr/>
            <p:nvPr>
              <p:custDataLst>
                <p:tags r:id="rId25"/>
              </p:custDataLst>
            </p:nvPr>
          </p:nvSpPr>
          <p:spPr>
            <a:xfrm>
              <a:off x="593379" y="5367946"/>
              <a:ext cx="1186294" cy="1263583"/>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06438 w 1828800"/>
                <a:gd name="connsiteY5" fmla="*/ 457200 h 914400"/>
                <a:gd name="connsiteX0" fmla="*/ 0 w 1828800"/>
                <a:gd name="connsiteY0" fmla="*/ 0 h 914400"/>
                <a:gd name="connsiteX1" fmla="*/ 1722362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722362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75309 w 1828800"/>
                <a:gd name="connsiteY5" fmla="*/ 457200 h 914400"/>
                <a:gd name="connsiteX0" fmla="*/ 0 w 1828800"/>
                <a:gd name="connsiteY0" fmla="*/ 0 h 914400"/>
                <a:gd name="connsiteX1" fmla="*/ 1653491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53491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146094 w 1828800"/>
                <a:gd name="connsiteY5" fmla="*/ 457200 h 914400"/>
                <a:gd name="connsiteX0" fmla="*/ 0 w 1828800"/>
                <a:gd name="connsiteY0" fmla="*/ 0 h 914400"/>
                <a:gd name="connsiteX1" fmla="*/ 1682706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82706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213897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1490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61490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327377 w 1828800"/>
                <a:gd name="connsiteY5" fmla="*/ 457200 h 914400"/>
                <a:gd name="connsiteX0" fmla="*/ 0 w 1828800"/>
                <a:gd name="connsiteY0" fmla="*/ 0 h 914400"/>
                <a:gd name="connsiteX1" fmla="*/ 1501423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01423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3106 w 1828800"/>
                <a:gd name="connsiteY5" fmla="*/ 457200 h 914400"/>
                <a:gd name="connsiteX0" fmla="*/ 0 w 1828800"/>
                <a:gd name="connsiteY0" fmla="*/ 0 h 914400"/>
                <a:gd name="connsiteX1" fmla="*/ 1535694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8410 w 1828800"/>
                <a:gd name="connsiteY5" fmla="*/ 457200 h 914400"/>
                <a:gd name="connsiteX0" fmla="*/ 0 w 1828800"/>
                <a:gd name="connsiteY0" fmla="*/ 0 h 914400"/>
                <a:gd name="connsiteX1" fmla="*/ 1530390 w 1828800"/>
                <a:gd name="connsiteY1" fmla="*/ 0 h 914400"/>
                <a:gd name="connsiteX2" fmla="*/ 1828800 w 1828800"/>
                <a:gd name="connsiteY2" fmla="*/ 457200 h 914400"/>
                <a:gd name="connsiteX3" fmla="*/ 1535694 w 1828800"/>
                <a:gd name="connsiteY3" fmla="*/ 914400 h 914400"/>
                <a:gd name="connsiteX4" fmla="*/ 0 w 1828800"/>
                <a:gd name="connsiteY4" fmla="*/ 914400 h 914400"/>
                <a:gd name="connsiteX5" fmla="*/ 298410 w 1828800"/>
                <a:gd name="connsiteY5" fmla="*/ 457200 h 914400"/>
                <a:gd name="connsiteX0" fmla="*/ 0 w 1828800"/>
                <a:gd name="connsiteY0" fmla="*/ 0 h 914400"/>
                <a:gd name="connsiteX1" fmla="*/ 1530390 w 1828800"/>
                <a:gd name="connsiteY1" fmla="*/ 0 h 914400"/>
                <a:gd name="connsiteX2" fmla="*/ 1828800 w 1828800"/>
                <a:gd name="connsiteY2" fmla="*/ 457200 h 914400"/>
                <a:gd name="connsiteX3" fmla="*/ 1530390 w 1828800"/>
                <a:gd name="connsiteY3" fmla="*/ 914400 h 914400"/>
                <a:gd name="connsiteX4" fmla="*/ 0 w 1828800"/>
                <a:gd name="connsiteY4" fmla="*/ 914400 h 914400"/>
                <a:gd name="connsiteX5" fmla="*/ 298410 w 1828800"/>
                <a:gd name="connsiteY5" fmla="*/ 457200 h 914400"/>
                <a:gd name="connsiteX0" fmla="*/ 0 w 1828800"/>
                <a:gd name="connsiteY0" fmla="*/ 0 h 914400"/>
                <a:gd name="connsiteX1" fmla="*/ 1530390 w 1828800"/>
                <a:gd name="connsiteY1" fmla="*/ 0 h 914400"/>
                <a:gd name="connsiteX2" fmla="*/ 1828800 w 1828800"/>
                <a:gd name="connsiteY2" fmla="*/ 457200 h 914400"/>
                <a:gd name="connsiteX3" fmla="*/ 1530390 w 1828800"/>
                <a:gd name="connsiteY3" fmla="*/ 914400 h 914400"/>
                <a:gd name="connsiteX4" fmla="*/ 0 w 1828800"/>
                <a:gd name="connsiteY4" fmla="*/ 914400 h 914400"/>
                <a:gd name="connsiteX5" fmla="*/ 350631 w 1828800"/>
                <a:gd name="connsiteY5" fmla="*/ 457200 h 914400"/>
                <a:gd name="connsiteX0" fmla="*/ 0 w 1828800"/>
                <a:gd name="connsiteY0" fmla="*/ 0 h 914400"/>
                <a:gd name="connsiteX1" fmla="*/ 1478169 w 1828800"/>
                <a:gd name="connsiteY1" fmla="*/ 0 h 914400"/>
                <a:gd name="connsiteX2" fmla="*/ 1828800 w 1828800"/>
                <a:gd name="connsiteY2" fmla="*/ 457200 h 914400"/>
                <a:gd name="connsiteX3" fmla="*/ 1530390 w 1828800"/>
                <a:gd name="connsiteY3" fmla="*/ 914400 h 914400"/>
                <a:gd name="connsiteX4" fmla="*/ 0 w 1828800"/>
                <a:gd name="connsiteY4" fmla="*/ 914400 h 914400"/>
                <a:gd name="connsiteX5" fmla="*/ 350631 w 1828800"/>
                <a:gd name="connsiteY5" fmla="*/ 457200 h 914400"/>
                <a:gd name="connsiteX0" fmla="*/ 0 w 1828800"/>
                <a:gd name="connsiteY0" fmla="*/ 0 h 914400"/>
                <a:gd name="connsiteX1" fmla="*/ 1478169 w 1828800"/>
                <a:gd name="connsiteY1" fmla="*/ 0 h 914400"/>
                <a:gd name="connsiteX2" fmla="*/ 1828800 w 1828800"/>
                <a:gd name="connsiteY2" fmla="*/ 457200 h 914400"/>
                <a:gd name="connsiteX3" fmla="*/ 1478169 w 1828800"/>
                <a:gd name="connsiteY3" fmla="*/ 914400 h 914400"/>
                <a:gd name="connsiteX4" fmla="*/ 0 w 1828800"/>
                <a:gd name="connsiteY4" fmla="*/ 914400 h 914400"/>
                <a:gd name="connsiteX5" fmla="*/ 350631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478169" y="0"/>
                  </a:lnTo>
                  <a:lnTo>
                    <a:pt x="1828800" y="457200"/>
                  </a:lnTo>
                  <a:lnTo>
                    <a:pt x="1478169" y="914400"/>
                  </a:lnTo>
                  <a:lnTo>
                    <a:pt x="0" y="914400"/>
                  </a:lnTo>
                  <a:lnTo>
                    <a:pt x="350631" y="457200"/>
                  </a:lnTo>
                  <a:close/>
                </a:path>
              </a:pathLst>
            </a:cu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tx1"/>
                </a:solidFill>
              </a:endParaRPr>
            </a:p>
          </p:txBody>
        </p:sp>
        <p:sp>
          <p:nvSpPr>
            <p:cNvPr id="15" name="TextBox 14">
              <a:extLst>
                <a:ext uri="{FF2B5EF4-FFF2-40B4-BE49-F238E27FC236}">
                  <a16:creationId xmlns:a16="http://schemas.microsoft.com/office/drawing/2014/main" id="{43F5DBC0-FFF1-ACB1-E051-03D41598DF4B}"/>
                </a:ext>
              </a:extLst>
            </p:cNvPr>
            <p:cNvSpPr txBox="1"/>
            <p:nvPr>
              <p:custDataLst>
                <p:tags r:id="rId26"/>
              </p:custDataLst>
            </p:nvPr>
          </p:nvSpPr>
          <p:spPr>
            <a:xfrm>
              <a:off x="871624" y="5455695"/>
              <a:ext cx="680604" cy="108808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endParaRPr lang="en-US" b="1">
                <a:solidFill>
                  <a:schemeClr val="bg1"/>
                </a:solidFill>
                <a:cs typeface="+mn-cs"/>
              </a:endParaRPr>
            </a:p>
          </p:txBody>
        </p:sp>
      </p:grpSp>
      <p:sp>
        <p:nvSpPr>
          <p:cNvPr id="16" name="Rectangle 15">
            <a:extLst>
              <a:ext uri="{FF2B5EF4-FFF2-40B4-BE49-F238E27FC236}">
                <a16:creationId xmlns:a16="http://schemas.microsoft.com/office/drawing/2014/main" id="{18C21971-C7EF-E2EA-1A27-3D761E79AF14}"/>
              </a:ext>
            </a:extLst>
          </p:cNvPr>
          <p:cNvSpPr>
            <a:spLocks/>
          </p:cNvSpPr>
          <p:nvPr/>
        </p:nvSpPr>
        <p:spPr>
          <a:xfrm>
            <a:off x="721939" y="1813639"/>
            <a:ext cx="1024495" cy="36933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a:spcBef>
                <a:spcPts val="300"/>
              </a:spcBef>
              <a:spcAft>
                <a:spcPts val="300"/>
              </a:spcAft>
              <a:buClr>
                <a:schemeClr val="tx1"/>
              </a:buClr>
            </a:pPr>
            <a:r>
              <a:rPr lang="en-US" sz="1200" b="1" dirty="0">
                <a:solidFill>
                  <a:schemeClr val="tx1"/>
                </a:solidFill>
              </a:rPr>
              <a:t>Demand initialization</a:t>
            </a:r>
          </a:p>
        </p:txBody>
      </p:sp>
      <p:sp>
        <p:nvSpPr>
          <p:cNvPr id="17" name="Rectangle 16">
            <a:extLst>
              <a:ext uri="{FF2B5EF4-FFF2-40B4-BE49-F238E27FC236}">
                <a16:creationId xmlns:a16="http://schemas.microsoft.com/office/drawing/2014/main" id="{3729E73E-7ED1-E4AB-5B2C-7E823058448D}"/>
              </a:ext>
            </a:extLst>
          </p:cNvPr>
          <p:cNvSpPr>
            <a:spLocks/>
          </p:cNvSpPr>
          <p:nvPr/>
        </p:nvSpPr>
        <p:spPr>
          <a:xfrm>
            <a:off x="721939" y="3841783"/>
            <a:ext cx="1024495" cy="36933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a:spcBef>
                <a:spcPts val="300"/>
              </a:spcBef>
              <a:spcAft>
                <a:spcPts val="300"/>
              </a:spcAft>
              <a:buClr>
                <a:schemeClr val="tx1"/>
              </a:buClr>
            </a:pPr>
            <a:r>
              <a:rPr lang="en-US" sz="1200" b="1">
                <a:solidFill>
                  <a:schemeClr val="tx1"/>
                </a:solidFill>
              </a:rPr>
              <a:t>Demand execution</a:t>
            </a:r>
          </a:p>
        </p:txBody>
      </p:sp>
      <p:sp>
        <p:nvSpPr>
          <p:cNvPr id="18" name="Rectangle 17">
            <a:extLst>
              <a:ext uri="{FF2B5EF4-FFF2-40B4-BE49-F238E27FC236}">
                <a16:creationId xmlns:a16="http://schemas.microsoft.com/office/drawing/2014/main" id="{6BF0B664-A44D-3F9E-C948-5C603F5E8DB7}"/>
              </a:ext>
            </a:extLst>
          </p:cNvPr>
          <p:cNvSpPr>
            <a:spLocks/>
          </p:cNvSpPr>
          <p:nvPr/>
        </p:nvSpPr>
        <p:spPr>
          <a:xfrm>
            <a:off x="605912" y="5452814"/>
            <a:ext cx="1256548" cy="36933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a:spcBef>
                <a:spcPts val="300"/>
              </a:spcBef>
              <a:spcAft>
                <a:spcPts val="300"/>
              </a:spcAft>
              <a:buClr>
                <a:schemeClr val="tx1"/>
              </a:buClr>
            </a:pPr>
            <a:r>
              <a:rPr lang="en-US" sz="1200" b="1" dirty="0">
                <a:solidFill>
                  <a:schemeClr val="tx1"/>
                </a:solidFill>
              </a:rPr>
              <a:t>Demand tracking</a:t>
            </a:r>
          </a:p>
        </p:txBody>
      </p:sp>
      <p:cxnSp>
        <p:nvCxnSpPr>
          <p:cNvPr id="6" name="LineBasicStrong 22">
            <a:extLst>
              <a:ext uri="{FF2B5EF4-FFF2-40B4-BE49-F238E27FC236}">
                <a16:creationId xmlns:a16="http://schemas.microsoft.com/office/drawing/2014/main" id="{E6F7D811-DEA5-0220-FAF7-A489E647FAEE}"/>
              </a:ext>
            </a:extLst>
          </p:cNvPr>
          <p:cNvCxnSpPr>
            <a:cxnSpLocks/>
          </p:cNvCxnSpPr>
          <p:nvPr>
            <p:custDataLst>
              <p:tags r:id="rId6"/>
            </p:custDataLst>
          </p:nvPr>
        </p:nvCxnSpPr>
        <p:spPr>
          <a:xfrm flipV="1">
            <a:off x="554736" y="1383208"/>
            <a:ext cx="791870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26D3EE06-1638-6287-01BE-242B96697621}"/>
              </a:ext>
            </a:extLst>
          </p:cNvPr>
          <p:cNvSpPr txBox="1">
            <a:spLocks/>
          </p:cNvSpPr>
          <p:nvPr/>
        </p:nvSpPr>
        <p:spPr>
          <a:xfrm>
            <a:off x="554736" y="1119764"/>
            <a:ext cx="7918704"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Typical steps involved in technology demand management  </a:t>
            </a:r>
          </a:p>
        </p:txBody>
      </p:sp>
      <p:sp>
        <p:nvSpPr>
          <p:cNvPr id="94" name="Rectangle 93">
            <a:extLst>
              <a:ext uri="{FF2B5EF4-FFF2-40B4-BE49-F238E27FC236}">
                <a16:creationId xmlns:a16="http://schemas.microsoft.com/office/drawing/2014/main" id="{8CF0AC3A-55DA-638F-D674-0CC693F3D056}"/>
              </a:ext>
            </a:extLst>
          </p:cNvPr>
          <p:cNvSpPr>
            <a:spLocks/>
          </p:cNvSpPr>
          <p:nvPr/>
        </p:nvSpPr>
        <p:spPr>
          <a:xfrm>
            <a:off x="9101138" y="1227486"/>
            <a:ext cx="2533650" cy="21544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300"/>
              </a:spcBef>
              <a:spcAft>
                <a:spcPts val="300"/>
              </a:spcAft>
            </a:pPr>
            <a:r>
              <a:rPr lang="en-US" sz="1400" b="1" dirty="0">
                <a:solidFill>
                  <a:schemeClr val="tx1"/>
                </a:solidFill>
              </a:rPr>
              <a:t>Key insights </a:t>
            </a:r>
          </a:p>
        </p:txBody>
      </p:sp>
      <p:cxnSp>
        <p:nvCxnSpPr>
          <p:cNvPr id="99" name="LineBasicStrong 22">
            <a:extLst>
              <a:ext uri="{FF2B5EF4-FFF2-40B4-BE49-F238E27FC236}">
                <a16:creationId xmlns:a16="http://schemas.microsoft.com/office/drawing/2014/main" id="{32B537FC-B223-4BA7-C23B-1D66F482C420}"/>
              </a:ext>
            </a:extLst>
          </p:cNvPr>
          <p:cNvCxnSpPr>
            <a:cxnSpLocks/>
          </p:cNvCxnSpPr>
          <p:nvPr>
            <p:custDataLst>
              <p:tags r:id="rId7"/>
            </p:custDataLst>
          </p:nvPr>
        </p:nvCxnSpPr>
        <p:spPr>
          <a:xfrm flipV="1">
            <a:off x="9101138" y="1490930"/>
            <a:ext cx="253365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AF8EE82B-8B7C-2F13-28AB-00B1A9F82ED3}"/>
              </a:ext>
            </a:extLst>
          </p:cNvPr>
          <p:cNvGrpSpPr/>
          <p:nvPr/>
        </p:nvGrpSpPr>
        <p:grpSpPr>
          <a:xfrm>
            <a:off x="1932262" y="3378724"/>
            <a:ext cx="6541178" cy="1841396"/>
            <a:chOff x="1818317" y="3486446"/>
            <a:chExt cx="5918067" cy="1841396"/>
          </a:xfrm>
        </p:grpSpPr>
        <p:cxnSp>
          <p:nvCxnSpPr>
            <p:cNvPr id="59" name="LineSeparatorStrong 54">
              <a:extLst>
                <a:ext uri="{FF2B5EF4-FFF2-40B4-BE49-F238E27FC236}">
                  <a16:creationId xmlns:a16="http://schemas.microsoft.com/office/drawing/2014/main" id="{05EB1390-0747-5121-DAB4-F8608C41D539}"/>
                </a:ext>
              </a:extLst>
            </p:cNvPr>
            <p:cNvCxnSpPr>
              <a:cxnSpLocks/>
            </p:cNvCxnSpPr>
            <p:nvPr>
              <p:custDataLst>
                <p:tags r:id="rId23"/>
              </p:custDataLst>
            </p:nvPr>
          </p:nvCxnSpPr>
          <p:spPr>
            <a:xfrm>
              <a:off x="1818317" y="3486446"/>
              <a:ext cx="5918067" cy="0"/>
            </a:xfrm>
            <a:prstGeom prst="straightConnector1">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LineSeparatorStrong 54">
              <a:extLst>
                <a:ext uri="{FF2B5EF4-FFF2-40B4-BE49-F238E27FC236}">
                  <a16:creationId xmlns:a16="http://schemas.microsoft.com/office/drawing/2014/main" id="{26874721-453B-C4CF-C8B5-72B4B26D50FA}"/>
                </a:ext>
              </a:extLst>
            </p:cNvPr>
            <p:cNvCxnSpPr>
              <a:cxnSpLocks/>
            </p:cNvCxnSpPr>
            <p:nvPr>
              <p:custDataLst>
                <p:tags r:id="rId24"/>
              </p:custDataLst>
            </p:nvPr>
          </p:nvCxnSpPr>
          <p:spPr>
            <a:xfrm>
              <a:off x="1818317" y="5327842"/>
              <a:ext cx="5918067" cy="0"/>
            </a:xfrm>
            <a:prstGeom prst="straightConnector1">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sp>
        <p:nvSpPr>
          <p:cNvPr id="34" name="Rectangle: Rounded Corners 33">
            <a:extLst>
              <a:ext uri="{FF2B5EF4-FFF2-40B4-BE49-F238E27FC236}">
                <a16:creationId xmlns:a16="http://schemas.microsoft.com/office/drawing/2014/main" id="{0E28A51D-46C2-5358-2D66-EC8C14078925}"/>
              </a:ext>
            </a:extLst>
          </p:cNvPr>
          <p:cNvSpPr>
            <a:spLocks/>
          </p:cNvSpPr>
          <p:nvPr/>
        </p:nvSpPr>
        <p:spPr>
          <a:xfrm>
            <a:off x="2046340" y="1590768"/>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Creation of quarterly demand pipeline</a:t>
            </a:r>
          </a:p>
        </p:txBody>
      </p:sp>
      <p:sp>
        <p:nvSpPr>
          <p:cNvPr id="35" name="Rectangle: Rounded Corners 34">
            <a:extLst>
              <a:ext uri="{FF2B5EF4-FFF2-40B4-BE49-F238E27FC236}">
                <a16:creationId xmlns:a16="http://schemas.microsoft.com/office/drawing/2014/main" id="{94BCC16C-390D-8742-B350-76E582D94C86}"/>
              </a:ext>
            </a:extLst>
          </p:cNvPr>
          <p:cNvSpPr>
            <a:spLocks/>
          </p:cNvSpPr>
          <p:nvPr/>
        </p:nvSpPr>
        <p:spPr>
          <a:xfrm>
            <a:off x="4212057" y="2700525"/>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tx1"/>
                </a:solidFill>
              </a:rPr>
              <a:t>Demand backlog (ungroomed)</a:t>
            </a:r>
          </a:p>
        </p:txBody>
      </p:sp>
      <p:sp>
        <p:nvSpPr>
          <p:cNvPr id="36" name="TextBox 35">
            <a:extLst>
              <a:ext uri="{FF2B5EF4-FFF2-40B4-BE49-F238E27FC236}">
                <a16:creationId xmlns:a16="http://schemas.microsoft.com/office/drawing/2014/main" id="{09AC4964-637C-49C8-CD17-D0EA5EEBF1FC}"/>
              </a:ext>
            </a:extLst>
          </p:cNvPr>
          <p:cNvSpPr txBox="1"/>
          <p:nvPr/>
        </p:nvSpPr>
        <p:spPr>
          <a:xfrm>
            <a:off x="4950849" y="2135975"/>
            <a:ext cx="1764907"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i="1" dirty="0">
                <a:cs typeface="+mn-cs"/>
              </a:rPr>
              <a:t>Demand is added to digital tool</a:t>
            </a:r>
          </a:p>
        </p:txBody>
      </p:sp>
      <p:sp>
        <p:nvSpPr>
          <p:cNvPr id="38" name="Rectangle: Rounded Corners 37">
            <a:extLst>
              <a:ext uri="{FF2B5EF4-FFF2-40B4-BE49-F238E27FC236}">
                <a16:creationId xmlns:a16="http://schemas.microsoft.com/office/drawing/2014/main" id="{2D8544F1-78E4-A424-1014-C9D048DD5E01}"/>
              </a:ext>
            </a:extLst>
          </p:cNvPr>
          <p:cNvSpPr>
            <a:spLocks/>
          </p:cNvSpPr>
          <p:nvPr/>
        </p:nvSpPr>
        <p:spPr>
          <a:xfrm>
            <a:off x="4212057" y="3636367"/>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Demand grooming</a:t>
            </a:r>
            <a:br>
              <a:rPr lang="en-US" sz="1000" dirty="0">
                <a:solidFill>
                  <a:schemeClr val="tx1"/>
                </a:solidFill>
              </a:rPr>
            </a:br>
            <a:r>
              <a:rPr lang="en-US" sz="1000" dirty="0">
                <a:solidFill>
                  <a:schemeClr val="tx1"/>
                </a:solidFill>
              </a:rPr>
              <a:t>(sizing and scoping)</a:t>
            </a:r>
          </a:p>
        </p:txBody>
      </p:sp>
      <p:sp>
        <p:nvSpPr>
          <p:cNvPr id="39" name="Rectangle: Rounded Corners 38">
            <a:extLst>
              <a:ext uri="{FF2B5EF4-FFF2-40B4-BE49-F238E27FC236}">
                <a16:creationId xmlns:a16="http://schemas.microsoft.com/office/drawing/2014/main" id="{2288C56F-BE69-11B1-6233-83F01524EB87}"/>
              </a:ext>
            </a:extLst>
          </p:cNvPr>
          <p:cNvSpPr>
            <a:spLocks/>
          </p:cNvSpPr>
          <p:nvPr/>
        </p:nvSpPr>
        <p:spPr>
          <a:xfrm>
            <a:off x="4212057" y="4559100"/>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Release planning and prioritization</a:t>
            </a:r>
          </a:p>
        </p:txBody>
      </p:sp>
      <p:sp>
        <p:nvSpPr>
          <p:cNvPr id="40" name="Rectangle: Rounded Corners 39">
            <a:extLst>
              <a:ext uri="{FF2B5EF4-FFF2-40B4-BE49-F238E27FC236}">
                <a16:creationId xmlns:a16="http://schemas.microsoft.com/office/drawing/2014/main" id="{4DC2302C-FCAA-4166-5241-FA3D61810435}"/>
              </a:ext>
            </a:extLst>
          </p:cNvPr>
          <p:cNvSpPr>
            <a:spLocks/>
          </p:cNvSpPr>
          <p:nvPr/>
        </p:nvSpPr>
        <p:spPr>
          <a:xfrm>
            <a:off x="3969468" y="1590768"/>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Swim lane-based capacity planning</a:t>
            </a:r>
          </a:p>
        </p:txBody>
      </p:sp>
      <p:sp>
        <p:nvSpPr>
          <p:cNvPr id="41" name="Rectangle: Rounded Corners 40">
            <a:extLst>
              <a:ext uri="{FF2B5EF4-FFF2-40B4-BE49-F238E27FC236}">
                <a16:creationId xmlns:a16="http://schemas.microsoft.com/office/drawing/2014/main" id="{C39B2254-44CA-2D15-484F-1DAF1E75DC07}"/>
              </a:ext>
            </a:extLst>
          </p:cNvPr>
          <p:cNvSpPr>
            <a:spLocks/>
          </p:cNvSpPr>
          <p:nvPr/>
        </p:nvSpPr>
        <p:spPr>
          <a:xfrm>
            <a:off x="4212057" y="5660611"/>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tx1"/>
                </a:solidFill>
              </a:rPr>
              <a:t>Development Backlog</a:t>
            </a:r>
          </a:p>
        </p:txBody>
      </p:sp>
      <p:sp>
        <p:nvSpPr>
          <p:cNvPr id="42" name="Rectangle: Rounded Corners 41">
            <a:extLst>
              <a:ext uri="{FF2B5EF4-FFF2-40B4-BE49-F238E27FC236}">
                <a16:creationId xmlns:a16="http://schemas.microsoft.com/office/drawing/2014/main" id="{55E2B703-E4A9-2C03-4C9A-6742C3BE29BE}"/>
              </a:ext>
            </a:extLst>
          </p:cNvPr>
          <p:cNvSpPr>
            <a:spLocks/>
          </p:cNvSpPr>
          <p:nvPr/>
        </p:nvSpPr>
        <p:spPr>
          <a:xfrm>
            <a:off x="6742808" y="4567392"/>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Demand development</a:t>
            </a:r>
          </a:p>
        </p:txBody>
      </p:sp>
      <p:sp>
        <p:nvSpPr>
          <p:cNvPr id="43" name="Rectangle: Rounded Corners 42">
            <a:extLst>
              <a:ext uri="{FF2B5EF4-FFF2-40B4-BE49-F238E27FC236}">
                <a16:creationId xmlns:a16="http://schemas.microsoft.com/office/drawing/2014/main" id="{2F2F43B5-2D60-DA9D-B72A-3988C48256CD}"/>
              </a:ext>
            </a:extLst>
          </p:cNvPr>
          <p:cNvSpPr>
            <a:spLocks/>
          </p:cNvSpPr>
          <p:nvPr/>
        </p:nvSpPr>
        <p:spPr>
          <a:xfrm>
            <a:off x="6742807" y="5637010"/>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a:solidFill>
                  <a:schemeClr val="tx1"/>
                </a:solidFill>
              </a:rPr>
              <a:t>Demand release and monitoring</a:t>
            </a:r>
          </a:p>
        </p:txBody>
      </p:sp>
      <p:cxnSp>
        <p:nvCxnSpPr>
          <p:cNvPr id="44" name="Connector: Elbow 43">
            <a:extLst>
              <a:ext uri="{FF2B5EF4-FFF2-40B4-BE49-F238E27FC236}">
                <a16:creationId xmlns:a16="http://schemas.microsoft.com/office/drawing/2014/main" id="{FE73AF0A-5D1F-9551-115E-772742F6B081}"/>
              </a:ext>
            </a:extLst>
          </p:cNvPr>
          <p:cNvCxnSpPr>
            <a:cxnSpLocks/>
            <a:stCxn id="42" idx="0"/>
            <a:endCxn id="39" idx="0"/>
          </p:cNvCxnSpPr>
          <p:nvPr/>
        </p:nvCxnSpPr>
        <p:spPr>
          <a:xfrm rot="16200000" flipV="1">
            <a:off x="6338602" y="3297870"/>
            <a:ext cx="8293" cy="2530751"/>
          </a:xfrm>
          <a:prstGeom prst="bentConnector3">
            <a:avLst>
              <a:gd name="adj1" fmla="val 2651624"/>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5" name="LineSpecialityArrow 14">
            <a:extLst>
              <a:ext uri="{FF2B5EF4-FFF2-40B4-BE49-F238E27FC236}">
                <a16:creationId xmlns:a16="http://schemas.microsoft.com/office/drawing/2014/main" id="{1E80A2A4-9327-C243-BE4A-A2C1CBB2B22A}"/>
              </a:ext>
            </a:extLst>
          </p:cNvPr>
          <p:cNvCxnSpPr>
            <a:cxnSpLocks/>
            <a:stCxn id="35" idx="2"/>
            <a:endCxn id="38" idx="0"/>
          </p:cNvCxnSpPr>
          <p:nvPr>
            <p:custDataLst>
              <p:tags r:id="rId8"/>
            </p:custDataLst>
          </p:nvPr>
        </p:nvCxnSpPr>
        <p:spPr>
          <a:xfrm>
            <a:off x="5077372" y="3166698"/>
            <a:ext cx="0" cy="469668"/>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LineSpecialityArrow 14">
            <a:extLst>
              <a:ext uri="{FF2B5EF4-FFF2-40B4-BE49-F238E27FC236}">
                <a16:creationId xmlns:a16="http://schemas.microsoft.com/office/drawing/2014/main" id="{78A7583D-333A-852D-2079-5A838E2CE26D}"/>
              </a:ext>
            </a:extLst>
          </p:cNvPr>
          <p:cNvCxnSpPr>
            <a:cxnSpLocks/>
            <a:stCxn id="34" idx="3"/>
            <a:endCxn id="40" idx="1"/>
          </p:cNvCxnSpPr>
          <p:nvPr>
            <p:custDataLst>
              <p:tags r:id="rId9"/>
            </p:custDataLst>
          </p:nvPr>
        </p:nvCxnSpPr>
        <p:spPr>
          <a:xfrm>
            <a:off x="3776971" y="1823855"/>
            <a:ext cx="192498"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LineSpecialityArrow 14">
            <a:extLst>
              <a:ext uri="{FF2B5EF4-FFF2-40B4-BE49-F238E27FC236}">
                <a16:creationId xmlns:a16="http://schemas.microsoft.com/office/drawing/2014/main" id="{970F41AE-4A02-48F8-8EC0-C2B21ECAAF4B}"/>
              </a:ext>
            </a:extLst>
          </p:cNvPr>
          <p:cNvCxnSpPr>
            <a:cxnSpLocks/>
            <a:stCxn id="38" idx="2"/>
            <a:endCxn id="39" idx="0"/>
          </p:cNvCxnSpPr>
          <p:nvPr>
            <p:custDataLst>
              <p:tags r:id="rId10"/>
            </p:custDataLst>
          </p:nvPr>
        </p:nvCxnSpPr>
        <p:spPr>
          <a:xfrm>
            <a:off x="5077372" y="4102540"/>
            <a:ext cx="0" cy="45655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LineSpecialityArrow 14">
            <a:extLst>
              <a:ext uri="{FF2B5EF4-FFF2-40B4-BE49-F238E27FC236}">
                <a16:creationId xmlns:a16="http://schemas.microsoft.com/office/drawing/2014/main" id="{BF5206EE-A2BE-4F72-9DFE-A14A85D14F27}"/>
              </a:ext>
            </a:extLst>
          </p:cNvPr>
          <p:cNvCxnSpPr>
            <a:cxnSpLocks/>
            <a:stCxn id="39" idx="2"/>
            <a:endCxn id="41" idx="0"/>
          </p:cNvCxnSpPr>
          <p:nvPr>
            <p:custDataLst>
              <p:tags r:id="rId11"/>
            </p:custDataLst>
          </p:nvPr>
        </p:nvCxnSpPr>
        <p:spPr>
          <a:xfrm>
            <a:off x="5077372" y="5025273"/>
            <a:ext cx="0" cy="635338"/>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LineSpecialityArrow 14">
            <a:extLst>
              <a:ext uri="{FF2B5EF4-FFF2-40B4-BE49-F238E27FC236}">
                <a16:creationId xmlns:a16="http://schemas.microsoft.com/office/drawing/2014/main" id="{649880B2-B058-5920-3FF5-04AB121FDA06}"/>
              </a:ext>
            </a:extLst>
          </p:cNvPr>
          <p:cNvCxnSpPr>
            <a:cxnSpLocks/>
            <a:stCxn id="42" idx="2"/>
            <a:endCxn id="43" idx="0"/>
          </p:cNvCxnSpPr>
          <p:nvPr>
            <p:custDataLst>
              <p:tags r:id="rId12"/>
            </p:custDataLst>
          </p:nvPr>
        </p:nvCxnSpPr>
        <p:spPr>
          <a:xfrm flipH="1">
            <a:off x="7608123" y="5033566"/>
            <a:ext cx="1" cy="603443"/>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49FB86A4-96E4-AE56-2E89-2157A4B39F58}"/>
              </a:ext>
            </a:extLst>
          </p:cNvPr>
          <p:cNvCxnSpPr>
            <a:cxnSpLocks/>
            <a:stCxn id="41" idx="3"/>
            <a:endCxn id="42" idx="1"/>
          </p:cNvCxnSpPr>
          <p:nvPr/>
        </p:nvCxnSpPr>
        <p:spPr>
          <a:xfrm flipV="1">
            <a:off x="5942688" y="4800479"/>
            <a:ext cx="800120" cy="109321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2" name="LineSpecialityArrow 14">
            <a:extLst>
              <a:ext uri="{FF2B5EF4-FFF2-40B4-BE49-F238E27FC236}">
                <a16:creationId xmlns:a16="http://schemas.microsoft.com/office/drawing/2014/main" id="{4BBB07E7-C6FB-4FC1-52FC-F32FADD3964B}"/>
              </a:ext>
            </a:extLst>
          </p:cNvPr>
          <p:cNvCxnSpPr>
            <a:cxnSpLocks/>
            <a:stCxn id="40" idx="3"/>
            <a:endCxn id="53" idx="1"/>
          </p:cNvCxnSpPr>
          <p:nvPr>
            <p:custDataLst>
              <p:tags r:id="rId13"/>
            </p:custDataLst>
          </p:nvPr>
        </p:nvCxnSpPr>
        <p:spPr>
          <a:xfrm>
            <a:off x="5700099" y="1823855"/>
            <a:ext cx="216560" cy="572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9694A3FD-CE4F-C246-6861-6AFAF05CDDC3}"/>
              </a:ext>
            </a:extLst>
          </p:cNvPr>
          <p:cNvSpPr>
            <a:spLocks/>
          </p:cNvSpPr>
          <p:nvPr/>
        </p:nvSpPr>
        <p:spPr>
          <a:xfrm>
            <a:off x="5916659" y="1596488"/>
            <a:ext cx="1730631" cy="466174"/>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dirty="0">
                <a:solidFill>
                  <a:schemeClr val="tx1"/>
                </a:solidFill>
              </a:rPr>
              <a:t>Initial impact assessment and prioritization</a:t>
            </a:r>
          </a:p>
        </p:txBody>
      </p:sp>
      <p:cxnSp>
        <p:nvCxnSpPr>
          <p:cNvPr id="54" name="Connector: Elbow 53">
            <a:extLst>
              <a:ext uri="{FF2B5EF4-FFF2-40B4-BE49-F238E27FC236}">
                <a16:creationId xmlns:a16="http://schemas.microsoft.com/office/drawing/2014/main" id="{EAFD126D-11E3-9FF5-8B40-AAFBE8631982}"/>
              </a:ext>
            </a:extLst>
          </p:cNvPr>
          <p:cNvCxnSpPr>
            <a:cxnSpLocks/>
            <a:stCxn id="53" idx="2"/>
            <a:endCxn id="35" idx="0"/>
          </p:cNvCxnSpPr>
          <p:nvPr/>
        </p:nvCxnSpPr>
        <p:spPr>
          <a:xfrm rot="5400000">
            <a:off x="5610742" y="1529292"/>
            <a:ext cx="637863" cy="1704602"/>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11113FE5-9B3B-04E6-7E67-1A8DE228CA17}"/>
              </a:ext>
            </a:extLst>
          </p:cNvPr>
          <p:cNvCxnSpPr>
            <a:cxnSpLocks/>
            <a:stCxn id="39" idx="1"/>
            <a:endCxn id="35" idx="1"/>
          </p:cNvCxnSpPr>
          <p:nvPr/>
        </p:nvCxnSpPr>
        <p:spPr>
          <a:xfrm rot="10800000">
            <a:off x="4212057" y="2933611"/>
            <a:ext cx="14309" cy="1858575"/>
          </a:xfrm>
          <a:prstGeom prst="bentConnector3">
            <a:avLst>
              <a:gd name="adj1" fmla="val 1800000"/>
            </a:avLst>
          </a:prstGeom>
          <a:ln w="6350" cap="flat">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139" name="TrackerNumWhite 9">
            <a:extLst>
              <a:ext uri="{FF2B5EF4-FFF2-40B4-BE49-F238E27FC236}">
                <a16:creationId xmlns:a16="http://schemas.microsoft.com/office/drawing/2014/main" id="{1FC9E5E1-3FC9-DCBB-FE8C-B8128122A73C}"/>
              </a:ext>
            </a:extLst>
          </p:cNvPr>
          <p:cNvSpPr>
            <a:spLocks/>
          </p:cNvSpPr>
          <p:nvPr>
            <p:custDataLst>
              <p:tags r:id="rId14"/>
            </p:custDataLst>
          </p:nvPr>
        </p:nvSpPr>
        <p:spPr>
          <a:xfrm>
            <a:off x="1989524" y="1499474"/>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1</a:t>
            </a:r>
          </a:p>
        </p:txBody>
      </p:sp>
      <p:sp>
        <p:nvSpPr>
          <p:cNvPr id="140" name="TrackerNumWhite 9">
            <a:extLst>
              <a:ext uri="{FF2B5EF4-FFF2-40B4-BE49-F238E27FC236}">
                <a16:creationId xmlns:a16="http://schemas.microsoft.com/office/drawing/2014/main" id="{7B9547DA-E668-EBC7-28CD-CFE30639B550}"/>
              </a:ext>
            </a:extLst>
          </p:cNvPr>
          <p:cNvSpPr>
            <a:spLocks/>
          </p:cNvSpPr>
          <p:nvPr>
            <p:custDataLst>
              <p:tags r:id="rId15"/>
            </p:custDataLst>
          </p:nvPr>
        </p:nvSpPr>
        <p:spPr>
          <a:xfrm>
            <a:off x="3899746" y="1492208"/>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a:solidFill>
                  <a:schemeClr val="accent1"/>
                </a:solidFill>
              </a:rPr>
              <a:t>2</a:t>
            </a:r>
          </a:p>
        </p:txBody>
      </p:sp>
      <p:sp>
        <p:nvSpPr>
          <p:cNvPr id="141" name="TrackerNumWhite 9">
            <a:extLst>
              <a:ext uri="{FF2B5EF4-FFF2-40B4-BE49-F238E27FC236}">
                <a16:creationId xmlns:a16="http://schemas.microsoft.com/office/drawing/2014/main" id="{76AF24C9-2A31-A487-D04F-14328BBDF61B}"/>
              </a:ext>
            </a:extLst>
          </p:cNvPr>
          <p:cNvSpPr>
            <a:spLocks/>
          </p:cNvSpPr>
          <p:nvPr>
            <p:custDataLst>
              <p:tags r:id="rId16"/>
            </p:custDataLst>
          </p:nvPr>
        </p:nvSpPr>
        <p:spPr>
          <a:xfrm>
            <a:off x="5859777" y="1492208"/>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a:solidFill>
                  <a:schemeClr val="accent1"/>
                </a:solidFill>
              </a:rPr>
              <a:t>3</a:t>
            </a:r>
          </a:p>
        </p:txBody>
      </p:sp>
      <p:sp>
        <p:nvSpPr>
          <p:cNvPr id="142" name="TrackerNumWhite 9">
            <a:extLst>
              <a:ext uri="{FF2B5EF4-FFF2-40B4-BE49-F238E27FC236}">
                <a16:creationId xmlns:a16="http://schemas.microsoft.com/office/drawing/2014/main" id="{D541A2CF-A341-4B77-5339-BF45E55EC18F}"/>
              </a:ext>
            </a:extLst>
          </p:cNvPr>
          <p:cNvSpPr>
            <a:spLocks/>
          </p:cNvSpPr>
          <p:nvPr>
            <p:custDataLst>
              <p:tags r:id="rId17"/>
            </p:custDataLst>
          </p:nvPr>
        </p:nvSpPr>
        <p:spPr>
          <a:xfrm>
            <a:off x="4132496" y="3540510"/>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5</a:t>
            </a:r>
          </a:p>
        </p:txBody>
      </p:sp>
      <p:sp>
        <p:nvSpPr>
          <p:cNvPr id="143" name="TrackerNumWhite 9">
            <a:extLst>
              <a:ext uri="{FF2B5EF4-FFF2-40B4-BE49-F238E27FC236}">
                <a16:creationId xmlns:a16="http://schemas.microsoft.com/office/drawing/2014/main" id="{DBF12E7E-476B-4881-52BA-5F4568F3D04D}"/>
              </a:ext>
            </a:extLst>
          </p:cNvPr>
          <p:cNvSpPr>
            <a:spLocks/>
          </p:cNvSpPr>
          <p:nvPr>
            <p:custDataLst>
              <p:tags r:id="rId18"/>
            </p:custDataLst>
          </p:nvPr>
        </p:nvSpPr>
        <p:spPr>
          <a:xfrm>
            <a:off x="4134862" y="4452397"/>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6</a:t>
            </a:r>
          </a:p>
        </p:txBody>
      </p:sp>
      <p:cxnSp>
        <p:nvCxnSpPr>
          <p:cNvPr id="148" name="Straight Connector 147">
            <a:extLst>
              <a:ext uri="{FF2B5EF4-FFF2-40B4-BE49-F238E27FC236}">
                <a16:creationId xmlns:a16="http://schemas.microsoft.com/office/drawing/2014/main" id="{057DC24F-BABC-A2C9-86BF-F1D9C04FCF5F}"/>
              </a:ext>
            </a:extLst>
          </p:cNvPr>
          <p:cNvCxnSpPr>
            <a:cxnSpLocks/>
            <a:stCxn id="38" idx="1"/>
          </p:cNvCxnSpPr>
          <p:nvPr/>
        </p:nvCxnSpPr>
        <p:spPr>
          <a:xfrm flipH="1" flipV="1">
            <a:off x="3988859" y="3862899"/>
            <a:ext cx="223198" cy="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1" name="TrackerNumWhite 9">
            <a:extLst>
              <a:ext uri="{FF2B5EF4-FFF2-40B4-BE49-F238E27FC236}">
                <a16:creationId xmlns:a16="http://schemas.microsoft.com/office/drawing/2014/main" id="{5284FB86-129D-8899-B33E-759DA72C1AA0}"/>
              </a:ext>
            </a:extLst>
          </p:cNvPr>
          <p:cNvSpPr>
            <a:spLocks/>
          </p:cNvSpPr>
          <p:nvPr>
            <p:custDataLst>
              <p:tags r:id="rId19"/>
            </p:custDataLst>
          </p:nvPr>
        </p:nvSpPr>
        <p:spPr>
          <a:xfrm>
            <a:off x="4134862" y="5572937"/>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7</a:t>
            </a:r>
          </a:p>
        </p:txBody>
      </p:sp>
      <p:sp>
        <p:nvSpPr>
          <p:cNvPr id="152" name="TrackerNumWhite 9">
            <a:extLst>
              <a:ext uri="{FF2B5EF4-FFF2-40B4-BE49-F238E27FC236}">
                <a16:creationId xmlns:a16="http://schemas.microsoft.com/office/drawing/2014/main" id="{EE87A0D9-4C68-5CD4-EE4F-257F6D89269D}"/>
              </a:ext>
            </a:extLst>
          </p:cNvPr>
          <p:cNvSpPr>
            <a:spLocks/>
          </p:cNvSpPr>
          <p:nvPr>
            <p:custDataLst>
              <p:tags r:id="rId20"/>
            </p:custDataLst>
          </p:nvPr>
        </p:nvSpPr>
        <p:spPr>
          <a:xfrm>
            <a:off x="4132496" y="2598868"/>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4</a:t>
            </a:r>
          </a:p>
        </p:txBody>
      </p:sp>
      <p:sp>
        <p:nvSpPr>
          <p:cNvPr id="58" name="TrackerNumWhite 9">
            <a:extLst>
              <a:ext uri="{FF2B5EF4-FFF2-40B4-BE49-F238E27FC236}">
                <a16:creationId xmlns:a16="http://schemas.microsoft.com/office/drawing/2014/main" id="{F0B6A7EE-360F-DBA6-1EEB-B14A3E96A863}"/>
              </a:ext>
            </a:extLst>
          </p:cNvPr>
          <p:cNvSpPr>
            <a:spLocks/>
          </p:cNvSpPr>
          <p:nvPr>
            <p:custDataLst>
              <p:tags r:id="rId21"/>
            </p:custDataLst>
          </p:nvPr>
        </p:nvSpPr>
        <p:spPr>
          <a:xfrm>
            <a:off x="6697153" y="4508847"/>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8</a:t>
            </a:r>
          </a:p>
        </p:txBody>
      </p:sp>
      <p:sp>
        <p:nvSpPr>
          <p:cNvPr id="68" name="TrackerNumWhite 9">
            <a:extLst>
              <a:ext uri="{FF2B5EF4-FFF2-40B4-BE49-F238E27FC236}">
                <a16:creationId xmlns:a16="http://schemas.microsoft.com/office/drawing/2014/main" id="{BA7118C1-0144-323B-E6F6-410F9B5A904A}"/>
              </a:ext>
            </a:extLst>
          </p:cNvPr>
          <p:cNvSpPr>
            <a:spLocks/>
          </p:cNvSpPr>
          <p:nvPr>
            <p:custDataLst>
              <p:tags r:id="rId22"/>
            </p:custDataLst>
          </p:nvPr>
        </p:nvSpPr>
        <p:spPr>
          <a:xfrm>
            <a:off x="6697153" y="5524135"/>
            <a:ext cx="192024"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9</a:t>
            </a:r>
          </a:p>
        </p:txBody>
      </p:sp>
      <p:grpSp>
        <p:nvGrpSpPr>
          <p:cNvPr id="51" name="Group 50">
            <a:extLst>
              <a:ext uri="{FF2B5EF4-FFF2-40B4-BE49-F238E27FC236}">
                <a16:creationId xmlns:a16="http://schemas.microsoft.com/office/drawing/2014/main" id="{D1197FB2-F9FA-C164-6DB3-D189D1069E06}"/>
              </a:ext>
            </a:extLst>
          </p:cNvPr>
          <p:cNvGrpSpPr/>
          <p:nvPr/>
        </p:nvGrpSpPr>
        <p:grpSpPr>
          <a:xfrm>
            <a:off x="1005586" y="3047508"/>
            <a:ext cx="457200" cy="457200"/>
            <a:chOff x="1005586" y="3155230"/>
            <a:chExt cx="457200" cy="457200"/>
          </a:xfrm>
          <a:solidFill>
            <a:schemeClr val="accent3">
              <a:lumMod val="50000"/>
            </a:schemeClr>
          </a:solidFill>
        </p:grpSpPr>
        <p:sp>
          <p:nvSpPr>
            <p:cNvPr id="55" name="Oval 54">
              <a:extLst>
                <a:ext uri="{FF2B5EF4-FFF2-40B4-BE49-F238E27FC236}">
                  <a16:creationId xmlns:a16="http://schemas.microsoft.com/office/drawing/2014/main" id="{1B1CCF67-0040-F6D5-4155-A76FFC28D479}"/>
                </a:ext>
              </a:extLst>
            </p:cNvPr>
            <p:cNvSpPr>
              <a:spLocks noChangeAspect="1"/>
            </p:cNvSpPr>
            <p:nvPr/>
          </p:nvSpPr>
          <p:spPr>
            <a:xfrm>
              <a:off x="1005586" y="3155230"/>
              <a:ext cx="457200" cy="4572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pic>
          <p:nvPicPr>
            <p:cNvPr id="57" name="Graphic 56">
              <a:extLst>
                <a:ext uri="{FF2B5EF4-FFF2-40B4-BE49-F238E27FC236}">
                  <a16:creationId xmlns:a16="http://schemas.microsoft.com/office/drawing/2014/main" id="{94365E5E-5103-955B-3BC8-91C91F7F7466}"/>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1097539" y="3247183"/>
              <a:ext cx="273295" cy="273295"/>
            </a:xfrm>
            <a:prstGeom prst="rect">
              <a:avLst/>
            </a:prstGeom>
          </p:spPr>
        </p:pic>
      </p:grpSp>
      <p:grpSp>
        <p:nvGrpSpPr>
          <p:cNvPr id="61" name="Group 60">
            <a:extLst>
              <a:ext uri="{FF2B5EF4-FFF2-40B4-BE49-F238E27FC236}">
                <a16:creationId xmlns:a16="http://schemas.microsoft.com/office/drawing/2014/main" id="{55F8EABD-F0AE-FC23-ACEE-417D3B92DDEF}"/>
              </a:ext>
            </a:extLst>
          </p:cNvPr>
          <p:cNvGrpSpPr/>
          <p:nvPr/>
        </p:nvGrpSpPr>
        <p:grpSpPr>
          <a:xfrm>
            <a:off x="1005586" y="5825806"/>
            <a:ext cx="457200" cy="457200"/>
            <a:chOff x="1005586" y="5933528"/>
            <a:chExt cx="457200" cy="457200"/>
          </a:xfrm>
          <a:solidFill>
            <a:schemeClr val="accent3">
              <a:lumMod val="50000"/>
            </a:schemeClr>
          </a:solidFill>
        </p:grpSpPr>
        <p:sp>
          <p:nvSpPr>
            <p:cNvPr id="62" name="Oval 61">
              <a:extLst>
                <a:ext uri="{FF2B5EF4-FFF2-40B4-BE49-F238E27FC236}">
                  <a16:creationId xmlns:a16="http://schemas.microsoft.com/office/drawing/2014/main" id="{578D6DEA-6D85-CB5B-2902-6978EB2182E9}"/>
                </a:ext>
              </a:extLst>
            </p:cNvPr>
            <p:cNvSpPr>
              <a:spLocks noChangeAspect="1"/>
            </p:cNvSpPr>
            <p:nvPr/>
          </p:nvSpPr>
          <p:spPr>
            <a:xfrm>
              <a:off x="1005586" y="5933528"/>
              <a:ext cx="457200" cy="4572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pic>
          <p:nvPicPr>
            <p:cNvPr id="65" name="Graphic 64">
              <a:extLst>
                <a:ext uri="{FF2B5EF4-FFF2-40B4-BE49-F238E27FC236}">
                  <a16:creationId xmlns:a16="http://schemas.microsoft.com/office/drawing/2014/main" id="{F0CB206D-863D-033D-5BF9-2196642B91FB}"/>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097539" y="6025481"/>
              <a:ext cx="273295" cy="273295"/>
            </a:xfrm>
            <a:prstGeom prst="rect">
              <a:avLst/>
            </a:prstGeom>
          </p:spPr>
        </p:pic>
      </p:grpSp>
      <p:grpSp>
        <p:nvGrpSpPr>
          <p:cNvPr id="66" name="Group 65">
            <a:extLst>
              <a:ext uri="{FF2B5EF4-FFF2-40B4-BE49-F238E27FC236}">
                <a16:creationId xmlns:a16="http://schemas.microsoft.com/office/drawing/2014/main" id="{23D20A82-CFDE-300C-A123-25EBAF38E170}"/>
              </a:ext>
            </a:extLst>
          </p:cNvPr>
          <p:cNvGrpSpPr/>
          <p:nvPr/>
        </p:nvGrpSpPr>
        <p:grpSpPr>
          <a:xfrm>
            <a:off x="1005586" y="4887846"/>
            <a:ext cx="457200" cy="457200"/>
            <a:chOff x="1005586" y="4995568"/>
            <a:chExt cx="457200" cy="457200"/>
          </a:xfrm>
          <a:solidFill>
            <a:schemeClr val="accent3">
              <a:lumMod val="50000"/>
            </a:schemeClr>
          </a:solidFill>
        </p:grpSpPr>
        <p:sp>
          <p:nvSpPr>
            <p:cNvPr id="67" name="Oval 66">
              <a:extLst>
                <a:ext uri="{FF2B5EF4-FFF2-40B4-BE49-F238E27FC236}">
                  <a16:creationId xmlns:a16="http://schemas.microsoft.com/office/drawing/2014/main" id="{F8C4482C-8FAD-1653-0797-837C95409C98}"/>
                </a:ext>
              </a:extLst>
            </p:cNvPr>
            <p:cNvSpPr>
              <a:spLocks noChangeAspect="1"/>
            </p:cNvSpPr>
            <p:nvPr/>
          </p:nvSpPr>
          <p:spPr>
            <a:xfrm>
              <a:off x="1005586" y="4995568"/>
              <a:ext cx="457200" cy="4572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pic>
          <p:nvPicPr>
            <p:cNvPr id="70" name="Graphic 69">
              <a:extLst>
                <a:ext uri="{FF2B5EF4-FFF2-40B4-BE49-F238E27FC236}">
                  <a16:creationId xmlns:a16="http://schemas.microsoft.com/office/drawing/2014/main" id="{754A8D00-5B7A-2981-A386-6553648C8970}"/>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097539" y="5087521"/>
              <a:ext cx="273295" cy="273295"/>
            </a:xfrm>
            <a:prstGeom prst="rect">
              <a:avLst/>
            </a:prstGeom>
          </p:spPr>
        </p:pic>
      </p:grpSp>
      <p:sp>
        <p:nvSpPr>
          <p:cNvPr id="28" name="Sticker">
            <a:extLst>
              <a:ext uri="{FF2B5EF4-FFF2-40B4-BE49-F238E27FC236}">
                <a16:creationId xmlns:a16="http://schemas.microsoft.com/office/drawing/2014/main" id="{9B6F9133-37CA-EA14-36AA-B25B1BBF652B}"/>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dirty="0"/>
              <a:t>Illustrative</a:t>
            </a:r>
          </a:p>
        </p:txBody>
      </p:sp>
      <p:sp>
        <p:nvSpPr>
          <p:cNvPr id="30" name="TextBox 29">
            <a:extLst>
              <a:ext uri="{FF2B5EF4-FFF2-40B4-BE49-F238E27FC236}">
                <a16:creationId xmlns:a16="http://schemas.microsoft.com/office/drawing/2014/main" id="{E6868DA1-BA2B-AA55-C088-C5AD93BADB10}"/>
              </a:ext>
            </a:extLst>
          </p:cNvPr>
          <p:cNvSpPr txBox="1"/>
          <p:nvPr/>
        </p:nvSpPr>
        <p:spPr>
          <a:xfrm>
            <a:off x="9101138" y="1599929"/>
            <a:ext cx="2533650"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latin typeface="+mn-lt"/>
                <a:ea typeface="+mn-ea"/>
                <a:cs typeface="+mn-cs"/>
              </a:rPr>
              <a:t>Existing technology demand management process can be assessed </a:t>
            </a:r>
            <a:r>
              <a:rPr lang="en-US" b="1" dirty="0">
                <a:latin typeface="+mn-lt"/>
                <a:ea typeface="+mn-ea"/>
                <a:cs typeface="+mn-cs"/>
              </a:rPr>
              <a:t>across 9 steps (starting from demand initialization till execution) to understand process gaps </a:t>
            </a:r>
          </a:p>
        </p:txBody>
      </p:sp>
      <p:sp>
        <p:nvSpPr>
          <p:cNvPr id="77" name="TextBox 76">
            <a:extLst>
              <a:ext uri="{FF2B5EF4-FFF2-40B4-BE49-F238E27FC236}">
                <a16:creationId xmlns:a16="http://schemas.microsoft.com/office/drawing/2014/main" id="{A0B25838-3A99-D821-3098-E9149E729368}"/>
              </a:ext>
            </a:extLst>
          </p:cNvPr>
          <p:cNvSpPr txBox="1"/>
          <p:nvPr/>
        </p:nvSpPr>
        <p:spPr>
          <a:xfrm>
            <a:off x="2388813" y="5678858"/>
            <a:ext cx="1694870"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Only groomed and prioritized demands to be added to development backlog</a:t>
            </a:r>
          </a:p>
        </p:txBody>
      </p:sp>
      <p:sp>
        <p:nvSpPr>
          <p:cNvPr id="79" name="TextBox 78">
            <a:extLst>
              <a:ext uri="{FF2B5EF4-FFF2-40B4-BE49-F238E27FC236}">
                <a16:creationId xmlns:a16="http://schemas.microsoft.com/office/drawing/2014/main" id="{24ABFF9C-815F-8F8D-99E6-92046486BE91}"/>
              </a:ext>
            </a:extLst>
          </p:cNvPr>
          <p:cNvSpPr txBox="1"/>
          <p:nvPr/>
        </p:nvSpPr>
        <p:spPr>
          <a:xfrm>
            <a:off x="2107407" y="4572347"/>
            <a:ext cx="1846589"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Representations to be ensured from all depts. such as tech, security, ops during prioritization </a:t>
            </a:r>
          </a:p>
        </p:txBody>
      </p:sp>
      <p:sp>
        <p:nvSpPr>
          <p:cNvPr id="81" name="TextBox 80">
            <a:extLst>
              <a:ext uri="{FF2B5EF4-FFF2-40B4-BE49-F238E27FC236}">
                <a16:creationId xmlns:a16="http://schemas.microsoft.com/office/drawing/2014/main" id="{75879402-F7A7-FEF3-6C9A-DA8F5D3437C4}"/>
              </a:ext>
            </a:extLst>
          </p:cNvPr>
          <p:cNvSpPr txBox="1"/>
          <p:nvPr/>
        </p:nvSpPr>
        <p:spPr>
          <a:xfrm>
            <a:off x="2328863" y="2693902"/>
            <a:ext cx="1498577"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Ungroomed demands/ demands on hold to be moved to demand backlog</a:t>
            </a:r>
          </a:p>
        </p:txBody>
      </p:sp>
      <p:sp>
        <p:nvSpPr>
          <p:cNvPr id="83" name="TextBox 82">
            <a:extLst>
              <a:ext uri="{FF2B5EF4-FFF2-40B4-BE49-F238E27FC236}">
                <a16:creationId xmlns:a16="http://schemas.microsoft.com/office/drawing/2014/main" id="{53ACF853-23E2-0CD3-80CA-5FB79AA5E661}"/>
              </a:ext>
            </a:extLst>
          </p:cNvPr>
          <p:cNvSpPr txBox="1"/>
          <p:nvPr/>
        </p:nvSpPr>
        <p:spPr>
          <a:xfrm>
            <a:off x="4224581" y="3189983"/>
            <a:ext cx="2206824"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Creation and verification of business/ user requirement documents</a:t>
            </a:r>
          </a:p>
        </p:txBody>
      </p:sp>
      <p:sp>
        <p:nvSpPr>
          <p:cNvPr id="85" name="TextBox 84">
            <a:extLst>
              <a:ext uri="{FF2B5EF4-FFF2-40B4-BE49-F238E27FC236}">
                <a16:creationId xmlns:a16="http://schemas.microsoft.com/office/drawing/2014/main" id="{698CA647-D8A8-534C-0389-F9114A691774}"/>
              </a:ext>
            </a:extLst>
          </p:cNvPr>
          <p:cNvSpPr txBox="1"/>
          <p:nvPr/>
        </p:nvSpPr>
        <p:spPr>
          <a:xfrm>
            <a:off x="4396919" y="4145332"/>
            <a:ext cx="2389643"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Requirement discussions to be done amongst all stakeholders on a digital tool </a:t>
            </a:r>
          </a:p>
        </p:txBody>
      </p:sp>
      <p:sp>
        <p:nvSpPr>
          <p:cNvPr id="92" name="TextBox 91">
            <a:extLst>
              <a:ext uri="{FF2B5EF4-FFF2-40B4-BE49-F238E27FC236}">
                <a16:creationId xmlns:a16="http://schemas.microsoft.com/office/drawing/2014/main" id="{1D5696FC-8AB0-AABF-F3C6-3179BE7AC064}"/>
              </a:ext>
            </a:extLst>
          </p:cNvPr>
          <p:cNvSpPr txBox="1"/>
          <p:nvPr/>
        </p:nvSpPr>
        <p:spPr>
          <a:xfrm>
            <a:off x="7677378" y="5088762"/>
            <a:ext cx="796058"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SDLC process followed</a:t>
            </a:r>
          </a:p>
        </p:txBody>
      </p:sp>
    </p:spTree>
    <p:extLst>
      <p:ext uri="{BB962C8B-B14F-4D97-AF65-F5344CB8AC3E}">
        <p14:creationId xmlns:p14="http://schemas.microsoft.com/office/powerpoint/2010/main" val="1894506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Object 2" hidden="1">
            <a:extLst>
              <a:ext uri="{FF2B5EF4-FFF2-40B4-BE49-F238E27FC236}">
                <a16:creationId xmlns:a16="http://schemas.microsoft.com/office/drawing/2014/main" id="{0030DCB8-A15D-4EC8-A6B9-21EFBEB73A18}"/>
              </a:ext>
            </a:extLst>
          </p:cNvPr>
          <p:cNvGraphicFramePr>
            <a:graphicFrameLocks noChangeAspect="1"/>
          </p:cNvGraphicFramePr>
          <p:nvPr>
            <p:custDataLst>
              <p:tags r:id="rId1"/>
            </p:custDataLst>
            <p:extLst>
              <p:ext uri="{D42A27DB-BD31-4B8C-83A1-F6EECF244321}">
                <p14:modId xmlns:p14="http://schemas.microsoft.com/office/powerpoint/2010/main" val="1123720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6" progId="TCLayout.ActiveDocument.1">
                  <p:embed/>
                </p:oleObj>
              </mc:Choice>
              <mc:Fallback>
                <p:oleObj name="think-cell Slide" r:id="rId43" imgW="395" imgH="396" progId="TCLayout.ActiveDocument.1">
                  <p:embed/>
                  <p:pic>
                    <p:nvPicPr>
                      <p:cNvPr id="78" name="Object 2" hidden="1">
                        <a:extLst>
                          <a:ext uri="{FF2B5EF4-FFF2-40B4-BE49-F238E27FC236}">
                            <a16:creationId xmlns:a16="http://schemas.microsoft.com/office/drawing/2014/main" id="{0030DCB8-A15D-4EC8-A6B9-21EFBEB73A18}"/>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sp>
        <p:nvSpPr>
          <p:cNvPr id="58" name="RectangleLegend4">
            <a:extLst>
              <a:ext uri="{FF2B5EF4-FFF2-40B4-BE49-F238E27FC236}">
                <a16:creationId xmlns:a16="http://schemas.microsoft.com/office/drawing/2014/main" id="{4B31EC00-970C-F723-8171-70C01FFCACB4}"/>
              </a:ext>
            </a:extLst>
          </p:cNvPr>
          <p:cNvSpPr>
            <a:spLocks/>
          </p:cNvSpPr>
          <p:nvPr/>
        </p:nvSpPr>
        <p:spPr>
          <a:xfrm>
            <a:off x="9002939" y="4813673"/>
            <a:ext cx="2512777" cy="370578"/>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err="1">
              <a:solidFill>
                <a:schemeClr val="tx1"/>
              </a:solidFill>
            </a:endParaRPr>
          </a:p>
        </p:txBody>
      </p:sp>
      <p:sp>
        <p:nvSpPr>
          <p:cNvPr id="52" name="RectangleLegend4">
            <a:extLst>
              <a:ext uri="{FF2B5EF4-FFF2-40B4-BE49-F238E27FC236}">
                <a16:creationId xmlns:a16="http://schemas.microsoft.com/office/drawing/2014/main" id="{159CCD75-4B15-667B-E654-3FF64A12C3D1}"/>
              </a:ext>
            </a:extLst>
          </p:cNvPr>
          <p:cNvSpPr>
            <a:spLocks/>
          </p:cNvSpPr>
          <p:nvPr/>
        </p:nvSpPr>
        <p:spPr>
          <a:xfrm>
            <a:off x="5492128" y="5034429"/>
            <a:ext cx="3342660" cy="546383"/>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err="1">
              <a:solidFill>
                <a:schemeClr val="tx1"/>
              </a:solidFill>
            </a:endParaRPr>
          </a:p>
        </p:txBody>
      </p:sp>
      <p:sp>
        <p:nvSpPr>
          <p:cNvPr id="31" name="RectangleLegend4">
            <a:extLst>
              <a:ext uri="{FF2B5EF4-FFF2-40B4-BE49-F238E27FC236}">
                <a16:creationId xmlns:a16="http://schemas.microsoft.com/office/drawing/2014/main" id="{C98977C2-73B4-CDDB-502D-AE7326AF4B1C}"/>
              </a:ext>
            </a:extLst>
          </p:cNvPr>
          <p:cNvSpPr>
            <a:spLocks/>
          </p:cNvSpPr>
          <p:nvPr/>
        </p:nvSpPr>
        <p:spPr>
          <a:xfrm>
            <a:off x="660290" y="5049013"/>
            <a:ext cx="2771223" cy="251635"/>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err="1">
              <a:solidFill>
                <a:schemeClr val="tx1"/>
              </a:solidFill>
            </a:endParaRPr>
          </a:p>
        </p:txBody>
      </p:sp>
      <p:sp>
        <p:nvSpPr>
          <p:cNvPr id="3" name="2. Slide Title">
            <a:extLst>
              <a:ext uri="{FF2B5EF4-FFF2-40B4-BE49-F238E27FC236}">
                <a16:creationId xmlns:a16="http://schemas.microsoft.com/office/drawing/2014/main" id="{BBC1FF24-8E5E-4EE3-9B22-C71D227370F8}"/>
              </a:ext>
            </a:extLst>
          </p:cNvPr>
          <p:cNvSpPr>
            <a:spLocks noGrp="1"/>
          </p:cNvSpPr>
          <p:nvPr>
            <p:ph type="title"/>
            <p:custDataLst>
              <p:tags r:id="rId2"/>
            </p:custDataLst>
          </p:nvPr>
        </p:nvSpPr>
        <p:spPr>
          <a:xfrm>
            <a:off x="554734" y="499328"/>
            <a:ext cx="11082528" cy="73866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latin typeface="+mj-lt"/>
                <a:ea typeface="+mj-ea"/>
                <a:cs typeface="+mj-cs"/>
              </a:rPr>
              <a:t>Streamlined workflow need to be defined with clear process, stage-gates and standard frameworks for managing technology demands </a:t>
            </a:r>
          </a:p>
        </p:txBody>
      </p:sp>
      <p:sp>
        <p:nvSpPr>
          <p:cNvPr id="47" name="TextBox 46">
            <a:extLst>
              <a:ext uri="{FF2B5EF4-FFF2-40B4-BE49-F238E27FC236}">
                <a16:creationId xmlns:a16="http://schemas.microsoft.com/office/drawing/2014/main" id="{E62DB6F9-2CFE-F469-D019-83BF97AC688F}"/>
              </a:ext>
            </a:extLst>
          </p:cNvPr>
          <p:cNvSpPr txBox="1">
            <a:spLocks/>
          </p:cNvSpPr>
          <p:nvPr/>
        </p:nvSpPr>
        <p:spPr>
          <a:xfrm>
            <a:off x="2508863" y="3272805"/>
            <a:ext cx="1241387" cy="824841"/>
          </a:xfrm>
          <a:prstGeom prst="rect">
            <a:avLst/>
          </a:prstGeom>
          <a:solidFill>
            <a:schemeClr val="bg1"/>
          </a:solidFill>
        </p:spPr>
        <p:txBody>
          <a:bodyPr vert="horz" wrap="square" lIns="27432" tIns="27432" rIns="27432" bIns="27432"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pPr>
            <a:r>
              <a:rPr lang="en-US" sz="1000" dirty="0">
                <a:cs typeface="+mn-cs"/>
              </a:rPr>
              <a:t>Assurance team checks whether data points and documentation are complete </a:t>
            </a:r>
          </a:p>
        </p:txBody>
      </p:sp>
      <p:cxnSp>
        <p:nvCxnSpPr>
          <p:cNvPr id="11" name="Straight Arrow Connector 10">
            <a:extLst>
              <a:ext uri="{FF2B5EF4-FFF2-40B4-BE49-F238E27FC236}">
                <a16:creationId xmlns:a16="http://schemas.microsoft.com/office/drawing/2014/main" id="{4044D5B7-E4A0-9DF4-9B3D-8B2826CCC4A8}"/>
              </a:ext>
            </a:extLst>
          </p:cNvPr>
          <p:cNvCxnSpPr>
            <a:cxnSpLocks/>
          </p:cNvCxnSpPr>
          <p:nvPr/>
        </p:nvCxnSpPr>
        <p:spPr>
          <a:xfrm>
            <a:off x="554734" y="2762956"/>
            <a:ext cx="977356" cy="0"/>
          </a:xfrm>
          <a:prstGeom prst="straightConnector1">
            <a:avLst/>
          </a:prstGeom>
          <a:ln w="6350" cap="flat">
            <a:solidFill>
              <a:srgbClr val="4D4D4D"/>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3DDCEB-122F-6FF9-DC9F-8B049AC5EAF9}"/>
              </a:ext>
            </a:extLst>
          </p:cNvPr>
          <p:cNvCxnSpPr>
            <a:cxnSpLocks/>
          </p:cNvCxnSpPr>
          <p:nvPr/>
        </p:nvCxnSpPr>
        <p:spPr>
          <a:xfrm>
            <a:off x="554734" y="3222530"/>
            <a:ext cx="977356" cy="0"/>
          </a:xfrm>
          <a:prstGeom prst="straightConnector1">
            <a:avLst/>
          </a:prstGeom>
          <a:ln w="6350" cap="flat">
            <a:solidFill>
              <a:srgbClr val="4D4D4D"/>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7840D9-FD4A-A285-31B8-432EA1587439}"/>
              </a:ext>
            </a:extLst>
          </p:cNvPr>
          <p:cNvCxnSpPr>
            <a:cxnSpLocks/>
          </p:cNvCxnSpPr>
          <p:nvPr/>
        </p:nvCxnSpPr>
        <p:spPr>
          <a:xfrm>
            <a:off x="554734" y="3452317"/>
            <a:ext cx="977356" cy="0"/>
          </a:xfrm>
          <a:prstGeom prst="straightConnector1">
            <a:avLst/>
          </a:prstGeom>
          <a:ln w="6350" cap="flat">
            <a:solidFill>
              <a:srgbClr val="4D4D4D"/>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3FF9145-2E98-7BF9-22D0-E157AAD86989}"/>
              </a:ext>
            </a:extLst>
          </p:cNvPr>
          <p:cNvCxnSpPr>
            <a:cxnSpLocks/>
          </p:cNvCxnSpPr>
          <p:nvPr/>
        </p:nvCxnSpPr>
        <p:spPr>
          <a:xfrm>
            <a:off x="554734" y="3682103"/>
            <a:ext cx="977356" cy="0"/>
          </a:xfrm>
          <a:prstGeom prst="straightConnector1">
            <a:avLst/>
          </a:prstGeom>
          <a:ln w="6350" cap="flat">
            <a:solidFill>
              <a:srgbClr val="4D4D4D"/>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86EE709-9E4C-1CDE-3EFC-FA5F2953535A}"/>
              </a:ext>
            </a:extLst>
          </p:cNvPr>
          <p:cNvSpPr txBox="1">
            <a:spLocks/>
          </p:cNvSpPr>
          <p:nvPr/>
        </p:nvSpPr>
        <p:spPr>
          <a:xfrm>
            <a:off x="554734" y="2555391"/>
            <a:ext cx="743046" cy="185343"/>
          </a:xfrm>
          <a:prstGeom prst="rect">
            <a:avLst/>
          </a:prstGeom>
          <a:noFill/>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BU </a:t>
            </a:r>
          </a:p>
        </p:txBody>
      </p:sp>
      <p:sp>
        <p:nvSpPr>
          <p:cNvPr id="18" name="TextBox 17">
            <a:extLst>
              <a:ext uri="{FF2B5EF4-FFF2-40B4-BE49-F238E27FC236}">
                <a16:creationId xmlns:a16="http://schemas.microsoft.com/office/drawing/2014/main" id="{E3A5237B-09CF-704D-FF5D-9CC37A47D363}"/>
              </a:ext>
            </a:extLst>
          </p:cNvPr>
          <p:cNvSpPr txBox="1">
            <a:spLocks/>
          </p:cNvSpPr>
          <p:nvPr/>
        </p:nvSpPr>
        <p:spPr>
          <a:xfrm>
            <a:off x="554734" y="3014965"/>
            <a:ext cx="743046" cy="185343"/>
          </a:xfrm>
          <a:prstGeom prst="rect">
            <a:avLst/>
          </a:prstGeom>
          <a:noFill/>
        </p:spPr>
        <p:txBody>
          <a:bodyPr vert="horz" wrap="non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App. Dev.</a:t>
            </a:r>
          </a:p>
        </p:txBody>
      </p:sp>
      <p:sp>
        <p:nvSpPr>
          <p:cNvPr id="19" name="TextBox 18">
            <a:extLst>
              <a:ext uri="{FF2B5EF4-FFF2-40B4-BE49-F238E27FC236}">
                <a16:creationId xmlns:a16="http://schemas.microsoft.com/office/drawing/2014/main" id="{74ED0632-A972-A630-34C9-03E6E95B390C}"/>
              </a:ext>
            </a:extLst>
          </p:cNvPr>
          <p:cNvSpPr txBox="1">
            <a:spLocks/>
          </p:cNvSpPr>
          <p:nvPr/>
        </p:nvSpPr>
        <p:spPr>
          <a:xfrm>
            <a:off x="554734" y="3244752"/>
            <a:ext cx="743046" cy="185343"/>
          </a:xfrm>
          <a:prstGeom prst="rect">
            <a:avLst/>
          </a:prstGeom>
          <a:noFill/>
        </p:spPr>
        <p:txBody>
          <a:bodyPr vert="horz" wrap="non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Ops</a:t>
            </a:r>
          </a:p>
        </p:txBody>
      </p:sp>
      <p:sp>
        <p:nvSpPr>
          <p:cNvPr id="20" name="TextBox 19">
            <a:extLst>
              <a:ext uri="{FF2B5EF4-FFF2-40B4-BE49-F238E27FC236}">
                <a16:creationId xmlns:a16="http://schemas.microsoft.com/office/drawing/2014/main" id="{3A577569-246A-F823-3A55-1E76FE053B36}"/>
              </a:ext>
            </a:extLst>
          </p:cNvPr>
          <p:cNvSpPr txBox="1">
            <a:spLocks/>
          </p:cNvSpPr>
          <p:nvPr/>
        </p:nvSpPr>
        <p:spPr>
          <a:xfrm>
            <a:off x="554734" y="3474539"/>
            <a:ext cx="743046" cy="185343"/>
          </a:xfrm>
          <a:prstGeom prst="rect">
            <a:avLst/>
          </a:prstGeom>
          <a:noFill/>
        </p:spPr>
        <p:txBody>
          <a:bodyPr vert="horz" wrap="non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Infra</a:t>
            </a:r>
          </a:p>
        </p:txBody>
      </p:sp>
      <p:cxnSp>
        <p:nvCxnSpPr>
          <p:cNvPr id="70" name="Straight Arrow Connector 69">
            <a:extLst>
              <a:ext uri="{FF2B5EF4-FFF2-40B4-BE49-F238E27FC236}">
                <a16:creationId xmlns:a16="http://schemas.microsoft.com/office/drawing/2014/main" id="{216BF584-12E1-993B-4785-CA78C375F725}"/>
              </a:ext>
            </a:extLst>
          </p:cNvPr>
          <p:cNvCxnSpPr>
            <a:cxnSpLocks/>
          </p:cNvCxnSpPr>
          <p:nvPr/>
        </p:nvCxnSpPr>
        <p:spPr>
          <a:xfrm>
            <a:off x="554734" y="2992743"/>
            <a:ext cx="977356" cy="0"/>
          </a:xfrm>
          <a:prstGeom prst="straightConnector1">
            <a:avLst/>
          </a:prstGeom>
          <a:ln w="6350" cap="flat">
            <a:solidFill>
              <a:srgbClr val="4D4D4D"/>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F219583-9475-8FBF-4568-199FA778319B}"/>
              </a:ext>
            </a:extLst>
          </p:cNvPr>
          <p:cNvSpPr txBox="1">
            <a:spLocks/>
          </p:cNvSpPr>
          <p:nvPr/>
        </p:nvSpPr>
        <p:spPr>
          <a:xfrm>
            <a:off x="554734" y="2785178"/>
            <a:ext cx="743046" cy="185343"/>
          </a:xfrm>
          <a:prstGeom prst="rect">
            <a:avLst/>
          </a:prstGeom>
          <a:noFill/>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Regulatory </a:t>
            </a:r>
          </a:p>
        </p:txBody>
      </p:sp>
      <p:sp>
        <p:nvSpPr>
          <p:cNvPr id="124" name="TextBox 123">
            <a:extLst>
              <a:ext uri="{FF2B5EF4-FFF2-40B4-BE49-F238E27FC236}">
                <a16:creationId xmlns:a16="http://schemas.microsoft.com/office/drawing/2014/main" id="{0413ABC9-E555-1EAF-8EB7-A6A47E7C843B}"/>
              </a:ext>
            </a:extLst>
          </p:cNvPr>
          <p:cNvSpPr txBox="1">
            <a:spLocks/>
          </p:cNvSpPr>
          <p:nvPr/>
        </p:nvSpPr>
        <p:spPr>
          <a:xfrm>
            <a:off x="9422633" y="3272805"/>
            <a:ext cx="1563183" cy="982319"/>
          </a:xfrm>
          <a:prstGeom prst="rect">
            <a:avLst/>
          </a:prstGeom>
          <a:solidFill>
            <a:srgbClr val="C6EAD3"/>
          </a:solidFill>
          <a:ln>
            <a:noFill/>
          </a:ln>
        </p:spPr>
        <p:txBody>
          <a:bodyPr vert="horz" wrap="square" lIns="27432" tIns="27432" rIns="27432" bIns="27432"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Assurance team generates multiple reports (e.g., starved demands) to increase process visibility and help in demand backlog grooming </a:t>
            </a:r>
            <a:endParaRPr lang="en-US" sz="1000" i="1" dirty="0">
              <a:cs typeface="+mn-cs"/>
            </a:endParaRPr>
          </a:p>
        </p:txBody>
      </p:sp>
      <p:cxnSp>
        <p:nvCxnSpPr>
          <p:cNvPr id="21" name="Straight Arrow Connector 20">
            <a:extLst>
              <a:ext uri="{FF2B5EF4-FFF2-40B4-BE49-F238E27FC236}">
                <a16:creationId xmlns:a16="http://schemas.microsoft.com/office/drawing/2014/main" id="{9DC0FF17-15A8-A28D-A9CA-05C2DEBD362D}"/>
              </a:ext>
            </a:extLst>
          </p:cNvPr>
          <p:cNvCxnSpPr>
            <a:cxnSpLocks/>
          </p:cNvCxnSpPr>
          <p:nvPr/>
        </p:nvCxnSpPr>
        <p:spPr>
          <a:xfrm flipV="1">
            <a:off x="2355021" y="3022705"/>
            <a:ext cx="613078" cy="12474"/>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BBCE848-C046-F359-DDB4-8950F8B225F2}"/>
              </a:ext>
            </a:extLst>
          </p:cNvPr>
          <p:cNvCxnSpPr>
            <a:cxnSpLocks/>
          </p:cNvCxnSpPr>
          <p:nvPr/>
        </p:nvCxnSpPr>
        <p:spPr>
          <a:xfrm>
            <a:off x="9469891" y="3028941"/>
            <a:ext cx="613078" cy="0"/>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6EE67CB-1F84-8431-02A3-EFF73C773A8B}"/>
              </a:ext>
            </a:extLst>
          </p:cNvPr>
          <p:cNvSpPr txBox="1"/>
          <p:nvPr/>
        </p:nvSpPr>
        <p:spPr>
          <a:xfrm>
            <a:off x="11063175" y="2723580"/>
            <a:ext cx="574089" cy="61555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solidFill>
                  <a:schemeClr val="tx1"/>
                </a:solidFill>
                <a:cs typeface="+mn-cs"/>
              </a:rPr>
              <a:t>Standard SDLC lifecycle follows</a:t>
            </a:r>
          </a:p>
        </p:txBody>
      </p:sp>
      <p:grpSp>
        <p:nvGrpSpPr>
          <p:cNvPr id="69" name="CustomIcon">
            <a:extLst>
              <a:ext uri="{FF2B5EF4-FFF2-40B4-BE49-F238E27FC236}">
                <a16:creationId xmlns:a16="http://schemas.microsoft.com/office/drawing/2014/main" id="{721DFDAA-3D3C-7C7D-1E53-11174DA92637}"/>
              </a:ext>
            </a:extLst>
          </p:cNvPr>
          <p:cNvGrpSpPr>
            <a:grpSpLocks/>
          </p:cNvGrpSpPr>
          <p:nvPr>
            <p:custDataLst>
              <p:tags r:id="rId3"/>
            </p:custDataLst>
          </p:nvPr>
        </p:nvGrpSpPr>
        <p:grpSpPr>
          <a:xfrm>
            <a:off x="1658392" y="2679350"/>
            <a:ext cx="696629" cy="699184"/>
            <a:chOff x="-205105" y="-205105"/>
            <a:chExt cx="1019810" cy="1019810"/>
          </a:xfrm>
          <a:solidFill>
            <a:schemeClr val="accent2">
              <a:lumMod val="50000"/>
            </a:schemeClr>
          </a:solidFill>
        </p:grpSpPr>
        <p:sp>
          <p:nvSpPr>
            <p:cNvPr id="66" name="Oval 65">
              <a:extLst>
                <a:ext uri="{FF2B5EF4-FFF2-40B4-BE49-F238E27FC236}">
                  <a16:creationId xmlns:a16="http://schemas.microsoft.com/office/drawing/2014/main" id="{DBD15E1B-03EA-262A-EC72-54F14F941A8E}"/>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8" name="Graphic 67">
              <a:extLst>
                <a:ext uri="{FF2B5EF4-FFF2-40B4-BE49-F238E27FC236}">
                  <a16:creationId xmlns:a16="http://schemas.microsoft.com/office/drawing/2014/main" id="{CA2B1EB4-3F36-6943-7385-C710116060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0" y="0"/>
              <a:ext cx="609600" cy="609600"/>
            </a:xfrm>
            <a:prstGeom prst="rect">
              <a:avLst/>
            </a:prstGeom>
          </p:spPr>
        </p:pic>
      </p:grpSp>
      <p:grpSp>
        <p:nvGrpSpPr>
          <p:cNvPr id="83" name="CustomIcon">
            <a:extLst>
              <a:ext uri="{FF2B5EF4-FFF2-40B4-BE49-F238E27FC236}">
                <a16:creationId xmlns:a16="http://schemas.microsoft.com/office/drawing/2014/main" id="{CB6D68FE-459E-0DE7-1A90-E2CDD88FE056}"/>
              </a:ext>
            </a:extLst>
          </p:cNvPr>
          <p:cNvGrpSpPr>
            <a:grpSpLocks/>
          </p:cNvGrpSpPr>
          <p:nvPr>
            <p:custDataLst>
              <p:tags r:id="rId4"/>
            </p:custDataLst>
          </p:nvPr>
        </p:nvGrpSpPr>
        <p:grpSpPr>
          <a:xfrm>
            <a:off x="7463555" y="2679350"/>
            <a:ext cx="696629" cy="699184"/>
            <a:chOff x="-205105" y="-205105"/>
            <a:chExt cx="1019810" cy="1019810"/>
          </a:xfrm>
          <a:solidFill>
            <a:schemeClr val="accent2">
              <a:lumMod val="50000"/>
            </a:schemeClr>
          </a:solidFill>
        </p:grpSpPr>
        <p:sp>
          <p:nvSpPr>
            <p:cNvPr id="80" name="Oval 79">
              <a:extLst>
                <a:ext uri="{FF2B5EF4-FFF2-40B4-BE49-F238E27FC236}">
                  <a16:creationId xmlns:a16="http://schemas.microsoft.com/office/drawing/2014/main" id="{5E2E12B3-0A37-1D33-C700-093B3524459D}"/>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2" name="Graphic 81">
              <a:extLst>
                <a:ext uri="{FF2B5EF4-FFF2-40B4-BE49-F238E27FC236}">
                  <a16:creationId xmlns:a16="http://schemas.microsoft.com/office/drawing/2014/main" id="{54A8A847-61FE-B245-E6FA-B0BEA2E823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0" y="0"/>
              <a:ext cx="609600" cy="609600"/>
            </a:xfrm>
            <a:prstGeom prst="rect">
              <a:avLst/>
            </a:prstGeom>
          </p:spPr>
        </p:pic>
      </p:grpSp>
      <p:grpSp>
        <p:nvGrpSpPr>
          <p:cNvPr id="87" name="CustomIcon">
            <a:extLst>
              <a:ext uri="{FF2B5EF4-FFF2-40B4-BE49-F238E27FC236}">
                <a16:creationId xmlns:a16="http://schemas.microsoft.com/office/drawing/2014/main" id="{0F4DFE9F-5E13-F291-F319-F0DC1DD2A7A7}"/>
              </a:ext>
            </a:extLst>
          </p:cNvPr>
          <p:cNvGrpSpPr>
            <a:grpSpLocks/>
          </p:cNvGrpSpPr>
          <p:nvPr>
            <p:custDataLst>
              <p:tags r:id="rId5"/>
            </p:custDataLst>
          </p:nvPr>
        </p:nvGrpSpPr>
        <p:grpSpPr>
          <a:xfrm>
            <a:off x="5007619" y="2679350"/>
            <a:ext cx="696629" cy="699184"/>
            <a:chOff x="-205105" y="-205105"/>
            <a:chExt cx="1019810" cy="1019810"/>
          </a:xfrm>
          <a:solidFill>
            <a:schemeClr val="accent2">
              <a:lumMod val="50000"/>
            </a:schemeClr>
          </a:solidFill>
        </p:grpSpPr>
        <p:sp>
          <p:nvSpPr>
            <p:cNvPr id="84" name="Oval 83">
              <a:extLst>
                <a:ext uri="{FF2B5EF4-FFF2-40B4-BE49-F238E27FC236}">
                  <a16:creationId xmlns:a16="http://schemas.microsoft.com/office/drawing/2014/main" id="{0F391A7B-0134-DDF2-8588-A3B0B0D1EA0D}"/>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6" name="Graphic 85">
              <a:extLst>
                <a:ext uri="{FF2B5EF4-FFF2-40B4-BE49-F238E27FC236}">
                  <a16:creationId xmlns:a16="http://schemas.microsoft.com/office/drawing/2014/main" id="{53360529-72C4-84C7-FD30-12D7B46083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0" y="0"/>
              <a:ext cx="609600" cy="609600"/>
            </a:xfrm>
            <a:prstGeom prst="rect">
              <a:avLst/>
            </a:prstGeom>
          </p:spPr>
        </p:pic>
      </p:grpSp>
      <p:grpSp>
        <p:nvGrpSpPr>
          <p:cNvPr id="91" name="CustomIcon">
            <a:extLst>
              <a:ext uri="{FF2B5EF4-FFF2-40B4-BE49-F238E27FC236}">
                <a16:creationId xmlns:a16="http://schemas.microsoft.com/office/drawing/2014/main" id="{FE023228-E7A6-C4ED-EBA4-6216C97DC71A}"/>
              </a:ext>
            </a:extLst>
          </p:cNvPr>
          <p:cNvGrpSpPr>
            <a:grpSpLocks/>
          </p:cNvGrpSpPr>
          <p:nvPr>
            <p:custDataLst>
              <p:tags r:id="rId6"/>
            </p:custDataLst>
          </p:nvPr>
        </p:nvGrpSpPr>
        <p:grpSpPr>
          <a:xfrm>
            <a:off x="4017360" y="2679350"/>
            <a:ext cx="696629" cy="699184"/>
            <a:chOff x="-205105" y="-205105"/>
            <a:chExt cx="1019810" cy="1019810"/>
          </a:xfrm>
          <a:solidFill>
            <a:schemeClr val="accent2">
              <a:lumMod val="50000"/>
            </a:schemeClr>
          </a:solidFill>
        </p:grpSpPr>
        <p:sp>
          <p:nvSpPr>
            <p:cNvPr id="88" name="Oval 87">
              <a:extLst>
                <a:ext uri="{FF2B5EF4-FFF2-40B4-BE49-F238E27FC236}">
                  <a16:creationId xmlns:a16="http://schemas.microsoft.com/office/drawing/2014/main" id="{26C641B4-6F39-918B-1B6A-38DE6866478D}"/>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90" name="Graphic 89">
              <a:extLst>
                <a:ext uri="{FF2B5EF4-FFF2-40B4-BE49-F238E27FC236}">
                  <a16:creationId xmlns:a16="http://schemas.microsoft.com/office/drawing/2014/main" id="{4BDC4FCB-2F5B-F15A-3E54-471527B819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0" y="0"/>
              <a:ext cx="609600" cy="609600"/>
            </a:xfrm>
            <a:prstGeom prst="rect">
              <a:avLst/>
            </a:prstGeom>
          </p:spPr>
        </p:pic>
      </p:grpSp>
      <p:grpSp>
        <p:nvGrpSpPr>
          <p:cNvPr id="27" name="CustomIcon">
            <a:extLst>
              <a:ext uri="{FF2B5EF4-FFF2-40B4-BE49-F238E27FC236}">
                <a16:creationId xmlns:a16="http://schemas.microsoft.com/office/drawing/2014/main" id="{6932C8CA-114D-309B-EA62-A9ED1627AC22}"/>
              </a:ext>
            </a:extLst>
          </p:cNvPr>
          <p:cNvGrpSpPr>
            <a:grpSpLocks noChangeAspect="1"/>
          </p:cNvGrpSpPr>
          <p:nvPr>
            <p:custDataLst>
              <p:tags r:id="rId7"/>
            </p:custDataLst>
          </p:nvPr>
        </p:nvGrpSpPr>
        <p:grpSpPr>
          <a:xfrm>
            <a:off x="2968099" y="2865874"/>
            <a:ext cx="324943" cy="326135"/>
            <a:chOff x="-205105" y="-205105"/>
            <a:chExt cx="1019810" cy="1019810"/>
          </a:xfrm>
          <a:solidFill>
            <a:schemeClr val="accent2"/>
          </a:solidFill>
        </p:grpSpPr>
        <p:sp>
          <p:nvSpPr>
            <p:cNvPr id="24" name="Oval 23">
              <a:extLst>
                <a:ext uri="{FF2B5EF4-FFF2-40B4-BE49-F238E27FC236}">
                  <a16:creationId xmlns:a16="http://schemas.microsoft.com/office/drawing/2014/main" id="{9AE380C3-DA00-0932-F558-0D01AF36F043}"/>
                </a:ext>
              </a:extLst>
            </p:cNvPr>
            <p:cNvSpPr>
              <a:spLocks noChangeAspect="1"/>
            </p:cNvSpPr>
            <p:nvPr/>
          </p:nvSpPr>
          <p:spPr>
            <a:xfrm>
              <a:off x="-205105" y="-205105"/>
              <a:ext cx="1019810" cy="1019810"/>
            </a:xfrm>
            <a:prstGeom prst="ellipse">
              <a:avLst/>
            </a:prstGeom>
            <a:grp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6" name="Graphic 25">
              <a:extLst>
                <a:ext uri="{FF2B5EF4-FFF2-40B4-BE49-F238E27FC236}">
                  <a16:creationId xmlns:a16="http://schemas.microsoft.com/office/drawing/2014/main" id="{E68D1560-54E4-2395-5B7D-5F0328168BC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0" y="0"/>
              <a:ext cx="609600" cy="609600"/>
            </a:xfrm>
            <a:prstGeom prst="rect">
              <a:avLst/>
            </a:prstGeom>
          </p:spPr>
        </p:pic>
      </p:grpSp>
      <p:sp>
        <p:nvSpPr>
          <p:cNvPr id="49" name="TextBox 48">
            <a:extLst>
              <a:ext uri="{FF2B5EF4-FFF2-40B4-BE49-F238E27FC236}">
                <a16:creationId xmlns:a16="http://schemas.microsoft.com/office/drawing/2014/main" id="{CF049001-3DD7-1C48-2290-1FE52E409A1B}"/>
              </a:ext>
            </a:extLst>
          </p:cNvPr>
          <p:cNvSpPr txBox="1">
            <a:spLocks/>
          </p:cNvSpPr>
          <p:nvPr/>
        </p:nvSpPr>
        <p:spPr>
          <a:xfrm>
            <a:off x="5904465" y="3362074"/>
            <a:ext cx="1358873" cy="670953"/>
          </a:xfrm>
          <a:prstGeom prst="rect">
            <a:avLst/>
          </a:prstGeom>
          <a:solidFill>
            <a:schemeClr val="bg1"/>
          </a:solidFill>
        </p:spPr>
        <p:txBody>
          <a:bodyPr vert="horz" wrap="square" lIns="27432" tIns="27432" rIns="27432" bIns="27432"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pPr>
            <a:r>
              <a:rPr lang="en-US" sz="1000" dirty="0">
                <a:cs typeface="+mn-cs"/>
              </a:rPr>
              <a:t>Assurance team clones only groomed demands with clear scope to IT backlog</a:t>
            </a:r>
          </a:p>
        </p:txBody>
      </p:sp>
      <p:grpSp>
        <p:nvGrpSpPr>
          <p:cNvPr id="28" name="CustomIcon">
            <a:extLst>
              <a:ext uri="{FF2B5EF4-FFF2-40B4-BE49-F238E27FC236}">
                <a16:creationId xmlns:a16="http://schemas.microsoft.com/office/drawing/2014/main" id="{CAA87445-3F75-F2E1-9D93-C3B21F4AC5F2}"/>
              </a:ext>
            </a:extLst>
          </p:cNvPr>
          <p:cNvGrpSpPr>
            <a:grpSpLocks noChangeAspect="1"/>
          </p:cNvGrpSpPr>
          <p:nvPr>
            <p:custDataLst>
              <p:tags r:id="rId8"/>
            </p:custDataLst>
          </p:nvPr>
        </p:nvGrpSpPr>
        <p:grpSpPr>
          <a:xfrm>
            <a:off x="6421430" y="2865874"/>
            <a:ext cx="324943" cy="326135"/>
            <a:chOff x="-205105" y="-205105"/>
            <a:chExt cx="1019810" cy="1019810"/>
          </a:xfrm>
          <a:solidFill>
            <a:schemeClr val="accent2"/>
          </a:solidFill>
        </p:grpSpPr>
        <p:sp>
          <p:nvSpPr>
            <p:cNvPr id="36" name="Oval 35">
              <a:extLst>
                <a:ext uri="{FF2B5EF4-FFF2-40B4-BE49-F238E27FC236}">
                  <a16:creationId xmlns:a16="http://schemas.microsoft.com/office/drawing/2014/main" id="{1D397B2F-572D-BEB3-5BE2-B029A7E755B9}"/>
                </a:ext>
              </a:extLst>
            </p:cNvPr>
            <p:cNvSpPr>
              <a:spLocks noChangeAspect="1"/>
            </p:cNvSpPr>
            <p:nvPr/>
          </p:nvSpPr>
          <p:spPr>
            <a:xfrm>
              <a:off x="-205105" y="-205105"/>
              <a:ext cx="1019810" cy="1019810"/>
            </a:xfrm>
            <a:prstGeom prst="ellipse">
              <a:avLst/>
            </a:prstGeom>
            <a:grp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37" name="Graphic 36">
              <a:extLst>
                <a:ext uri="{FF2B5EF4-FFF2-40B4-BE49-F238E27FC236}">
                  <a16:creationId xmlns:a16="http://schemas.microsoft.com/office/drawing/2014/main" id="{07CBDCC3-7157-625F-83D7-C3C1C9D41E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0" y="0"/>
              <a:ext cx="609600" cy="609600"/>
            </a:xfrm>
            <a:prstGeom prst="rect">
              <a:avLst/>
            </a:prstGeom>
          </p:spPr>
        </p:pic>
      </p:grpSp>
      <p:cxnSp>
        <p:nvCxnSpPr>
          <p:cNvPr id="67" name="Connector: Elbow 66">
            <a:extLst>
              <a:ext uri="{FF2B5EF4-FFF2-40B4-BE49-F238E27FC236}">
                <a16:creationId xmlns:a16="http://schemas.microsoft.com/office/drawing/2014/main" id="{709FDDE5-1A43-A088-3AF9-426DEF025DF6}"/>
              </a:ext>
            </a:extLst>
          </p:cNvPr>
          <p:cNvCxnSpPr>
            <a:cxnSpLocks/>
            <a:stCxn id="84" idx="6"/>
            <a:endCxn id="36" idx="2"/>
          </p:cNvCxnSpPr>
          <p:nvPr/>
        </p:nvCxnSpPr>
        <p:spPr>
          <a:xfrm>
            <a:off x="5704248" y="3028942"/>
            <a:ext cx="717182" cy="0"/>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FEAC7E9-8858-8636-A8B1-8FBB3ABD03CC}"/>
              </a:ext>
            </a:extLst>
          </p:cNvPr>
          <p:cNvCxnSpPr>
            <a:cxnSpLocks/>
            <a:stCxn id="88" idx="6"/>
            <a:endCxn id="84" idx="2"/>
          </p:cNvCxnSpPr>
          <p:nvPr/>
        </p:nvCxnSpPr>
        <p:spPr>
          <a:xfrm>
            <a:off x="4713989" y="3028942"/>
            <a:ext cx="293630" cy="0"/>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D9901DF8-A7C7-9FA3-842E-46FC6725001B}"/>
              </a:ext>
            </a:extLst>
          </p:cNvPr>
          <p:cNvCxnSpPr>
            <a:cxnSpLocks/>
            <a:endCxn id="88" idx="2"/>
          </p:cNvCxnSpPr>
          <p:nvPr/>
        </p:nvCxnSpPr>
        <p:spPr>
          <a:xfrm>
            <a:off x="3293042" y="3028941"/>
            <a:ext cx="724318" cy="1"/>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116" name="CustomIcon">
            <a:extLst>
              <a:ext uri="{FF2B5EF4-FFF2-40B4-BE49-F238E27FC236}">
                <a16:creationId xmlns:a16="http://schemas.microsoft.com/office/drawing/2014/main" id="{B16987E4-14CB-6BDB-3F5B-0D2C9D441B6D}"/>
              </a:ext>
            </a:extLst>
          </p:cNvPr>
          <p:cNvGrpSpPr>
            <a:grpSpLocks/>
          </p:cNvGrpSpPr>
          <p:nvPr>
            <p:custDataLst>
              <p:tags r:id="rId9"/>
            </p:custDataLst>
          </p:nvPr>
        </p:nvGrpSpPr>
        <p:grpSpPr>
          <a:xfrm>
            <a:off x="8773262" y="2679350"/>
            <a:ext cx="696629" cy="699184"/>
            <a:chOff x="-205105" y="-205105"/>
            <a:chExt cx="1019810" cy="1019810"/>
          </a:xfrm>
          <a:solidFill>
            <a:schemeClr val="accent2">
              <a:lumMod val="50000"/>
            </a:schemeClr>
          </a:solidFill>
        </p:grpSpPr>
        <p:sp>
          <p:nvSpPr>
            <p:cNvPr id="117" name="Oval 116">
              <a:extLst>
                <a:ext uri="{FF2B5EF4-FFF2-40B4-BE49-F238E27FC236}">
                  <a16:creationId xmlns:a16="http://schemas.microsoft.com/office/drawing/2014/main" id="{A4F4C958-73AE-24ED-40EC-2AF65BD88376}"/>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18" name="Graphic 117">
              <a:extLst>
                <a:ext uri="{FF2B5EF4-FFF2-40B4-BE49-F238E27FC236}">
                  <a16:creationId xmlns:a16="http://schemas.microsoft.com/office/drawing/2014/main" id="{201A1EFE-9AA3-BB4F-E6BC-AC3F9B7505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0" y="0"/>
              <a:ext cx="609600" cy="609600"/>
            </a:xfrm>
            <a:prstGeom prst="rect">
              <a:avLst/>
            </a:prstGeom>
          </p:spPr>
        </p:pic>
      </p:grpSp>
      <p:cxnSp>
        <p:nvCxnSpPr>
          <p:cNvPr id="123" name="Straight Arrow Connector 122">
            <a:extLst>
              <a:ext uri="{FF2B5EF4-FFF2-40B4-BE49-F238E27FC236}">
                <a16:creationId xmlns:a16="http://schemas.microsoft.com/office/drawing/2014/main" id="{EF0369FA-7B5C-3EE1-2508-1E2ABEBB0D66}"/>
              </a:ext>
            </a:extLst>
          </p:cNvPr>
          <p:cNvCxnSpPr>
            <a:cxnSpLocks/>
            <a:stCxn id="128" idx="6"/>
            <a:endCxn id="29" idx="1"/>
          </p:cNvCxnSpPr>
          <p:nvPr/>
        </p:nvCxnSpPr>
        <p:spPr>
          <a:xfrm>
            <a:off x="10407912" y="3028942"/>
            <a:ext cx="655263" cy="2415"/>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127" name="CustomIcon">
            <a:extLst>
              <a:ext uri="{FF2B5EF4-FFF2-40B4-BE49-F238E27FC236}">
                <a16:creationId xmlns:a16="http://schemas.microsoft.com/office/drawing/2014/main" id="{3A3588CE-6D5E-A42D-F79D-72FAE9E04168}"/>
              </a:ext>
            </a:extLst>
          </p:cNvPr>
          <p:cNvGrpSpPr>
            <a:grpSpLocks noChangeAspect="1"/>
          </p:cNvGrpSpPr>
          <p:nvPr>
            <p:custDataLst>
              <p:tags r:id="rId10"/>
            </p:custDataLst>
          </p:nvPr>
        </p:nvGrpSpPr>
        <p:grpSpPr>
          <a:xfrm>
            <a:off x="10082969" y="2865874"/>
            <a:ext cx="324943" cy="326135"/>
            <a:chOff x="-205105" y="-205105"/>
            <a:chExt cx="1019810" cy="1019810"/>
          </a:xfrm>
          <a:solidFill>
            <a:schemeClr val="accent2"/>
          </a:solidFill>
        </p:grpSpPr>
        <p:sp>
          <p:nvSpPr>
            <p:cNvPr id="128" name="Oval 127">
              <a:extLst>
                <a:ext uri="{FF2B5EF4-FFF2-40B4-BE49-F238E27FC236}">
                  <a16:creationId xmlns:a16="http://schemas.microsoft.com/office/drawing/2014/main" id="{868956EC-2CC6-75B2-12A3-187AF0CEC9A3}"/>
                </a:ext>
              </a:extLst>
            </p:cNvPr>
            <p:cNvSpPr>
              <a:spLocks noChangeAspect="1"/>
            </p:cNvSpPr>
            <p:nvPr/>
          </p:nvSpPr>
          <p:spPr>
            <a:xfrm>
              <a:off x="-205105" y="-205105"/>
              <a:ext cx="1019810" cy="1019810"/>
            </a:xfrm>
            <a:prstGeom prst="ellipse">
              <a:avLst/>
            </a:prstGeom>
            <a:grp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chemeClr val="bg1"/>
                </a:solidFill>
              </a:endParaRPr>
            </a:p>
          </p:txBody>
        </p:sp>
        <p:pic>
          <p:nvPicPr>
            <p:cNvPr id="129" name="Graphic 128">
              <a:extLst>
                <a:ext uri="{FF2B5EF4-FFF2-40B4-BE49-F238E27FC236}">
                  <a16:creationId xmlns:a16="http://schemas.microsoft.com/office/drawing/2014/main" id="{0C0DCE26-9EC4-D823-7750-51F2B0C0EA0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0" y="0"/>
              <a:ext cx="609600" cy="609600"/>
            </a:xfrm>
            <a:prstGeom prst="rect">
              <a:avLst/>
            </a:prstGeom>
          </p:spPr>
        </p:pic>
      </p:grpSp>
      <p:cxnSp>
        <p:nvCxnSpPr>
          <p:cNvPr id="136" name="Straight Arrow Connector 135">
            <a:extLst>
              <a:ext uri="{FF2B5EF4-FFF2-40B4-BE49-F238E27FC236}">
                <a16:creationId xmlns:a16="http://schemas.microsoft.com/office/drawing/2014/main" id="{54E37A7A-27D7-7A70-B687-710247F5D578}"/>
              </a:ext>
            </a:extLst>
          </p:cNvPr>
          <p:cNvCxnSpPr>
            <a:cxnSpLocks/>
          </p:cNvCxnSpPr>
          <p:nvPr/>
        </p:nvCxnSpPr>
        <p:spPr>
          <a:xfrm>
            <a:off x="8160184" y="3028941"/>
            <a:ext cx="613078" cy="0"/>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986C4DFA-94C9-015D-CB28-AD8C393F556A}"/>
              </a:ext>
            </a:extLst>
          </p:cNvPr>
          <p:cNvSpPr txBox="1"/>
          <p:nvPr/>
        </p:nvSpPr>
        <p:spPr>
          <a:xfrm>
            <a:off x="4986698" y="3431163"/>
            <a:ext cx="738471"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Authorized by business unit</a:t>
            </a:r>
          </a:p>
        </p:txBody>
      </p:sp>
      <p:sp>
        <p:nvSpPr>
          <p:cNvPr id="192" name="TextBox 191">
            <a:extLst>
              <a:ext uri="{FF2B5EF4-FFF2-40B4-BE49-F238E27FC236}">
                <a16:creationId xmlns:a16="http://schemas.microsoft.com/office/drawing/2014/main" id="{0F4EA22A-8261-5FBF-53DA-4982C4B5D9A6}"/>
              </a:ext>
            </a:extLst>
          </p:cNvPr>
          <p:cNvSpPr txBox="1"/>
          <p:nvPr/>
        </p:nvSpPr>
        <p:spPr>
          <a:xfrm>
            <a:off x="3876185" y="3431163"/>
            <a:ext cx="978978"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Approved by respective technology leads</a:t>
            </a:r>
          </a:p>
        </p:txBody>
      </p:sp>
      <p:cxnSp>
        <p:nvCxnSpPr>
          <p:cNvPr id="200" name="LineBasicDefault 200">
            <a:extLst>
              <a:ext uri="{FF2B5EF4-FFF2-40B4-BE49-F238E27FC236}">
                <a16:creationId xmlns:a16="http://schemas.microsoft.com/office/drawing/2014/main" id="{4A2170B7-D628-F289-FEA6-C156ADBA468E}"/>
              </a:ext>
            </a:extLst>
          </p:cNvPr>
          <p:cNvCxnSpPr>
            <a:cxnSpLocks/>
          </p:cNvCxnSpPr>
          <p:nvPr>
            <p:custDataLst>
              <p:tags r:id="rId11"/>
            </p:custDataLst>
          </p:nvPr>
        </p:nvCxnSpPr>
        <p:spPr>
          <a:xfrm>
            <a:off x="701040" y="4400388"/>
            <a:ext cx="2689722"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3" name="LineBasicDefault 200">
            <a:extLst>
              <a:ext uri="{FF2B5EF4-FFF2-40B4-BE49-F238E27FC236}">
                <a16:creationId xmlns:a16="http://schemas.microsoft.com/office/drawing/2014/main" id="{6FA05E15-643D-6AF5-7FCE-606352D16C44}"/>
              </a:ext>
            </a:extLst>
          </p:cNvPr>
          <p:cNvCxnSpPr>
            <a:cxnSpLocks/>
          </p:cNvCxnSpPr>
          <p:nvPr>
            <p:custDataLst>
              <p:tags r:id="rId12"/>
            </p:custDataLst>
          </p:nvPr>
        </p:nvCxnSpPr>
        <p:spPr>
          <a:xfrm>
            <a:off x="3936507" y="4400388"/>
            <a:ext cx="1379421"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4" name="LineBasicDefault 200">
            <a:extLst>
              <a:ext uri="{FF2B5EF4-FFF2-40B4-BE49-F238E27FC236}">
                <a16:creationId xmlns:a16="http://schemas.microsoft.com/office/drawing/2014/main" id="{77C1336A-1279-4604-2660-FBF065BFEDE4}"/>
              </a:ext>
            </a:extLst>
          </p:cNvPr>
          <p:cNvCxnSpPr>
            <a:cxnSpLocks/>
          </p:cNvCxnSpPr>
          <p:nvPr>
            <p:custDataLst>
              <p:tags r:id="rId13"/>
            </p:custDataLst>
          </p:nvPr>
        </p:nvCxnSpPr>
        <p:spPr>
          <a:xfrm>
            <a:off x="5564142" y="4400388"/>
            <a:ext cx="3244352"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5" name="LineBasicDefault 200">
            <a:extLst>
              <a:ext uri="{FF2B5EF4-FFF2-40B4-BE49-F238E27FC236}">
                <a16:creationId xmlns:a16="http://schemas.microsoft.com/office/drawing/2014/main" id="{10D0A82B-8C3C-CAD3-DD4C-C91C5B0CB09C}"/>
              </a:ext>
            </a:extLst>
          </p:cNvPr>
          <p:cNvCxnSpPr>
            <a:cxnSpLocks/>
          </p:cNvCxnSpPr>
          <p:nvPr>
            <p:custDataLst>
              <p:tags r:id="rId14"/>
            </p:custDataLst>
          </p:nvPr>
        </p:nvCxnSpPr>
        <p:spPr>
          <a:xfrm>
            <a:off x="9027696" y="4400388"/>
            <a:ext cx="260708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6" name="LineSpecialityBullet 100">
            <a:extLst>
              <a:ext uri="{FF2B5EF4-FFF2-40B4-BE49-F238E27FC236}">
                <a16:creationId xmlns:a16="http://schemas.microsoft.com/office/drawing/2014/main" id="{6BE27211-CFD9-9A89-14F2-DB3D9076C4BA}"/>
              </a:ext>
            </a:extLst>
          </p:cNvPr>
          <p:cNvCxnSpPr>
            <a:cxnSpLocks/>
          </p:cNvCxnSpPr>
          <p:nvPr>
            <p:custDataLst>
              <p:tags r:id="rId15"/>
            </p:custDataLst>
          </p:nvPr>
        </p:nvCxnSpPr>
        <p:spPr>
          <a:xfrm flipV="1">
            <a:off x="2006706" y="3394257"/>
            <a:ext cx="0" cy="1006130"/>
          </a:xfrm>
          <a:prstGeom prst="straightConnector1">
            <a:avLst/>
          </a:prstGeom>
          <a:ln w="6350" cap="flat">
            <a:solidFill>
              <a:srgbClr val="757575"/>
            </a:solidFill>
            <a:miter lim="800000"/>
            <a:tailEnd type="oval" w="med" len="med"/>
          </a:ln>
        </p:spPr>
        <p:style>
          <a:lnRef idx="1">
            <a:schemeClr val="accent1"/>
          </a:lnRef>
          <a:fillRef idx="0">
            <a:schemeClr val="accent1"/>
          </a:fillRef>
          <a:effectRef idx="0">
            <a:schemeClr val="accent1"/>
          </a:effectRef>
          <a:fontRef idx="minor">
            <a:schemeClr val="tx1"/>
          </a:fontRef>
        </p:style>
      </p:cxnSp>
      <p:cxnSp>
        <p:nvCxnSpPr>
          <p:cNvPr id="208" name="LineSpecialityBullet 100">
            <a:extLst>
              <a:ext uri="{FF2B5EF4-FFF2-40B4-BE49-F238E27FC236}">
                <a16:creationId xmlns:a16="http://schemas.microsoft.com/office/drawing/2014/main" id="{67865A02-C254-E36D-49BE-417718338E39}"/>
              </a:ext>
            </a:extLst>
          </p:cNvPr>
          <p:cNvCxnSpPr>
            <a:cxnSpLocks/>
          </p:cNvCxnSpPr>
          <p:nvPr>
            <p:custDataLst>
              <p:tags r:id="rId16"/>
            </p:custDataLst>
          </p:nvPr>
        </p:nvCxnSpPr>
        <p:spPr>
          <a:xfrm flipV="1">
            <a:off x="5203720" y="4077219"/>
            <a:ext cx="0" cy="314666"/>
          </a:xfrm>
          <a:prstGeom prst="straightConnector1">
            <a:avLst/>
          </a:prstGeom>
          <a:ln w="6350" cap="flat">
            <a:solidFill>
              <a:srgbClr val="757575"/>
            </a:solidFill>
            <a:miter lim="800000"/>
            <a:tailEnd type="oval" w="med" len="med"/>
          </a:ln>
        </p:spPr>
        <p:style>
          <a:lnRef idx="1">
            <a:schemeClr val="accent1"/>
          </a:lnRef>
          <a:fillRef idx="0">
            <a:schemeClr val="accent1"/>
          </a:fillRef>
          <a:effectRef idx="0">
            <a:schemeClr val="accent1"/>
          </a:effectRef>
          <a:fontRef idx="minor">
            <a:schemeClr val="tx1"/>
          </a:fontRef>
        </p:style>
      </p:cxnSp>
      <p:cxnSp>
        <p:nvCxnSpPr>
          <p:cNvPr id="210" name="LineSpecialityBullet 100">
            <a:extLst>
              <a:ext uri="{FF2B5EF4-FFF2-40B4-BE49-F238E27FC236}">
                <a16:creationId xmlns:a16="http://schemas.microsoft.com/office/drawing/2014/main" id="{B16623F9-6A56-779E-11B3-868823CB83C2}"/>
              </a:ext>
            </a:extLst>
          </p:cNvPr>
          <p:cNvCxnSpPr>
            <a:cxnSpLocks/>
          </p:cNvCxnSpPr>
          <p:nvPr>
            <p:custDataLst>
              <p:tags r:id="rId17"/>
            </p:custDataLst>
          </p:nvPr>
        </p:nvCxnSpPr>
        <p:spPr>
          <a:xfrm flipV="1">
            <a:off x="7811869" y="3394257"/>
            <a:ext cx="0" cy="1006130"/>
          </a:xfrm>
          <a:prstGeom prst="straightConnector1">
            <a:avLst/>
          </a:prstGeom>
          <a:ln w="6350" cap="flat">
            <a:solidFill>
              <a:srgbClr val="757575"/>
            </a:solidFill>
            <a:miter lim="800000"/>
            <a:tailEnd type="oval" w="med" len="med"/>
          </a:ln>
        </p:spPr>
        <p:style>
          <a:lnRef idx="1">
            <a:schemeClr val="accent1"/>
          </a:lnRef>
          <a:fillRef idx="0">
            <a:schemeClr val="accent1"/>
          </a:fillRef>
          <a:effectRef idx="0">
            <a:schemeClr val="accent1"/>
          </a:effectRef>
          <a:fontRef idx="minor">
            <a:schemeClr val="tx1"/>
          </a:fontRef>
        </p:style>
      </p:cxnSp>
      <p:cxnSp>
        <p:nvCxnSpPr>
          <p:cNvPr id="211" name="LineSpecialityBullet 100">
            <a:extLst>
              <a:ext uri="{FF2B5EF4-FFF2-40B4-BE49-F238E27FC236}">
                <a16:creationId xmlns:a16="http://schemas.microsoft.com/office/drawing/2014/main" id="{5490E568-A29C-9D6C-A7E1-E2022091E43E}"/>
              </a:ext>
            </a:extLst>
          </p:cNvPr>
          <p:cNvCxnSpPr>
            <a:cxnSpLocks/>
          </p:cNvCxnSpPr>
          <p:nvPr>
            <p:custDataLst>
              <p:tags r:id="rId18"/>
            </p:custDataLst>
          </p:nvPr>
        </p:nvCxnSpPr>
        <p:spPr>
          <a:xfrm flipV="1">
            <a:off x="9112349" y="3394257"/>
            <a:ext cx="0" cy="1006130"/>
          </a:xfrm>
          <a:prstGeom prst="straightConnector1">
            <a:avLst/>
          </a:prstGeom>
          <a:ln w="6350" cap="flat">
            <a:solidFill>
              <a:srgbClr val="757575"/>
            </a:solidFill>
            <a:miter lim="800000"/>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7BA916B-5932-15E5-5CC7-E0EBD9E89F77}"/>
              </a:ext>
            </a:extLst>
          </p:cNvPr>
          <p:cNvCxnSpPr>
            <a:cxnSpLocks/>
            <a:stCxn id="36" idx="6"/>
          </p:cNvCxnSpPr>
          <p:nvPr/>
        </p:nvCxnSpPr>
        <p:spPr>
          <a:xfrm flipV="1">
            <a:off x="6746373" y="3028941"/>
            <a:ext cx="717182" cy="1"/>
          </a:xfrm>
          <a:prstGeom prst="straightConnector1">
            <a:avLst/>
          </a:prstGeom>
          <a:ln w="1270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2" name="TrackerNumWhite 9">
            <a:extLst>
              <a:ext uri="{FF2B5EF4-FFF2-40B4-BE49-F238E27FC236}">
                <a16:creationId xmlns:a16="http://schemas.microsoft.com/office/drawing/2014/main" id="{80614E3E-ED56-B272-C2AA-20DCDF4AC341}"/>
              </a:ext>
            </a:extLst>
          </p:cNvPr>
          <p:cNvSpPr/>
          <p:nvPr>
            <p:custDataLst>
              <p:tags r:id="rId19"/>
            </p:custDataLst>
          </p:nvPr>
        </p:nvSpPr>
        <p:spPr>
          <a:xfrm>
            <a:off x="9240652" y="3663109"/>
            <a:ext cx="216252" cy="191032"/>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4</a:t>
            </a:r>
          </a:p>
        </p:txBody>
      </p:sp>
      <p:sp>
        <p:nvSpPr>
          <p:cNvPr id="10" name="RectangleLegend4">
            <a:extLst>
              <a:ext uri="{FF2B5EF4-FFF2-40B4-BE49-F238E27FC236}">
                <a16:creationId xmlns:a16="http://schemas.microsoft.com/office/drawing/2014/main" id="{C1EA530D-7036-53BF-5147-DC6E8FB70226}"/>
              </a:ext>
            </a:extLst>
          </p:cNvPr>
          <p:cNvSpPr>
            <a:spLocks/>
          </p:cNvSpPr>
          <p:nvPr/>
        </p:nvSpPr>
        <p:spPr>
          <a:xfrm>
            <a:off x="10460379" y="1521182"/>
            <a:ext cx="155448" cy="153888"/>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chemeClr val="tx1"/>
              </a:solidFill>
            </a:endParaRPr>
          </a:p>
        </p:txBody>
      </p:sp>
      <p:sp>
        <p:nvSpPr>
          <p:cNvPr id="12" name="Legend4">
            <a:extLst>
              <a:ext uri="{FF2B5EF4-FFF2-40B4-BE49-F238E27FC236}">
                <a16:creationId xmlns:a16="http://schemas.microsoft.com/office/drawing/2014/main" id="{876632DB-6D09-81DD-A514-7F4A39AE7FE1}"/>
              </a:ext>
            </a:extLst>
          </p:cNvPr>
          <p:cNvSpPr txBox="1">
            <a:spLocks/>
          </p:cNvSpPr>
          <p:nvPr/>
        </p:nvSpPr>
        <p:spPr>
          <a:xfrm>
            <a:off x="10667447" y="1521182"/>
            <a:ext cx="969817" cy="153888"/>
          </a:xfrm>
          <a:prstGeom prst="rect">
            <a:avLst/>
          </a:prstGeom>
          <a:noFill/>
          <a:ln>
            <a:noFill/>
            <a:miter lim="800000"/>
          </a:ln>
        </p:spPr>
        <p:txBody>
          <a:bodyPr wrap="none" lIns="0" tIns="0" rIns="0" bIns="0" rtlCol="0" anchor="ctr" anchorCtr="0">
            <a:spAutoFit/>
          </a:bodyPr>
          <a:lstStyle/>
          <a:p>
            <a:pPr>
              <a:spcAft>
                <a:spcPts val="600"/>
              </a:spcAft>
            </a:pPr>
            <a:r>
              <a:rPr lang="en-US" sz="1000" dirty="0"/>
              <a:t>Deep-dive ahead</a:t>
            </a:r>
          </a:p>
        </p:txBody>
      </p:sp>
      <p:grpSp>
        <p:nvGrpSpPr>
          <p:cNvPr id="60" name="Group 59">
            <a:extLst>
              <a:ext uri="{FF2B5EF4-FFF2-40B4-BE49-F238E27FC236}">
                <a16:creationId xmlns:a16="http://schemas.microsoft.com/office/drawing/2014/main" id="{1F2C9F0C-8CE7-0E6C-7E50-35EE71C608E9}"/>
              </a:ext>
            </a:extLst>
          </p:cNvPr>
          <p:cNvGrpSpPr/>
          <p:nvPr>
            <p:custDataLst>
              <p:tags r:id="rId20"/>
            </p:custDataLst>
          </p:nvPr>
        </p:nvGrpSpPr>
        <p:grpSpPr>
          <a:xfrm>
            <a:off x="554736" y="1853582"/>
            <a:ext cx="1137517" cy="561592"/>
            <a:chOff x="554736" y="1902756"/>
            <a:chExt cx="1137517" cy="561592"/>
          </a:xfrm>
          <a:solidFill>
            <a:schemeClr val="accent1">
              <a:lumMod val="25000"/>
              <a:lumOff val="75000"/>
            </a:schemeClr>
          </a:solidFill>
        </p:grpSpPr>
        <p:sp>
          <p:nvSpPr>
            <p:cNvPr id="40" name="Freeform: Shape 39">
              <a:extLst>
                <a:ext uri="{FF2B5EF4-FFF2-40B4-BE49-F238E27FC236}">
                  <a16:creationId xmlns:a16="http://schemas.microsoft.com/office/drawing/2014/main" id="{8A6C3584-C315-A9B7-30C0-8079C32D45FE}"/>
                </a:ext>
              </a:extLst>
            </p:cNvPr>
            <p:cNvSpPr/>
            <p:nvPr>
              <p:custDataLst>
                <p:tags r:id="rId39"/>
              </p:custDataLst>
            </p:nvPr>
          </p:nvSpPr>
          <p:spPr>
            <a:xfrm>
              <a:off x="554736" y="1902756"/>
              <a:ext cx="1137517" cy="56159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11890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11890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11890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9900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121582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9900 w 1828800"/>
                <a:gd name="connsiteY3" fmla="*/ 914400 h 914400"/>
                <a:gd name="connsiteX4" fmla="*/ 0 w 1828800"/>
                <a:gd name="connsiteY4" fmla="*/ 914400 h 914400"/>
                <a:gd name="connsiteX5" fmla="*/ 121582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121582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07218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70721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161924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161924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161924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6876 w 1828800"/>
                <a:gd name="connsiteY1" fmla="*/ 0 h 914400"/>
                <a:gd name="connsiteX2" fmla="*/ 1828800 w 1828800"/>
                <a:gd name="connsiteY2" fmla="*/ 457200 h 914400"/>
                <a:gd name="connsiteX3" fmla="*/ 1666876 w 1828800"/>
                <a:gd name="connsiteY3" fmla="*/ 914400 h 914400"/>
                <a:gd name="connsiteX4" fmla="*/ 0 w 1828800"/>
                <a:gd name="connsiteY4" fmla="*/ 914400 h 914400"/>
                <a:gd name="connsiteX5" fmla="*/ 0 w 1828800"/>
                <a:gd name="connsiteY5" fmla="*/ 457200 h 914400"/>
                <a:gd name="csX0" fmla="*/ 0 w 1828800"/>
                <a:gd name="csY0" fmla="*/ 0 h 914400"/>
                <a:gd name="csX1" fmla="*/ 1666876 w 1828800"/>
                <a:gd name="csY1" fmla="*/ 0 h 914400"/>
                <a:gd name="csX2" fmla="*/ 1828800 w 1828800"/>
                <a:gd name="csY2" fmla="*/ 457200 h 914400"/>
                <a:gd name="csX3" fmla="*/ 1666876 w 1828800"/>
                <a:gd name="csY3" fmla="*/ 914400 h 914400"/>
                <a:gd name="csX4" fmla="*/ 0 w 1828800"/>
                <a:gd name="csY4" fmla="*/ 914400 h 914400"/>
                <a:gd name="csX5" fmla="*/ 162519 w 1828800"/>
                <a:gd name="csY5" fmla="*/ 457200 h 914400"/>
                <a:gd name="csX0" fmla="*/ 0 w 1828800"/>
                <a:gd name="csY0" fmla="*/ 0 h 914400"/>
                <a:gd name="csX1" fmla="*/ 1666281 w 1828800"/>
                <a:gd name="csY1" fmla="*/ 0 h 914400"/>
                <a:gd name="csX2" fmla="*/ 1828800 w 1828800"/>
                <a:gd name="csY2" fmla="*/ 457200 h 914400"/>
                <a:gd name="csX3" fmla="*/ 1666876 w 1828800"/>
                <a:gd name="csY3" fmla="*/ 914400 h 914400"/>
                <a:gd name="csX4" fmla="*/ 0 w 1828800"/>
                <a:gd name="csY4" fmla="*/ 914400 h 914400"/>
                <a:gd name="csX5" fmla="*/ 162519 w 1828800"/>
                <a:gd name="csY5" fmla="*/ 457200 h 914400"/>
                <a:gd name="csX0" fmla="*/ 0 w 1828800"/>
                <a:gd name="csY0" fmla="*/ 0 h 914400"/>
                <a:gd name="csX1" fmla="*/ 1666281 w 1828800"/>
                <a:gd name="csY1" fmla="*/ 0 h 914400"/>
                <a:gd name="csX2" fmla="*/ 1828800 w 1828800"/>
                <a:gd name="csY2" fmla="*/ 457200 h 914400"/>
                <a:gd name="csX3" fmla="*/ 1666281 w 1828800"/>
                <a:gd name="csY3" fmla="*/ 914400 h 914400"/>
                <a:gd name="csX4" fmla="*/ 0 w 1828800"/>
                <a:gd name="csY4" fmla="*/ 914400 h 914400"/>
                <a:gd name="csX5" fmla="*/ 162519 w 1828800"/>
                <a:gd name="csY5" fmla="*/ 457200 h 914400"/>
                <a:gd name="csX0" fmla="*/ 0 w 1828800"/>
                <a:gd name="csY0" fmla="*/ 0 h 914400"/>
                <a:gd name="csX1" fmla="*/ 1666281 w 1828800"/>
                <a:gd name="csY1" fmla="*/ 0 h 914400"/>
                <a:gd name="csX2" fmla="*/ 1828800 w 1828800"/>
                <a:gd name="csY2" fmla="*/ 457200 h 914400"/>
                <a:gd name="csX3" fmla="*/ 1666281 w 1828800"/>
                <a:gd name="csY3" fmla="*/ 914400 h 914400"/>
                <a:gd name="csX4" fmla="*/ 0 w 1828800"/>
                <a:gd name="csY4" fmla="*/ 914400 h 914400"/>
                <a:gd name="csX5" fmla="*/ 0 w 1828800"/>
                <a:gd name="csY5" fmla="*/ 457200 h 914400"/>
                <a:gd name="csX0" fmla="*/ 0 w 1828800"/>
                <a:gd name="csY0" fmla="*/ 0 h 914400"/>
                <a:gd name="csX1" fmla="*/ 1666281 w 1828800"/>
                <a:gd name="csY1" fmla="*/ 0 h 914400"/>
                <a:gd name="csX2" fmla="*/ 1828800 w 1828800"/>
                <a:gd name="csY2" fmla="*/ 457200 h 914400"/>
                <a:gd name="csX3" fmla="*/ 1666281 w 1828800"/>
                <a:gd name="csY3" fmla="*/ 914400 h 914400"/>
                <a:gd name="csX4" fmla="*/ 0 w 1828800"/>
                <a:gd name="csY4" fmla="*/ 914400 h 914400"/>
                <a:gd name="csX5" fmla="*/ 0 w 1828800"/>
                <a:gd name="csY5" fmla="*/ 457200 h 914400"/>
                <a:gd name="csX0" fmla="*/ 0 w 1828800"/>
                <a:gd name="csY0" fmla="*/ 0 h 914400"/>
                <a:gd name="csX1" fmla="*/ 1666281 w 1828800"/>
                <a:gd name="csY1" fmla="*/ 0 h 914400"/>
                <a:gd name="csX2" fmla="*/ 1828800 w 1828800"/>
                <a:gd name="csY2" fmla="*/ 457200 h 914400"/>
                <a:gd name="csX3" fmla="*/ 1666281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66281" y="0"/>
                  </a:lnTo>
                  <a:lnTo>
                    <a:pt x="1828800" y="457200"/>
                  </a:lnTo>
                  <a:lnTo>
                    <a:pt x="1666281" y="914400"/>
                  </a:lnTo>
                  <a:lnTo>
                    <a:pt x="0" y="914400"/>
                  </a:lnTo>
                  <a:lnTo>
                    <a:pt x="0"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42" name="TextBox 41">
              <a:extLst>
                <a:ext uri="{FF2B5EF4-FFF2-40B4-BE49-F238E27FC236}">
                  <a16:creationId xmlns:a16="http://schemas.microsoft.com/office/drawing/2014/main" id="{EEED5C9E-127A-39E9-B4F1-A5D7005D9447}"/>
                </a:ext>
              </a:extLst>
            </p:cNvPr>
            <p:cNvSpPr txBox="1"/>
            <p:nvPr>
              <p:custDataLst>
                <p:tags r:id="rId40"/>
              </p:custDataLst>
            </p:nvPr>
          </p:nvSpPr>
          <p:spPr>
            <a:xfrm>
              <a:off x="580722" y="1941756"/>
              <a:ext cx="1022559" cy="483593"/>
            </a:xfrm>
            <a:prstGeom prst="rect">
              <a:avLst/>
            </a:prstGeom>
            <a:grpFill/>
          </p:spPr>
          <p:txBody>
            <a:bodyPr vert="horz"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200" b="1" spc="-10" dirty="0">
                  <a:cs typeface="+mn-cs"/>
                </a:rPr>
                <a:t>Incoming </a:t>
              </a:r>
              <a:r>
                <a:rPr lang="en-US" sz="1200" b="1" spc="-20" dirty="0">
                  <a:cs typeface="+mn-cs"/>
                </a:rPr>
                <a:t>requirements </a:t>
              </a:r>
            </a:p>
          </p:txBody>
        </p:sp>
      </p:grpSp>
      <p:grpSp>
        <p:nvGrpSpPr>
          <p:cNvPr id="64" name="Group 63">
            <a:extLst>
              <a:ext uri="{FF2B5EF4-FFF2-40B4-BE49-F238E27FC236}">
                <a16:creationId xmlns:a16="http://schemas.microsoft.com/office/drawing/2014/main" id="{F1225E8C-A539-D653-3005-A0DE2B2D7ABB}"/>
              </a:ext>
            </a:extLst>
          </p:cNvPr>
          <p:cNvGrpSpPr/>
          <p:nvPr>
            <p:custDataLst>
              <p:tags r:id="rId21"/>
            </p:custDataLst>
          </p:nvPr>
        </p:nvGrpSpPr>
        <p:grpSpPr>
          <a:xfrm>
            <a:off x="1653471" y="1853582"/>
            <a:ext cx="1737291" cy="561587"/>
            <a:chOff x="1653471" y="1902756"/>
            <a:chExt cx="1737291" cy="561587"/>
          </a:xfrm>
          <a:solidFill>
            <a:schemeClr val="accent1">
              <a:lumMod val="25000"/>
              <a:lumOff val="75000"/>
            </a:schemeClr>
          </a:solidFill>
        </p:grpSpPr>
        <p:sp>
          <p:nvSpPr>
            <p:cNvPr id="54" name="Freeform: Shape 53">
              <a:extLst>
                <a:ext uri="{FF2B5EF4-FFF2-40B4-BE49-F238E27FC236}">
                  <a16:creationId xmlns:a16="http://schemas.microsoft.com/office/drawing/2014/main" id="{190BFDFA-4C3C-3E3F-0A32-7FBB71CDF479}"/>
                </a:ext>
              </a:extLst>
            </p:cNvPr>
            <p:cNvSpPr/>
            <p:nvPr>
              <p:custDataLst>
                <p:tags r:id="rId37"/>
              </p:custDataLst>
            </p:nvPr>
          </p:nvSpPr>
          <p:spPr>
            <a:xfrm>
              <a:off x="1653471" y="1902756"/>
              <a:ext cx="1737291" cy="56158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114372 w 1828800"/>
                <a:gd name="connsiteY5" fmla="*/ 457200 h 914400"/>
                <a:gd name="connsiteX0" fmla="*/ 0 w 1828800"/>
                <a:gd name="connsiteY0" fmla="*/ 0 h 914400"/>
                <a:gd name="connsiteX1" fmla="*/ 1714428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14428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74886 w 1828800"/>
                <a:gd name="connsiteY5" fmla="*/ 457200 h 914400"/>
                <a:gd name="connsiteX0" fmla="*/ 0 w 1828800"/>
                <a:gd name="connsiteY0" fmla="*/ 0 h 914400"/>
                <a:gd name="connsiteX1" fmla="*/ 1753914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391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77851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77851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77851 w 1828800"/>
                <a:gd name="connsiteY5" fmla="*/ 457200 h 914400"/>
                <a:gd name="connsiteX0" fmla="*/ 0 w 1828800"/>
                <a:gd name="connsiteY0" fmla="*/ 0 h 914400"/>
                <a:gd name="connsiteX1" fmla="*/ 1750949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50949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79606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79606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79606 w 1828800"/>
                <a:gd name="connsiteY5" fmla="*/ 457200 h 914400"/>
                <a:gd name="connsiteX0" fmla="*/ 0 w 1828800"/>
                <a:gd name="connsiteY0" fmla="*/ 0 h 914400"/>
                <a:gd name="connsiteX1" fmla="*/ 1749194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106021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49194 w 1828800"/>
                <a:gd name="connsiteY3" fmla="*/ 914400 h 914400"/>
                <a:gd name="connsiteX4" fmla="*/ 0 w 1828800"/>
                <a:gd name="connsiteY4" fmla="*/ 914400 h 914400"/>
                <a:gd name="connsiteX5" fmla="*/ 106021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106021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106021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106021 w 1828800"/>
                <a:gd name="connsiteY5" fmla="*/ 457201 h 914400"/>
                <a:gd name="connsiteX0" fmla="*/ 0 w 1828800"/>
                <a:gd name="connsiteY0" fmla="*/ 0 h 914400"/>
                <a:gd name="connsiteX1" fmla="*/ 1722779 w 1828800"/>
                <a:gd name="connsiteY1" fmla="*/ 0 h 914400"/>
                <a:gd name="connsiteX2" fmla="*/ 1828800 w 1828800"/>
                <a:gd name="connsiteY2" fmla="*/ 457200 h 914400"/>
                <a:gd name="connsiteX3" fmla="*/ 1722779 w 1828800"/>
                <a:gd name="connsiteY3" fmla="*/ 914400 h 914400"/>
                <a:gd name="connsiteX4" fmla="*/ 0 w 1828800"/>
                <a:gd name="connsiteY4" fmla="*/ 914400 h 914400"/>
                <a:gd name="connsiteX5" fmla="*/ 106021 w 1828800"/>
                <a:gd name="connsiteY5" fmla="*/ 457201 h 914400"/>
                <a:gd name="csX0" fmla="*/ 0 w 1828800"/>
                <a:gd name="csY0" fmla="*/ 0 h 914400"/>
                <a:gd name="csX1" fmla="*/ 1722779 w 1828800"/>
                <a:gd name="csY1" fmla="*/ 0 h 914400"/>
                <a:gd name="csX2" fmla="*/ 1828800 w 1828800"/>
                <a:gd name="csY2" fmla="*/ 457200 h 914400"/>
                <a:gd name="csX3" fmla="*/ 1722779 w 1828800"/>
                <a:gd name="csY3" fmla="*/ 914400 h 914400"/>
                <a:gd name="csX4" fmla="*/ 0 w 1828800"/>
                <a:gd name="csY4" fmla="*/ 914400 h 914400"/>
                <a:gd name="csX5" fmla="*/ 0 w 1828800"/>
                <a:gd name="csY5" fmla="*/ 457201 h 914400"/>
                <a:gd name="csX0" fmla="*/ 0 w 1828800"/>
                <a:gd name="csY0" fmla="*/ 0 h 914400"/>
                <a:gd name="csX1" fmla="*/ 1722389 w 1828800"/>
                <a:gd name="csY1" fmla="*/ 0 h 914400"/>
                <a:gd name="csX2" fmla="*/ 1828800 w 1828800"/>
                <a:gd name="csY2" fmla="*/ 457200 h 914400"/>
                <a:gd name="csX3" fmla="*/ 1722779 w 1828800"/>
                <a:gd name="csY3" fmla="*/ 914400 h 914400"/>
                <a:gd name="csX4" fmla="*/ 0 w 1828800"/>
                <a:gd name="csY4" fmla="*/ 914400 h 914400"/>
                <a:gd name="csX5" fmla="*/ 0 w 1828800"/>
                <a:gd name="csY5" fmla="*/ 457201 h 914400"/>
                <a:gd name="csX0" fmla="*/ 0 w 1828800"/>
                <a:gd name="csY0" fmla="*/ 0 h 914400"/>
                <a:gd name="csX1" fmla="*/ 1722389 w 1828800"/>
                <a:gd name="csY1" fmla="*/ 0 h 914400"/>
                <a:gd name="csX2" fmla="*/ 1828800 w 1828800"/>
                <a:gd name="csY2" fmla="*/ 457200 h 914400"/>
                <a:gd name="csX3" fmla="*/ 1722389 w 1828800"/>
                <a:gd name="csY3" fmla="*/ 914400 h 914400"/>
                <a:gd name="csX4" fmla="*/ 0 w 1828800"/>
                <a:gd name="csY4" fmla="*/ 914400 h 914400"/>
                <a:gd name="csX5" fmla="*/ 0 w 1828800"/>
                <a:gd name="csY5" fmla="*/ 457201 h 914400"/>
                <a:gd name="csX0" fmla="*/ 0 w 1828800"/>
                <a:gd name="csY0" fmla="*/ 0 h 914400"/>
                <a:gd name="csX1" fmla="*/ 1722389 w 1828800"/>
                <a:gd name="csY1" fmla="*/ 0 h 914400"/>
                <a:gd name="csX2" fmla="*/ 1828800 w 1828800"/>
                <a:gd name="csY2" fmla="*/ 457200 h 914400"/>
                <a:gd name="csX3" fmla="*/ 1722389 w 1828800"/>
                <a:gd name="csY3" fmla="*/ 914400 h 914400"/>
                <a:gd name="csX4" fmla="*/ 0 w 1828800"/>
                <a:gd name="csY4" fmla="*/ 914400 h 914400"/>
                <a:gd name="csX5" fmla="*/ 106411 w 1828800"/>
                <a:gd name="csY5" fmla="*/ 457201 h 914400"/>
                <a:gd name="csX0" fmla="*/ 0 w 1828800"/>
                <a:gd name="csY0" fmla="*/ 0 h 914400"/>
                <a:gd name="csX1" fmla="*/ 1722389 w 1828800"/>
                <a:gd name="csY1" fmla="*/ 0 h 914400"/>
                <a:gd name="csX2" fmla="*/ 1828800 w 1828800"/>
                <a:gd name="csY2" fmla="*/ 457200 h 914400"/>
                <a:gd name="csX3" fmla="*/ 1722389 w 1828800"/>
                <a:gd name="csY3" fmla="*/ 914400 h 914400"/>
                <a:gd name="csX4" fmla="*/ 0 w 1828800"/>
                <a:gd name="csY4" fmla="*/ 914400 h 914400"/>
                <a:gd name="csX5" fmla="*/ 106411 w 1828800"/>
                <a:gd name="csY5" fmla="*/ 457201 h 914400"/>
                <a:gd name="csX0" fmla="*/ 0 w 1828800"/>
                <a:gd name="csY0" fmla="*/ 0 h 914400"/>
                <a:gd name="csX1" fmla="*/ 1722389 w 1828800"/>
                <a:gd name="csY1" fmla="*/ 0 h 914400"/>
                <a:gd name="csX2" fmla="*/ 1828800 w 1828800"/>
                <a:gd name="csY2" fmla="*/ 457200 h 914400"/>
                <a:gd name="csX3" fmla="*/ 1722389 w 1828800"/>
                <a:gd name="csY3" fmla="*/ 914400 h 914400"/>
                <a:gd name="csX4" fmla="*/ 0 w 1828800"/>
                <a:gd name="csY4" fmla="*/ 914400 h 914400"/>
                <a:gd name="csX5" fmla="*/ 106411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22389" y="0"/>
                  </a:lnTo>
                  <a:lnTo>
                    <a:pt x="1828800" y="457200"/>
                  </a:lnTo>
                  <a:lnTo>
                    <a:pt x="1722389" y="914400"/>
                  </a:lnTo>
                  <a:lnTo>
                    <a:pt x="0" y="914400"/>
                  </a:lnTo>
                  <a:lnTo>
                    <a:pt x="106411"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55" name="TextBox 54">
              <a:extLst>
                <a:ext uri="{FF2B5EF4-FFF2-40B4-BE49-F238E27FC236}">
                  <a16:creationId xmlns:a16="http://schemas.microsoft.com/office/drawing/2014/main" id="{8BE71990-F7AF-380F-E885-5F8C18464DB5}"/>
                </a:ext>
              </a:extLst>
            </p:cNvPr>
            <p:cNvSpPr txBox="1"/>
            <p:nvPr>
              <p:custDataLst>
                <p:tags r:id="rId38"/>
              </p:custDataLst>
            </p:nvPr>
          </p:nvSpPr>
          <p:spPr>
            <a:xfrm>
              <a:off x="1805357" y="1941755"/>
              <a:ext cx="1484320" cy="483589"/>
            </a:xfrm>
            <a:prstGeom prst="rect">
              <a:avLst/>
            </a:prstGeom>
            <a:grpFill/>
          </p:spPr>
          <p:txBody>
            <a:bodyPr vert="horz" lIns="762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200" b="1" dirty="0">
                  <a:cs typeface="+mn-cs"/>
                </a:rPr>
                <a:t>Registration</a:t>
              </a:r>
            </a:p>
          </p:txBody>
        </p:sp>
      </p:grpSp>
      <p:grpSp>
        <p:nvGrpSpPr>
          <p:cNvPr id="76" name="Group 75">
            <a:extLst>
              <a:ext uri="{FF2B5EF4-FFF2-40B4-BE49-F238E27FC236}">
                <a16:creationId xmlns:a16="http://schemas.microsoft.com/office/drawing/2014/main" id="{5E8FF7F6-D11C-AFF0-7D18-8F552640D264}"/>
              </a:ext>
            </a:extLst>
          </p:cNvPr>
          <p:cNvGrpSpPr/>
          <p:nvPr>
            <p:custDataLst>
              <p:tags r:id="rId22"/>
            </p:custDataLst>
          </p:nvPr>
        </p:nvGrpSpPr>
        <p:grpSpPr>
          <a:xfrm>
            <a:off x="3351980" y="1853582"/>
            <a:ext cx="4461660" cy="561587"/>
            <a:chOff x="3351980" y="1902756"/>
            <a:chExt cx="4461660" cy="561587"/>
          </a:xfrm>
          <a:solidFill>
            <a:schemeClr val="accent1">
              <a:lumMod val="25000"/>
              <a:lumOff val="75000"/>
            </a:schemeClr>
          </a:solidFill>
        </p:grpSpPr>
        <p:sp>
          <p:nvSpPr>
            <p:cNvPr id="73" name="Freeform: Shape 72">
              <a:extLst>
                <a:ext uri="{FF2B5EF4-FFF2-40B4-BE49-F238E27FC236}">
                  <a16:creationId xmlns:a16="http://schemas.microsoft.com/office/drawing/2014/main" id="{B701F927-53EF-0FF3-A754-2A88F4E350BD}"/>
                </a:ext>
              </a:extLst>
            </p:cNvPr>
            <p:cNvSpPr/>
            <p:nvPr>
              <p:custDataLst>
                <p:tags r:id="rId35"/>
              </p:custDataLst>
            </p:nvPr>
          </p:nvSpPr>
          <p:spPr>
            <a:xfrm>
              <a:off x="3351980" y="1902756"/>
              <a:ext cx="4461660" cy="56158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29159 w 1828800"/>
                <a:gd name="connsiteY5" fmla="*/ 457200 h 914400"/>
                <a:gd name="connsiteX0" fmla="*/ 0 w 1828800"/>
                <a:gd name="connsiteY0" fmla="*/ 0 h 914400"/>
                <a:gd name="connsiteX1" fmla="*/ 1799641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964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30314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30314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30314 w 1828800"/>
                <a:gd name="connsiteY5" fmla="*/ 457200 h 914400"/>
                <a:gd name="connsiteX0" fmla="*/ 0 w 1828800"/>
                <a:gd name="connsiteY0" fmla="*/ 0 h 914400"/>
                <a:gd name="connsiteX1" fmla="*/ 1798486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848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30997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30997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30997 w 1828800"/>
                <a:gd name="connsiteY5" fmla="*/ 457200 h 914400"/>
                <a:gd name="connsiteX0" fmla="*/ 0 w 1828800"/>
                <a:gd name="connsiteY0" fmla="*/ 0 h 914400"/>
                <a:gd name="connsiteX1" fmla="*/ 1797802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41283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97802 w 1828800"/>
                <a:gd name="connsiteY3" fmla="*/ 914400 h 914400"/>
                <a:gd name="connsiteX4" fmla="*/ 0 w 1828800"/>
                <a:gd name="connsiteY4" fmla="*/ 914400 h 914400"/>
                <a:gd name="connsiteX5" fmla="*/ 41283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41283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41283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41283 w 1828800"/>
                <a:gd name="connsiteY5" fmla="*/ 457201 h 914400"/>
                <a:gd name="connsiteX0" fmla="*/ 0 w 1828800"/>
                <a:gd name="connsiteY0" fmla="*/ 0 h 914400"/>
                <a:gd name="connsiteX1" fmla="*/ 1787517 w 1828800"/>
                <a:gd name="connsiteY1" fmla="*/ 0 h 914400"/>
                <a:gd name="connsiteX2" fmla="*/ 1828800 w 1828800"/>
                <a:gd name="connsiteY2" fmla="*/ 457200 h 914400"/>
                <a:gd name="connsiteX3" fmla="*/ 1787517 w 1828800"/>
                <a:gd name="connsiteY3" fmla="*/ 914400 h 914400"/>
                <a:gd name="connsiteX4" fmla="*/ 0 w 1828800"/>
                <a:gd name="connsiteY4" fmla="*/ 914400 h 914400"/>
                <a:gd name="connsiteX5" fmla="*/ 41283 w 1828800"/>
                <a:gd name="connsiteY5" fmla="*/ 457201 h 914400"/>
                <a:gd name="csX0" fmla="*/ 0 w 1828800"/>
                <a:gd name="csY0" fmla="*/ 0 h 914400"/>
                <a:gd name="csX1" fmla="*/ 1787517 w 1828800"/>
                <a:gd name="csY1" fmla="*/ 0 h 914400"/>
                <a:gd name="csX2" fmla="*/ 1828800 w 1828800"/>
                <a:gd name="csY2" fmla="*/ 457200 h 914400"/>
                <a:gd name="csX3" fmla="*/ 1787517 w 1828800"/>
                <a:gd name="csY3" fmla="*/ 914400 h 914400"/>
                <a:gd name="csX4" fmla="*/ 0 w 1828800"/>
                <a:gd name="csY4" fmla="*/ 914400 h 914400"/>
                <a:gd name="csX5" fmla="*/ 0 w 1828800"/>
                <a:gd name="csY5" fmla="*/ 457201 h 914400"/>
                <a:gd name="csX0" fmla="*/ 0 w 1828800"/>
                <a:gd name="csY0" fmla="*/ 0 h 914400"/>
                <a:gd name="csX1" fmla="*/ 1787366 w 1828800"/>
                <a:gd name="csY1" fmla="*/ 0 h 914400"/>
                <a:gd name="csX2" fmla="*/ 1828800 w 1828800"/>
                <a:gd name="csY2" fmla="*/ 457200 h 914400"/>
                <a:gd name="csX3" fmla="*/ 1787517 w 1828800"/>
                <a:gd name="csY3" fmla="*/ 914400 h 914400"/>
                <a:gd name="csX4" fmla="*/ 0 w 1828800"/>
                <a:gd name="csY4" fmla="*/ 914400 h 914400"/>
                <a:gd name="csX5" fmla="*/ 0 w 1828800"/>
                <a:gd name="csY5" fmla="*/ 457201 h 914400"/>
                <a:gd name="csX0" fmla="*/ 0 w 1828800"/>
                <a:gd name="csY0" fmla="*/ 0 h 914400"/>
                <a:gd name="csX1" fmla="*/ 1787366 w 1828800"/>
                <a:gd name="csY1" fmla="*/ 0 h 914400"/>
                <a:gd name="csX2" fmla="*/ 1828800 w 1828800"/>
                <a:gd name="csY2" fmla="*/ 457200 h 914400"/>
                <a:gd name="csX3" fmla="*/ 1787366 w 1828800"/>
                <a:gd name="csY3" fmla="*/ 914400 h 914400"/>
                <a:gd name="csX4" fmla="*/ 0 w 1828800"/>
                <a:gd name="csY4" fmla="*/ 914400 h 914400"/>
                <a:gd name="csX5" fmla="*/ 0 w 1828800"/>
                <a:gd name="csY5" fmla="*/ 457201 h 914400"/>
                <a:gd name="csX0" fmla="*/ 0 w 1828800"/>
                <a:gd name="csY0" fmla="*/ 0 h 914400"/>
                <a:gd name="csX1" fmla="*/ 1787366 w 1828800"/>
                <a:gd name="csY1" fmla="*/ 0 h 914400"/>
                <a:gd name="csX2" fmla="*/ 1828800 w 1828800"/>
                <a:gd name="csY2" fmla="*/ 457200 h 914400"/>
                <a:gd name="csX3" fmla="*/ 1787366 w 1828800"/>
                <a:gd name="csY3" fmla="*/ 914400 h 914400"/>
                <a:gd name="csX4" fmla="*/ 0 w 1828800"/>
                <a:gd name="csY4" fmla="*/ 914400 h 914400"/>
                <a:gd name="csX5" fmla="*/ 41434 w 1828800"/>
                <a:gd name="csY5" fmla="*/ 457201 h 914400"/>
                <a:gd name="csX0" fmla="*/ 0 w 1828800"/>
                <a:gd name="csY0" fmla="*/ 0 h 914400"/>
                <a:gd name="csX1" fmla="*/ 1787366 w 1828800"/>
                <a:gd name="csY1" fmla="*/ 0 h 914400"/>
                <a:gd name="csX2" fmla="*/ 1828800 w 1828800"/>
                <a:gd name="csY2" fmla="*/ 457200 h 914400"/>
                <a:gd name="csX3" fmla="*/ 1787366 w 1828800"/>
                <a:gd name="csY3" fmla="*/ 914400 h 914400"/>
                <a:gd name="csX4" fmla="*/ 0 w 1828800"/>
                <a:gd name="csY4" fmla="*/ 914400 h 914400"/>
                <a:gd name="csX5" fmla="*/ 41434 w 1828800"/>
                <a:gd name="csY5" fmla="*/ 457201 h 914400"/>
                <a:gd name="csX0" fmla="*/ 0 w 1828800"/>
                <a:gd name="csY0" fmla="*/ 0 h 914400"/>
                <a:gd name="csX1" fmla="*/ 1787366 w 1828800"/>
                <a:gd name="csY1" fmla="*/ 0 h 914400"/>
                <a:gd name="csX2" fmla="*/ 1828800 w 1828800"/>
                <a:gd name="csY2" fmla="*/ 457200 h 914400"/>
                <a:gd name="csX3" fmla="*/ 1787366 w 1828800"/>
                <a:gd name="csY3" fmla="*/ 914400 h 914400"/>
                <a:gd name="csX4" fmla="*/ 0 w 1828800"/>
                <a:gd name="csY4" fmla="*/ 914400 h 914400"/>
                <a:gd name="csX5" fmla="*/ 41434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7366" y="0"/>
                  </a:lnTo>
                  <a:lnTo>
                    <a:pt x="1828800" y="457200"/>
                  </a:lnTo>
                  <a:lnTo>
                    <a:pt x="1787366" y="914400"/>
                  </a:lnTo>
                  <a:lnTo>
                    <a:pt x="0" y="914400"/>
                  </a:lnTo>
                  <a:lnTo>
                    <a:pt x="41434"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74" name="TextBox 73">
              <a:extLst>
                <a:ext uri="{FF2B5EF4-FFF2-40B4-BE49-F238E27FC236}">
                  <a16:creationId xmlns:a16="http://schemas.microsoft.com/office/drawing/2014/main" id="{660191FC-3103-E124-5CD4-C20BF0BA682A}"/>
                </a:ext>
              </a:extLst>
            </p:cNvPr>
            <p:cNvSpPr txBox="1"/>
            <p:nvPr>
              <p:custDataLst>
                <p:tags r:id="rId36"/>
              </p:custDataLst>
            </p:nvPr>
          </p:nvSpPr>
          <p:spPr>
            <a:xfrm>
              <a:off x="3503866" y="1941755"/>
              <a:ext cx="4208688" cy="483589"/>
            </a:xfrm>
            <a:prstGeom prst="rect">
              <a:avLst/>
            </a:prstGeom>
            <a:grpFill/>
          </p:spPr>
          <p:txBody>
            <a:bodyPr vert="horz" lIns="762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200" b="1" dirty="0">
                  <a:cs typeface="+mn-cs"/>
                </a:rPr>
                <a:t>Approval</a:t>
              </a:r>
            </a:p>
          </p:txBody>
        </p:sp>
      </p:grpSp>
      <p:grpSp>
        <p:nvGrpSpPr>
          <p:cNvPr id="96" name="Group 95">
            <a:extLst>
              <a:ext uri="{FF2B5EF4-FFF2-40B4-BE49-F238E27FC236}">
                <a16:creationId xmlns:a16="http://schemas.microsoft.com/office/drawing/2014/main" id="{DC626DB3-DD52-7A64-ABEE-AFBB3282AE9D}"/>
              </a:ext>
            </a:extLst>
          </p:cNvPr>
          <p:cNvGrpSpPr/>
          <p:nvPr>
            <p:custDataLst>
              <p:tags r:id="rId23"/>
            </p:custDataLst>
          </p:nvPr>
        </p:nvGrpSpPr>
        <p:grpSpPr>
          <a:xfrm>
            <a:off x="7774858" y="1853582"/>
            <a:ext cx="2413764" cy="561587"/>
            <a:chOff x="7774858" y="1902756"/>
            <a:chExt cx="2413764" cy="561587"/>
          </a:xfrm>
          <a:solidFill>
            <a:schemeClr val="accent1">
              <a:lumMod val="25000"/>
              <a:lumOff val="75000"/>
            </a:schemeClr>
          </a:solidFill>
        </p:grpSpPr>
        <p:sp>
          <p:nvSpPr>
            <p:cNvPr id="81" name="Freeform: Shape 80">
              <a:extLst>
                <a:ext uri="{FF2B5EF4-FFF2-40B4-BE49-F238E27FC236}">
                  <a16:creationId xmlns:a16="http://schemas.microsoft.com/office/drawing/2014/main" id="{5096307A-543A-070E-E083-C8EAFB752879}"/>
                </a:ext>
              </a:extLst>
            </p:cNvPr>
            <p:cNvSpPr/>
            <p:nvPr>
              <p:custDataLst>
                <p:tags r:id="rId33"/>
              </p:custDataLst>
            </p:nvPr>
          </p:nvSpPr>
          <p:spPr>
            <a:xfrm>
              <a:off x="7774858" y="1902756"/>
              <a:ext cx="2413764" cy="56158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53899 w 1828800"/>
                <a:gd name="connsiteY5" fmla="*/ 457200 h 914400"/>
                <a:gd name="connsiteX0" fmla="*/ 0 w 1828800"/>
                <a:gd name="connsiteY0" fmla="*/ 0 h 914400"/>
                <a:gd name="connsiteX1" fmla="*/ 1774901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4901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56032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56032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56032 w 1828800"/>
                <a:gd name="connsiteY5" fmla="*/ 457200 h 914400"/>
                <a:gd name="connsiteX0" fmla="*/ 0 w 1828800"/>
                <a:gd name="connsiteY0" fmla="*/ 0 h 914400"/>
                <a:gd name="connsiteX1" fmla="*/ 1772767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2767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57296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57296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57296 w 1828800"/>
                <a:gd name="connsiteY5" fmla="*/ 457200 h 914400"/>
                <a:gd name="connsiteX0" fmla="*/ 0 w 1828800"/>
                <a:gd name="connsiteY0" fmla="*/ 0 h 914400"/>
                <a:gd name="connsiteX1" fmla="*/ 1771504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76308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71504 w 1828800"/>
                <a:gd name="connsiteY3" fmla="*/ 914400 h 914400"/>
                <a:gd name="connsiteX4" fmla="*/ 0 w 1828800"/>
                <a:gd name="connsiteY4" fmla="*/ 914400 h 914400"/>
                <a:gd name="connsiteX5" fmla="*/ 76308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76308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76308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76308 w 1828800"/>
                <a:gd name="connsiteY5" fmla="*/ 457201 h 914400"/>
                <a:gd name="connsiteX0" fmla="*/ 0 w 1828800"/>
                <a:gd name="connsiteY0" fmla="*/ 0 h 914400"/>
                <a:gd name="connsiteX1" fmla="*/ 1752492 w 1828800"/>
                <a:gd name="connsiteY1" fmla="*/ 0 h 914400"/>
                <a:gd name="connsiteX2" fmla="*/ 1828800 w 1828800"/>
                <a:gd name="connsiteY2" fmla="*/ 457200 h 914400"/>
                <a:gd name="connsiteX3" fmla="*/ 1752492 w 1828800"/>
                <a:gd name="connsiteY3" fmla="*/ 914400 h 914400"/>
                <a:gd name="connsiteX4" fmla="*/ 0 w 1828800"/>
                <a:gd name="connsiteY4" fmla="*/ 914400 h 914400"/>
                <a:gd name="connsiteX5" fmla="*/ 76308 w 1828800"/>
                <a:gd name="connsiteY5" fmla="*/ 457201 h 914400"/>
                <a:gd name="csX0" fmla="*/ 0 w 1828800"/>
                <a:gd name="csY0" fmla="*/ 0 h 914400"/>
                <a:gd name="csX1" fmla="*/ 1752492 w 1828800"/>
                <a:gd name="csY1" fmla="*/ 0 h 914400"/>
                <a:gd name="csX2" fmla="*/ 1828800 w 1828800"/>
                <a:gd name="csY2" fmla="*/ 457200 h 914400"/>
                <a:gd name="csX3" fmla="*/ 1752492 w 1828800"/>
                <a:gd name="csY3" fmla="*/ 914400 h 914400"/>
                <a:gd name="csX4" fmla="*/ 0 w 1828800"/>
                <a:gd name="csY4" fmla="*/ 914400 h 914400"/>
                <a:gd name="csX5" fmla="*/ 0 w 1828800"/>
                <a:gd name="csY5" fmla="*/ 457201 h 914400"/>
                <a:gd name="csX0" fmla="*/ 0 w 1828800"/>
                <a:gd name="csY0" fmla="*/ 0 h 914400"/>
                <a:gd name="csX1" fmla="*/ 1752212 w 1828800"/>
                <a:gd name="csY1" fmla="*/ 0 h 914400"/>
                <a:gd name="csX2" fmla="*/ 1828800 w 1828800"/>
                <a:gd name="csY2" fmla="*/ 457200 h 914400"/>
                <a:gd name="csX3" fmla="*/ 1752492 w 1828800"/>
                <a:gd name="csY3" fmla="*/ 914400 h 914400"/>
                <a:gd name="csX4" fmla="*/ 0 w 1828800"/>
                <a:gd name="csY4" fmla="*/ 914400 h 914400"/>
                <a:gd name="csX5" fmla="*/ 0 w 1828800"/>
                <a:gd name="csY5" fmla="*/ 457201 h 914400"/>
                <a:gd name="csX0" fmla="*/ 0 w 1828800"/>
                <a:gd name="csY0" fmla="*/ 0 h 914400"/>
                <a:gd name="csX1" fmla="*/ 1752212 w 1828800"/>
                <a:gd name="csY1" fmla="*/ 0 h 914400"/>
                <a:gd name="csX2" fmla="*/ 1828800 w 1828800"/>
                <a:gd name="csY2" fmla="*/ 457200 h 914400"/>
                <a:gd name="csX3" fmla="*/ 1752212 w 1828800"/>
                <a:gd name="csY3" fmla="*/ 914400 h 914400"/>
                <a:gd name="csX4" fmla="*/ 0 w 1828800"/>
                <a:gd name="csY4" fmla="*/ 914400 h 914400"/>
                <a:gd name="csX5" fmla="*/ 0 w 1828800"/>
                <a:gd name="csY5" fmla="*/ 457201 h 914400"/>
                <a:gd name="csX0" fmla="*/ 0 w 1828800"/>
                <a:gd name="csY0" fmla="*/ 0 h 914400"/>
                <a:gd name="csX1" fmla="*/ 1752212 w 1828800"/>
                <a:gd name="csY1" fmla="*/ 0 h 914400"/>
                <a:gd name="csX2" fmla="*/ 1828800 w 1828800"/>
                <a:gd name="csY2" fmla="*/ 457200 h 914400"/>
                <a:gd name="csX3" fmla="*/ 1752212 w 1828800"/>
                <a:gd name="csY3" fmla="*/ 914400 h 914400"/>
                <a:gd name="csX4" fmla="*/ 0 w 1828800"/>
                <a:gd name="csY4" fmla="*/ 914400 h 914400"/>
                <a:gd name="csX5" fmla="*/ 76588 w 1828800"/>
                <a:gd name="csY5" fmla="*/ 457201 h 914400"/>
                <a:gd name="csX0" fmla="*/ 0 w 1828800"/>
                <a:gd name="csY0" fmla="*/ 0 h 914400"/>
                <a:gd name="csX1" fmla="*/ 1752212 w 1828800"/>
                <a:gd name="csY1" fmla="*/ 0 h 914400"/>
                <a:gd name="csX2" fmla="*/ 1828800 w 1828800"/>
                <a:gd name="csY2" fmla="*/ 457200 h 914400"/>
                <a:gd name="csX3" fmla="*/ 1752212 w 1828800"/>
                <a:gd name="csY3" fmla="*/ 914400 h 914400"/>
                <a:gd name="csX4" fmla="*/ 0 w 1828800"/>
                <a:gd name="csY4" fmla="*/ 914400 h 914400"/>
                <a:gd name="csX5" fmla="*/ 76588 w 1828800"/>
                <a:gd name="csY5" fmla="*/ 457201 h 914400"/>
                <a:gd name="csX0" fmla="*/ 0 w 1828800"/>
                <a:gd name="csY0" fmla="*/ 0 h 914400"/>
                <a:gd name="csX1" fmla="*/ 1752212 w 1828800"/>
                <a:gd name="csY1" fmla="*/ 0 h 914400"/>
                <a:gd name="csX2" fmla="*/ 1828800 w 1828800"/>
                <a:gd name="csY2" fmla="*/ 457200 h 914400"/>
                <a:gd name="csX3" fmla="*/ 1752212 w 1828800"/>
                <a:gd name="csY3" fmla="*/ 914400 h 914400"/>
                <a:gd name="csX4" fmla="*/ 0 w 1828800"/>
                <a:gd name="csY4" fmla="*/ 914400 h 914400"/>
                <a:gd name="csX5" fmla="*/ 76588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52212" y="0"/>
                  </a:lnTo>
                  <a:lnTo>
                    <a:pt x="1828800" y="457200"/>
                  </a:lnTo>
                  <a:lnTo>
                    <a:pt x="1752212" y="914400"/>
                  </a:lnTo>
                  <a:lnTo>
                    <a:pt x="0" y="914400"/>
                  </a:lnTo>
                  <a:lnTo>
                    <a:pt x="76588"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85" name="TextBox 84">
              <a:extLst>
                <a:ext uri="{FF2B5EF4-FFF2-40B4-BE49-F238E27FC236}">
                  <a16:creationId xmlns:a16="http://schemas.microsoft.com/office/drawing/2014/main" id="{98056CEA-B675-09AE-EE75-6353893DABA1}"/>
                </a:ext>
              </a:extLst>
            </p:cNvPr>
            <p:cNvSpPr txBox="1"/>
            <p:nvPr>
              <p:custDataLst>
                <p:tags r:id="rId34"/>
              </p:custDataLst>
            </p:nvPr>
          </p:nvSpPr>
          <p:spPr>
            <a:xfrm>
              <a:off x="7926743" y="1941755"/>
              <a:ext cx="2160793" cy="483589"/>
            </a:xfrm>
            <a:prstGeom prst="rect">
              <a:avLst/>
            </a:prstGeom>
            <a:grpFill/>
          </p:spPr>
          <p:txBody>
            <a:bodyPr vert="horz" lIns="762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200" b="1" dirty="0">
                  <a:cs typeface="+mn-cs"/>
                </a:rPr>
                <a:t>Prioritization</a:t>
              </a:r>
            </a:p>
          </p:txBody>
        </p:sp>
      </p:grpSp>
      <p:grpSp>
        <p:nvGrpSpPr>
          <p:cNvPr id="101" name="Group 100">
            <a:extLst>
              <a:ext uri="{FF2B5EF4-FFF2-40B4-BE49-F238E27FC236}">
                <a16:creationId xmlns:a16="http://schemas.microsoft.com/office/drawing/2014/main" id="{65A15984-09A6-C110-964F-FC51A4BA0D46}"/>
              </a:ext>
            </a:extLst>
          </p:cNvPr>
          <p:cNvGrpSpPr/>
          <p:nvPr>
            <p:custDataLst>
              <p:tags r:id="rId24"/>
            </p:custDataLst>
          </p:nvPr>
        </p:nvGrpSpPr>
        <p:grpSpPr>
          <a:xfrm>
            <a:off x="10149840" y="1853582"/>
            <a:ext cx="1484948" cy="561587"/>
            <a:chOff x="10149840" y="1902756"/>
            <a:chExt cx="1484948" cy="561587"/>
          </a:xfrm>
          <a:solidFill>
            <a:schemeClr val="accent1">
              <a:lumMod val="25000"/>
              <a:lumOff val="75000"/>
            </a:schemeClr>
          </a:solidFill>
        </p:grpSpPr>
        <p:sp>
          <p:nvSpPr>
            <p:cNvPr id="92" name="Freeform: Shape 91">
              <a:extLst>
                <a:ext uri="{FF2B5EF4-FFF2-40B4-BE49-F238E27FC236}">
                  <a16:creationId xmlns:a16="http://schemas.microsoft.com/office/drawing/2014/main" id="{DE443EA7-CD36-D83C-2103-C28FB4EAF34D}"/>
                </a:ext>
              </a:extLst>
            </p:cNvPr>
            <p:cNvSpPr/>
            <p:nvPr>
              <p:custDataLst>
                <p:tags r:id="rId31"/>
              </p:custDataLst>
            </p:nvPr>
          </p:nvSpPr>
          <p:spPr>
            <a:xfrm>
              <a:off x="10149840" y="1902756"/>
              <a:ext cx="1484948" cy="56158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111776 w 1828800"/>
                <a:gd name="connsiteY5" fmla="*/ 457200 h 914400"/>
                <a:gd name="connsiteX0" fmla="*/ 0 w 1828800"/>
                <a:gd name="connsiteY0" fmla="*/ 0 h 914400"/>
                <a:gd name="connsiteX1" fmla="*/ 1717022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17022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96034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96034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96034 w 1828800"/>
                <a:gd name="connsiteY5" fmla="*/ 457200 h 914400"/>
                <a:gd name="connsiteX0" fmla="*/ 0 w 1828800"/>
                <a:gd name="connsiteY0" fmla="*/ 0 h 914400"/>
                <a:gd name="connsiteX1" fmla="*/ 1732766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2766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9820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9820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98200 w 1828800"/>
                <a:gd name="connsiteY5" fmla="*/ 457200 h 914400"/>
                <a:gd name="connsiteX0" fmla="*/ 0 w 1828800"/>
                <a:gd name="connsiteY0" fmla="*/ 0 h 914400"/>
                <a:gd name="connsiteX1" fmla="*/ 1730600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130784 w 1828800"/>
                <a:gd name="connsiteY5" fmla="*/ 457201 h 914400"/>
                <a:gd name="connsiteX0" fmla="*/ 0 w 1828800"/>
                <a:gd name="connsiteY0" fmla="*/ 0 h 914400"/>
                <a:gd name="connsiteX1" fmla="*/ 1698016 w 1828800"/>
                <a:gd name="connsiteY1" fmla="*/ 0 h 914400"/>
                <a:gd name="connsiteX2" fmla="*/ 1828800 w 1828800"/>
                <a:gd name="connsiteY2" fmla="*/ 457200 h 914400"/>
                <a:gd name="connsiteX3" fmla="*/ 1730600 w 1828800"/>
                <a:gd name="connsiteY3" fmla="*/ 914400 h 914400"/>
                <a:gd name="connsiteX4" fmla="*/ 0 w 1828800"/>
                <a:gd name="connsiteY4" fmla="*/ 914400 h 914400"/>
                <a:gd name="connsiteX5" fmla="*/ 130784 w 1828800"/>
                <a:gd name="connsiteY5" fmla="*/ 457201 h 914400"/>
                <a:gd name="connsiteX0" fmla="*/ 0 w 1828800"/>
                <a:gd name="connsiteY0" fmla="*/ 0 h 914400"/>
                <a:gd name="connsiteX1" fmla="*/ 1698016 w 1828800"/>
                <a:gd name="connsiteY1" fmla="*/ 0 h 914400"/>
                <a:gd name="connsiteX2" fmla="*/ 1828800 w 1828800"/>
                <a:gd name="connsiteY2" fmla="*/ 457200 h 914400"/>
                <a:gd name="connsiteX3" fmla="*/ 1698016 w 1828800"/>
                <a:gd name="connsiteY3" fmla="*/ 914400 h 914400"/>
                <a:gd name="connsiteX4" fmla="*/ 0 w 1828800"/>
                <a:gd name="connsiteY4" fmla="*/ 914400 h 914400"/>
                <a:gd name="connsiteX5" fmla="*/ 130784 w 1828800"/>
                <a:gd name="connsiteY5" fmla="*/ 457201 h 914400"/>
                <a:gd name="connsiteX0" fmla="*/ 0 w 1828800"/>
                <a:gd name="connsiteY0" fmla="*/ 0 h 914400"/>
                <a:gd name="connsiteX1" fmla="*/ 1698016 w 1828800"/>
                <a:gd name="connsiteY1" fmla="*/ 0 h 914400"/>
                <a:gd name="connsiteX2" fmla="*/ 1828800 w 1828800"/>
                <a:gd name="connsiteY2" fmla="*/ 457200 h 914400"/>
                <a:gd name="connsiteX3" fmla="*/ 169801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04969 w 1828800"/>
                <a:gd name="connsiteY1" fmla="*/ 0 h 914400"/>
                <a:gd name="connsiteX2" fmla="*/ 1828800 w 1828800"/>
                <a:gd name="connsiteY2" fmla="*/ 457200 h 914400"/>
                <a:gd name="connsiteX3" fmla="*/ 1698016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04969 w 1828800"/>
                <a:gd name="connsiteY1" fmla="*/ 0 h 914400"/>
                <a:gd name="connsiteX2" fmla="*/ 1828800 w 1828800"/>
                <a:gd name="connsiteY2" fmla="*/ 457200 h 914400"/>
                <a:gd name="connsiteX3" fmla="*/ 170496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704969 w 1828800"/>
                <a:gd name="connsiteY1" fmla="*/ 0 h 914400"/>
                <a:gd name="connsiteX2" fmla="*/ 1828800 w 1828800"/>
                <a:gd name="connsiteY2" fmla="*/ 457200 h 914400"/>
                <a:gd name="connsiteX3" fmla="*/ 1704969 w 1828800"/>
                <a:gd name="connsiteY3" fmla="*/ 914400 h 914400"/>
                <a:gd name="connsiteX4" fmla="*/ 0 w 1828800"/>
                <a:gd name="connsiteY4" fmla="*/ 914400 h 914400"/>
                <a:gd name="connsiteX5" fmla="*/ 123831 w 1828800"/>
                <a:gd name="connsiteY5" fmla="*/ 457201 h 914400"/>
                <a:gd name="connsiteX0" fmla="*/ 0 w 1828800"/>
                <a:gd name="connsiteY0" fmla="*/ 0 h 914400"/>
                <a:gd name="connsiteX1" fmla="*/ 1704969 w 1828800"/>
                <a:gd name="connsiteY1" fmla="*/ 0 h 914400"/>
                <a:gd name="connsiteX2" fmla="*/ 1828800 w 1828800"/>
                <a:gd name="connsiteY2" fmla="*/ 457200 h 914400"/>
                <a:gd name="connsiteX3" fmla="*/ 1704969 w 1828800"/>
                <a:gd name="connsiteY3" fmla="*/ 914400 h 914400"/>
                <a:gd name="connsiteX4" fmla="*/ 0 w 1828800"/>
                <a:gd name="connsiteY4" fmla="*/ 914400 h 914400"/>
                <a:gd name="connsiteX5" fmla="*/ 123831 w 1828800"/>
                <a:gd name="connsiteY5" fmla="*/ 457201 h 914400"/>
                <a:gd name="connsiteX0" fmla="*/ 0 w 1828800"/>
                <a:gd name="connsiteY0" fmla="*/ 0 h 914400"/>
                <a:gd name="connsiteX1" fmla="*/ 1704969 w 1828800"/>
                <a:gd name="connsiteY1" fmla="*/ 0 h 914400"/>
                <a:gd name="connsiteX2" fmla="*/ 1828800 w 1828800"/>
                <a:gd name="connsiteY2" fmla="*/ 457200 h 914400"/>
                <a:gd name="connsiteX3" fmla="*/ 1704969 w 1828800"/>
                <a:gd name="connsiteY3" fmla="*/ 914400 h 914400"/>
                <a:gd name="connsiteX4" fmla="*/ 0 w 1828800"/>
                <a:gd name="connsiteY4" fmla="*/ 914400 h 914400"/>
                <a:gd name="connsiteX5" fmla="*/ 123831 w 1828800"/>
                <a:gd name="connsiteY5" fmla="*/ 457201 h 914400"/>
                <a:gd name="csX0" fmla="*/ 0 w 1828800"/>
                <a:gd name="csY0" fmla="*/ 0 h 914400"/>
                <a:gd name="csX1" fmla="*/ 1704969 w 1828800"/>
                <a:gd name="csY1" fmla="*/ 0 h 914400"/>
                <a:gd name="csX2" fmla="*/ 1828800 w 1828800"/>
                <a:gd name="csY2" fmla="*/ 457200 h 914400"/>
                <a:gd name="csX3" fmla="*/ 1704969 w 1828800"/>
                <a:gd name="csY3" fmla="*/ 914400 h 914400"/>
                <a:gd name="csX4" fmla="*/ 0 w 1828800"/>
                <a:gd name="csY4" fmla="*/ 914400 h 914400"/>
                <a:gd name="csX5" fmla="*/ 0 w 1828800"/>
                <a:gd name="csY5" fmla="*/ 457201 h 914400"/>
                <a:gd name="csX0" fmla="*/ 0 w 1828800"/>
                <a:gd name="csY0" fmla="*/ 0 h 914400"/>
                <a:gd name="csX1" fmla="*/ 1718054 w 1828800"/>
                <a:gd name="csY1" fmla="*/ 0 h 914400"/>
                <a:gd name="csX2" fmla="*/ 1828800 w 1828800"/>
                <a:gd name="csY2" fmla="*/ 457200 h 914400"/>
                <a:gd name="csX3" fmla="*/ 1704969 w 1828800"/>
                <a:gd name="csY3" fmla="*/ 914400 h 914400"/>
                <a:gd name="csX4" fmla="*/ 0 w 1828800"/>
                <a:gd name="csY4" fmla="*/ 914400 h 914400"/>
                <a:gd name="csX5" fmla="*/ 0 w 1828800"/>
                <a:gd name="csY5" fmla="*/ 457201 h 914400"/>
                <a:gd name="csX0" fmla="*/ 0 w 1828800"/>
                <a:gd name="csY0" fmla="*/ 0 h 914400"/>
                <a:gd name="csX1" fmla="*/ 1718054 w 1828800"/>
                <a:gd name="csY1" fmla="*/ 0 h 914400"/>
                <a:gd name="csX2" fmla="*/ 1828800 w 1828800"/>
                <a:gd name="csY2" fmla="*/ 457200 h 914400"/>
                <a:gd name="csX3" fmla="*/ 1718054 w 1828800"/>
                <a:gd name="csY3" fmla="*/ 914400 h 914400"/>
                <a:gd name="csX4" fmla="*/ 0 w 1828800"/>
                <a:gd name="csY4" fmla="*/ 914400 h 914400"/>
                <a:gd name="csX5" fmla="*/ 0 w 1828800"/>
                <a:gd name="csY5" fmla="*/ 457201 h 914400"/>
                <a:gd name="csX0" fmla="*/ 0 w 1828800"/>
                <a:gd name="csY0" fmla="*/ 0 h 914400"/>
                <a:gd name="csX1" fmla="*/ 1718054 w 1828800"/>
                <a:gd name="csY1" fmla="*/ 0 h 914400"/>
                <a:gd name="csX2" fmla="*/ 1828800 w 1828800"/>
                <a:gd name="csY2" fmla="*/ 457200 h 914400"/>
                <a:gd name="csX3" fmla="*/ 1718054 w 1828800"/>
                <a:gd name="csY3" fmla="*/ 914400 h 914400"/>
                <a:gd name="csX4" fmla="*/ 0 w 1828800"/>
                <a:gd name="csY4" fmla="*/ 914400 h 914400"/>
                <a:gd name="csX5" fmla="*/ 110746 w 1828800"/>
                <a:gd name="csY5" fmla="*/ 457201 h 914400"/>
                <a:gd name="csX0" fmla="*/ 0 w 1828800"/>
                <a:gd name="csY0" fmla="*/ 0 h 914400"/>
                <a:gd name="csX1" fmla="*/ 1718054 w 1828800"/>
                <a:gd name="csY1" fmla="*/ 0 h 914400"/>
                <a:gd name="csX2" fmla="*/ 1828800 w 1828800"/>
                <a:gd name="csY2" fmla="*/ 457200 h 914400"/>
                <a:gd name="csX3" fmla="*/ 1718054 w 1828800"/>
                <a:gd name="csY3" fmla="*/ 914400 h 914400"/>
                <a:gd name="csX4" fmla="*/ 0 w 1828800"/>
                <a:gd name="csY4" fmla="*/ 914400 h 914400"/>
                <a:gd name="csX5" fmla="*/ 110746 w 1828800"/>
                <a:gd name="csY5" fmla="*/ 457201 h 914400"/>
                <a:gd name="csX0" fmla="*/ 0 w 1828800"/>
                <a:gd name="csY0" fmla="*/ 0 h 914400"/>
                <a:gd name="csX1" fmla="*/ 1718054 w 1828800"/>
                <a:gd name="csY1" fmla="*/ 0 h 914400"/>
                <a:gd name="csX2" fmla="*/ 1828800 w 1828800"/>
                <a:gd name="csY2" fmla="*/ 457200 h 914400"/>
                <a:gd name="csX3" fmla="*/ 1718054 w 1828800"/>
                <a:gd name="csY3" fmla="*/ 914400 h 914400"/>
                <a:gd name="csX4" fmla="*/ 0 w 1828800"/>
                <a:gd name="csY4" fmla="*/ 914400 h 914400"/>
                <a:gd name="csX5" fmla="*/ 110746 w 1828800"/>
                <a:gd name="csY5" fmla="*/ 457201 h 914400"/>
                <a:gd name="csX0" fmla="*/ 0 w 1828800"/>
                <a:gd name="csY0" fmla="*/ 0 h 914400"/>
                <a:gd name="csX1" fmla="*/ 1718054 w 1828800"/>
                <a:gd name="csY1" fmla="*/ 0 h 914400"/>
                <a:gd name="csX2" fmla="*/ 1828800 w 1828800"/>
                <a:gd name="csY2" fmla="*/ 457200 h 914400"/>
                <a:gd name="csX3" fmla="*/ 1718054 w 1828800"/>
                <a:gd name="csY3" fmla="*/ 914400 h 914400"/>
                <a:gd name="csX4" fmla="*/ 0 w 1828800"/>
                <a:gd name="csY4" fmla="*/ 914400 h 914400"/>
                <a:gd name="csX5" fmla="*/ 0 w 1828800"/>
                <a:gd name="csY5" fmla="*/ 457201 h 914400"/>
                <a:gd name="csX0" fmla="*/ 0 w 1828800"/>
                <a:gd name="csY0" fmla="*/ 0 h 914400"/>
                <a:gd name="csX1" fmla="*/ 1704308 w 1828800"/>
                <a:gd name="csY1" fmla="*/ 0 h 914400"/>
                <a:gd name="csX2" fmla="*/ 1828800 w 1828800"/>
                <a:gd name="csY2" fmla="*/ 457200 h 914400"/>
                <a:gd name="csX3" fmla="*/ 1718054 w 1828800"/>
                <a:gd name="csY3" fmla="*/ 914400 h 914400"/>
                <a:gd name="csX4" fmla="*/ 0 w 1828800"/>
                <a:gd name="csY4" fmla="*/ 914400 h 914400"/>
                <a:gd name="csX5" fmla="*/ 0 w 1828800"/>
                <a:gd name="csY5" fmla="*/ 457201 h 914400"/>
                <a:gd name="csX0" fmla="*/ 0 w 1828800"/>
                <a:gd name="csY0" fmla="*/ 0 h 914400"/>
                <a:gd name="csX1" fmla="*/ 1704308 w 1828800"/>
                <a:gd name="csY1" fmla="*/ 0 h 914400"/>
                <a:gd name="csX2" fmla="*/ 1828800 w 1828800"/>
                <a:gd name="csY2" fmla="*/ 457200 h 914400"/>
                <a:gd name="csX3" fmla="*/ 1704308 w 1828800"/>
                <a:gd name="csY3" fmla="*/ 914400 h 914400"/>
                <a:gd name="csX4" fmla="*/ 0 w 1828800"/>
                <a:gd name="csY4" fmla="*/ 914400 h 914400"/>
                <a:gd name="csX5" fmla="*/ 0 w 1828800"/>
                <a:gd name="csY5" fmla="*/ 457201 h 914400"/>
                <a:gd name="csX0" fmla="*/ 0 w 1828800"/>
                <a:gd name="csY0" fmla="*/ 0 h 914400"/>
                <a:gd name="csX1" fmla="*/ 1704308 w 1828800"/>
                <a:gd name="csY1" fmla="*/ 0 h 914400"/>
                <a:gd name="csX2" fmla="*/ 1828800 w 1828800"/>
                <a:gd name="csY2" fmla="*/ 457200 h 914400"/>
                <a:gd name="csX3" fmla="*/ 1704308 w 1828800"/>
                <a:gd name="csY3" fmla="*/ 914400 h 914400"/>
                <a:gd name="csX4" fmla="*/ 0 w 1828800"/>
                <a:gd name="csY4" fmla="*/ 914400 h 914400"/>
                <a:gd name="csX5" fmla="*/ 124492 w 1828800"/>
                <a:gd name="csY5" fmla="*/ 457201 h 914400"/>
                <a:gd name="csX0" fmla="*/ 0 w 1828800"/>
                <a:gd name="csY0" fmla="*/ 0 h 914400"/>
                <a:gd name="csX1" fmla="*/ 1704308 w 1828800"/>
                <a:gd name="csY1" fmla="*/ 0 h 914400"/>
                <a:gd name="csX2" fmla="*/ 1828800 w 1828800"/>
                <a:gd name="csY2" fmla="*/ 457200 h 914400"/>
                <a:gd name="csX3" fmla="*/ 1704308 w 1828800"/>
                <a:gd name="csY3" fmla="*/ 914400 h 914400"/>
                <a:gd name="csX4" fmla="*/ 0 w 1828800"/>
                <a:gd name="csY4" fmla="*/ 914400 h 914400"/>
                <a:gd name="csX5" fmla="*/ 124492 w 1828800"/>
                <a:gd name="csY5" fmla="*/ 457201 h 914400"/>
                <a:gd name="csX0" fmla="*/ 0 w 1828800"/>
                <a:gd name="csY0" fmla="*/ 0 h 914400"/>
                <a:gd name="csX1" fmla="*/ 1704308 w 1828800"/>
                <a:gd name="csY1" fmla="*/ 0 h 914400"/>
                <a:gd name="csX2" fmla="*/ 1828800 w 1828800"/>
                <a:gd name="csY2" fmla="*/ 457200 h 914400"/>
                <a:gd name="csX3" fmla="*/ 1704308 w 1828800"/>
                <a:gd name="csY3" fmla="*/ 914400 h 914400"/>
                <a:gd name="csX4" fmla="*/ 0 w 1828800"/>
                <a:gd name="csY4" fmla="*/ 914400 h 914400"/>
                <a:gd name="csX5" fmla="*/ 124492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04308" y="0"/>
                  </a:lnTo>
                  <a:lnTo>
                    <a:pt x="1828800" y="457200"/>
                  </a:lnTo>
                  <a:lnTo>
                    <a:pt x="1704308" y="914400"/>
                  </a:lnTo>
                  <a:lnTo>
                    <a:pt x="0" y="914400"/>
                  </a:lnTo>
                  <a:lnTo>
                    <a:pt x="124492"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94" name="TextBox 93">
              <a:extLst>
                <a:ext uri="{FF2B5EF4-FFF2-40B4-BE49-F238E27FC236}">
                  <a16:creationId xmlns:a16="http://schemas.microsoft.com/office/drawing/2014/main" id="{341ACB42-C37C-7505-9BC4-BBF34071E285}"/>
                </a:ext>
              </a:extLst>
            </p:cNvPr>
            <p:cNvSpPr txBox="1"/>
            <p:nvPr>
              <p:custDataLst>
                <p:tags r:id="rId32"/>
              </p:custDataLst>
            </p:nvPr>
          </p:nvSpPr>
          <p:spPr>
            <a:xfrm>
              <a:off x="10301725" y="1941755"/>
              <a:ext cx="1231977" cy="483589"/>
            </a:xfrm>
            <a:prstGeom prst="rect">
              <a:avLst/>
            </a:prstGeom>
            <a:grpFill/>
          </p:spPr>
          <p:txBody>
            <a:bodyPr vert="horz"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200" b="1" spc="-10" dirty="0">
                  <a:cs typeface="+mn-cs"/>
                </a:rPr>
                <a:t>Implementation</a:t>
              </a:r>
            </a:p>
          </p:txBody>
        </p:sp>
      </p:grpSp>
      <p:sp>
        <p:nvSpPr>
          <p:cNvPr id="50" name="Sticker">
            <a:extLst>
              <a:ext uri="{FF2B5EF4-FFF2-40B4-BE49-F238E27FC236}">
                <a16:creationId xmlns:a16="http://schemas.microsoft.com/office/drawing/2014/main" id="{C8163A66-524E-7218-7C17-990B8192BA3D}"/>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t>Illustrative</a:t>
            </a:r>
          </a:p>
        </p:txBody>
      </p:sp>
      <p:sp>
        <p:nvSpPr>
          <p:cNvPr id="105" name="TextBox 104">
            <a:extLst>
              <a:ext uri="{FF2B5EF4-FFF2-40B4-BE49-F238E27FC236}">
                <a16:creationId xmlns:a16="http://schemas.microsoft.com/office/drawing/2014/main" id="{87243721-5325-9419-9D1C-521DC74DE96D}"/>
              </a:ext>
            </a:extLst>
          </p:cNvPr>
          <p:cNvSpPr txBox="1"/>
          <p:nvPr>
            <p:custDataLst>
              <p:tags r:id="rId25"/>
            </p:custDataLst>
          </p:nvPr>
        </p:nvSpPr>
        <p:spPr>
          <a:xfrm>
            <a:off x="701040" y="4456649"/>
            <a:ext cx="2689722" cy="15645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500"/>
              </a:spcBef>
            </a:pPr>
            <a:r>
              <a:rPr lang="en-US" sz="1000" b="1" dirty="0">
                <a:latin typeface="+mn-lt"/>
                <a:ea typeface="+mn-ea"/>
                <a:cs typeface="+mn-cs"/>
              </a:rPr>
              <a:t>Single collaboration tool</a:t>
            </a:r>
            <a:endParaRPr lang="en-US" sz="1000" b="1" baseline="30000" dirty="0">
              <a:latin typeface="+mn-lt"/>
              <a:ea typeface="+mn-ea"/>
              <a:cs typeface="+mn-cs"/>
            </a:endParaRPr>
          </a:p>
          <a:p>
            <a:pPr>
              <a:spcBef>
                <a:spcPts val="500"/>
              </a:spcBef>
            </a:pPr>
            <a:r>
              <a:rPr lang="en-US" sz="1000" dirty="0">
                <a:latin typeface="+mn-lt"/>
                <a:ea typeface="+mn-ea"/>
                <a:cs typeface="+mn-cs"/>
              </a:rPr>
              <a:t>Requestor raises demands in common tracker and fills mandatory fields:</a:t>
            </a:r>
          </a:p>
          <a:p>
            <a:pPr lvl="1">
              <a:spcBef>
                <a:spcPts val="250"/>
              </a:spcBef>
            </a:pPr>
            <a:r>
              <a:rPr lang="en-US" sz="1000" dirty="0">
                <a:latin typeface="+mn-lt"/>
                <a:ea typeface="+mn-ea"/>
                <a:cs typeface="+mn-cs"/>
              </a:rPr>
              <a:t>Priority (basis standard framework) </a:t>
            </a:r>
          </a:p>
          <a:p>
            <a:pPr lvl="1">
              <a:spcBef>
                <a:spcPts val="250"/>
              </a:spcBef>
            </a:pPr>
            <a:r>
              <a:rPr lang="en-US" sz="1000" dirty="0">
                <a:latin typeface="+mn-lt"/>
                <a:ea typeface="+mn-ea"/>
                <a:cs typeface="+mn-cs"/>
              </a:rPr>
              <a:t>Objective success criteria</a:t>
            </a:r>
          </a:p>
          <a:p>
            <a:pPr lvl="1">
              <a:spcBef>
                <a:spcPts val="250"/>
              </a:spcBef>
            </a:pPr>
            <a:r>
              <a:rPr lang="en-US" sz="1000" dirty="0">
                <a:latin typeface="+mn-lt"/>
                <a:ea typeface="+mn-ea"/>
                <a:cs typeface="+mn-cs"/>
              </a:rPr>
              <a:t>Requirement type (e.g., regulatory demand, business improvement demand etc.) </a:t>
            </a:r>
          </a:p>
        </p:txBody>
      </p:sp>
      <p:sp>
        <p:nvSpPr>
          <p:cNvPr id="107" name="TextBox 106">
            <a:extLst>
              <a:ext uri="{FF2B5EF4-FFF2-40B4-BE49-F238E27FC236}">
                <a16:creationId xmlns:a16="http://schemas.microsoft.com/office/drawing/2014/main" id="{43C0264C-ADBA-53FA-749B-A8C8245D2ECD}"/>
              </a:ext>
            </a:extLst>
          </p:cNvPr>
          <p:cNvSpPr txBox="1"/>
          <p:nvPr>
            <p:custDataLst>
              <p:tags r:id="rId26"/>
            </p:custDataLst>
          </p:nvPr>
        </p:nvSpPr>
        <p:spPr>
          <a:xfrm>
            <a:off x="5564142" y="4456649"/>
            <a:ext cx="3244352" cy="146193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500"/>
              </a:spcBef>
            </a:pPr>
            <a:r>
              <a:rPr lang="en-US" sz="1000" b="1" dirty="0">
                <a:latin typeface="+mn-lt"/>
                <a:ea typeface="+mn-ea"/>
                <a:cs typeface="+mn-cs"/>
              </a:rPr>
              <a:t>Demand analysis before pipeline discussion </a:t>
            </a:r>
          </a:p>
          <a:p>
            <a:pPr lvl="1">
              <a:spcBef>
                <a:spcPts val="250"/>
              </a:spcBef>
            </a:pPr>
            <a:r>
              <a:rPr lang="en-US" sz="1000" dirty="0">
                <a:latin typeface="+mn-lt"/>
                <a:ea typeface="+mn-ea"/>
                <a:cs typeface="+mn-cs"/>
              </a:rPr>
              <a:t>Technology demands are shared by requestors ‘X’ days before the pipeline discussion  </a:t>
            </a:r>
          </a:p>
          <a:p>
            <a:pPr lvl="1">
              <a:spcBef>
                <a:spcPts val="250"/>
              </a:spcBef>
            </a:pPr>
            <a:r>
              <a:rPr lang="en-US" sz="1000" dirty="0">
                <a:latin typeface="+mn-lt"/>
                <a:ea typeface="+mn-ea"/>
                <a:cs typeface="+mn-cs"/>
              </a:rPr>
              <a:t>IT teams share ballpark effort estimation (in man months) basis standard framework, before the pipeline discussion  </a:t>
            </a:r>
          </a:p>
          <a:p>
            <a:pPr lvl="1">
              <a:spcBef>
                <a:spcPts val="250"/>
              </a:spcBef>
            </a:pPr>
            <a:r>
              <a:rPr lang="en-US" sz="1000" dirty="0">
                <a:latin typeface="+mn-lt"/>
                <a:ea typeface="+mn-ea"/>
                <a:cs typeface="+mn-cs"/>
              </a:rPr>
              <a:t>IT teams also announce total available bandwidth (in man months) before the pipeline discussion</a:t>
            </a:r>
            <a:r>
              <a:rPr lang="en-US" sz="1000" baseline="30000" dirty="0">
                <a:latin typeface="+mn-lt"/>
                <a:ea typeface="+mn-ea"/>
                <a:cs typeface="+mn-cs"/>
              </a:rPr>
              <a:t>3</a:t>
            </a:r>
          </a:p>
        </p:txBody>
      </p:sp>
      <p:sp>
        <p:nvSpPr>
          <p:cNvPr id="109" name="TextBox 108">
            <a:extLst>
              <a:ext uri="{FF2B5EF4-FFF2-40B4-BE49-F238E27FC236}">
                <a16:creationId xmlns:a16="http://schemas.microsoft.com/office/drawing/2014/main" id="{F021085F-2C00-07F3-2E02-E58512AB55A9}"/>
              </a:ext>
            </a:extLst>
          </p:cNvPr>
          <p:cNvSpPr txBox="1"/>
          <p:nvPr/>
        </p:nvSpPr>
        <p:spPr>
          <a:xfrm>
            <a:off x="3936507" y="4456649"/>
            <a:ext cx="1379421"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latin typeface="+mn-lt"/>
                <a:ea typeface="+mn-ea"/>
                <a:cs typeface="+mn-cs"/>
              </a:rPr>
              <a:t>Business unit team authorizes each request to avoid conflicts with business priorities </a:t>
            </a:r>
          </a:p>
        </p:txBody>
      </p:sp>
      <p:sp>
        <p:nvSpPr>
          <p:cNvPr id="111" name="TextBox 110">
            <a:extLst>
              <a:ext uri="{FF2B5EF4-FFF2-40B4-BE49-F238E27FC236}">
                <a16:creationId xmlns:a16="http://schemas.microsoft.com/office/drawing/2014/main" id="{EE09BD19-FE7E-77A1-72B9-F0B0C92A3761}"/>
              </a:ext>
            </a:extLst>
          </p:cNvPr>
          <p:cNvSpPr txBox="1"/>
          <p:nvPr>
            <p:custDataLst>
              <p:tags r:id="rId27"/>
            </p:custDataLst>
          </p:nvPr>
        </p:nvSpPr>
        <p:spPr>
          <a:xfrm>
            <a:off x="9027695" y="4456649"/>
            <a:ext cx="2607087" cy="138499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500"/>
              </a:spcBef>
            </a:pPr>
            <a:r>
              <a:rPr lang="en-US" sz="1000" b="1" dirty="0">
                <a:latin typeface="+mn-lt"/>
                <a:ea typeface="+mn-ea"/>
                <a:cs typeface="+mn-cs"/>
              </a:rPr>
              <a:t>Req. pipeline discussion and demand prioritization </a:t>
            </a:r>
          </a:p>
          <a:p>
            <a:pPr lvl="1">
              <a:spcBef>
                <a:spcPts val="250"/>
              </a:spcBef>
            </a:pPr>
            <a:r>
              <a:rPr lang="en-US" sz="1000" dirty="0">
                <a:latin typeface="+mn-lt"/>
                <a:ea typeface="+mn-ea"/>
                <a:cs typeface="+mn-cs"/>
              </a:rPr>
              <a:t>Requestors and IT team jointly meet to prioritize existing/new demands  </a:t>
            </a:r>
          </a:p>
          <a:p>
            <a:pPr lvl="1">
              <a:spcBef>
                <a:spcPts val="250"/>
              </a:spcBef>
            </a:pPr>
            <a:r>
              <a:rPr lang="en-US" sz="1000" dirty="0">
                <a:latin typeface="+mn-lt"/>
                <a:ea typeface="+mn-ea"/>
                <a:cs typeface="+mn-cs"/>
              </a:rPr>
              <a:t>Meeting coordinator can specify “sequence numbers” to define order of execution amongst demands of same priority level </a:t>
            </a:r>
          </a:p>
        </p:txBody>
      </p:sp>
      <p:sp>
        <p:nvSpPr>
          <p:cNvPr id="61" name="TrackerNumWhite 9">
            <a:extLst>
              <a:ext uri="{FF2B5EF4-FFF2-40B4-BE49-F238E27FC236}">
                <a16:creationId xmlns:a16="http://schemas.microsoft.com/office/drawing/2014/main" id="{D0CEFA0A-D8B1-CDD9-E7FA-F48CAD4AD452}"/>
              </a:ext>
            </a:extLst>
          </p:cNvPr>
          <p:cNvSpPr>
            <a:spLocks/>
          </p:cNvSpPr>
          <p:nvPr>
            <p:custDataLst>
              <p:tags r:id="rId28"/>
            </p:custDataLst>
          </p:nvPr>
        </p:nvSpPr>
        <p:spPr>
          <a:xfrm>
            <a:off x="9026761" y="4827978"/>
            <a:ext cx="182880" cy="1828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3</a:t>
            </a:r>
          </a:p>
        </p:txBody>
      </p:sp>
      <p:sp>
        <p:nvSpPr>
          <p:cNvPr id="53" name="TrackerNumWhite 9">
            <a:extLst>
              <a:ext uri="{FF2B5EF4-FFF2-40B4-BE49-F238E27FC236}">
                <a16:creationId xmlns:a16="http://schemas.microsoft.com/office/drawing/2014/main" id="{65376B80-C325-31B7-91D9-ABBF09F1F3FF}"/>
              </a:ext>
            </a:extLst>
          </p:cNvPr>
          <p:cNvSpPr>
            <a:spLocks/>
          </p:cNvSpPr>
          <p:nvPr>
            <p:custDataLst>
              <p:tags r:id="rId29"/>
            </p:custDataLst>
          </p:nvPr>
        </p:nvSpPr>
        <p:spPr>
          <a:xfrm>
            <a:off x="5537896" y="5056173"/>
            <a:ext cx="182880" cy="1828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2</a:t>
            </a:r>
          </a:p>
        </p:txBody>
      </p:sp>
      <p:sp>
        <p:nvSpPr>
          <p:cNvPr id="35" name="TrackerNumWhite 9">
            <a:extLst>
              <a:ext uri="{FF2B5EF4-FFF2-40B4-BE49-F238E27FC236}">
                <a16:creationId xmlns:a16="http://schemas.microsoft.com/office/drawing/2014/main" id="{1BB831C0-184A-F050-2A65-3B1D7EC1CF2D}"/>
              </a:ext>
            </a:extLst>
          </p:cNvPr>
          <p:cNvSpPr>
            <a:spLocks/>
          </p:cNvSpPr>
          <p:nvPr>
            <p:custDataLst>
              <p:tags r:id="rId30"/>
            </p:custDataLst>
          </p:nvPr>
        </p:nvSpPr>
        <p:spPr>
          <a:xfrm>
            <a:off x="710870" y="5083390"/>
            <a:ext cx="182880" cy="1828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000" dirty="0">
                <a:solidFill>
                  <a:schemeClr val="accent1"/>
                </a:solidFill>
              </a:rPr>
              <a:t>1</a:t>
            </a:r>
          </a:p>
        </p:txBody>
      </p:sp>
    </p:spTree>
    <p:extLst>
      <p:ext uri="{BB962C8B-B14F-4D97-AF65-F5344CB8AC3E}">
        <p14:creationId xmlns:p14="http://schemas.microsoft.com/office/powerpoint/2010/main" val="229913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Object 2" hidden="1">
            <a:extLst>
              <a:ext uri="{FF2B5EF4-FFF2-40B4-BE49-F238E27FC236}">
                <a16:creationId xmlns:a16="http://schemas.microsoft.com/office/drawing/2014/main" id="{0030DCB8-A15D-4EC8-A6B9-21EFBEB73A18}"/>
              </a:ext>
            </a:extLst>
          </p:cNvPr>
          <p:cNvGraphicFramePr>
            <a:graphicFrameLocks noChangeAspect="1"/>
          </p:cNvGraphicFramePr>
          <p:nvPr>
            <p:custDataLst>
              <p:tags r:id="rId1"/>
            </p:custDataLst>
            <p:extLst>
              <p:ext uri="{D42A27DB-BD31-4B8C-83A1-F6EECF244321}">
                <p14:modId xmlns:p14="http://schemas.microsoft.com/office/powerpoint/2010/main" val="36816240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395" imgH="396" progId="TCLayout.ActiveDocument.1">
                  <p:embed/>
                </p:oleObj>
              </mc:Choice>
              <mc:Fallback>
                <p:oleObj name="think-cell Slide" r:id="rId39" imgW="395" imgH="396" progId="TCLayout.ActiveDocument.1">
                  <p:embed/>
                  <p:pic>
                    <p:nvPicPr>
                      <p:cNvPr id="78" name="Object 2" hidden="1">
                        <a:extLst>
                          <a:ext uri="{FF2B5EF4-FFF2-40B4-BE49-F238E27FC236}">
                            <a16:creationId xmlns:a16="http://schemas.microsoft.com/office/drawing/2014/main" id="{0030DCB8-A15D-4EC8-A6B9-21EFBEB73A18}"/>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BC1FF24-8E5E-4EE3-9B22-C71D227370F8}"/>
              </a:ext>
            </a:extLst>
          </p:cNvPr>
          <p:cNvSpPr>
            <a:spLocks noGrp="1"/>
          </p:cNvSpPr>
          <p:nvPr>
            <p:ph type="title"/>
          </p:nvPr>
        </p:nvSpPr>
        <p:spPr>
          <a:xfrm>
            <a:off x="554736" y="2059563"/>
            <a:ext cx="2514600" cy="270843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1. Requirement Originators should justify demand priority by rating its importance  across </a:t>
            </a:r>
            <a:br>
              <a:rPr lang="en-US" dirty="0"/>
            </a:br>
            <a:r>
              <a:rPr lang="en-US" dirty="0"/>
              <a:t>4 categories </a:t>
            </a:r>
          </a:p>
        </p:txBody>
      </p:sp>
      <p:graphicFrame>
        <p:nvGraphicFramePr>
          <p:cNvPr id="8" name="Table 7" hidden="1">
            <a:extLst>
              <a:ext uri="{FF2B5EF4-FFF2-40B4-BE49-F238E27FC236}">
                <a16:creationId xmlns:a16="http://schemas.microsoft.com/office/drawing/2014/main" id="{F886D4D6-FFDE-60A0-EE63-BB4E4F47B69D}"/>
              </a:ext>
            </a:extLst>
          </p:cNvPr>
          <p:cNvGraphicFramePr>
            <a:graphicFrameLocks noGrp="1"/>
          </p:cNvGraphicFramePr>
          <p:nvPr/>
        </p:nvGraphicFramePr>
        <p:xfrm>
          <a:off x="3984171" y="1268963"/>
          <a:ext cx="7529806" cy="3517642"/>
        </p:xfrm>
        <a:graphic>
          <a:graphicData uri="http://schemas.openxmlformats.org/drawingml/2006/table">
            <a:tbl>
              <a:tblPr/>
              <a:tblGrid>
                <a:gridCol w="1235359">
                  <a:extLst>
                    <a:ext uri="{9D8B030D-6E8A-4147-A177-3AD203B41FA5}">
                      <a16:colId xmlns:a16="http://schemas.microsoft.com/office/drawing/2014/main" val="1657770541"/>
                    </a:ext>
                  </a:extLst>
                </a:gridCol>
                <a:gridCol w="5588528">
                  <a:extLst>
                    <a:ext uri="{9D8B030D-6E8A-4147-A177-3AD203B41FA5}">
                      <a16:colId xmlns:a16="http://schemas.microsoft.com/office/drawing/2014/main" val="783857015"/>
                    </a:ext>
                  </a:extLst>
                </a:gridCol>
                <a:gridCol w="705919">
                  <a:extLst>
                    <a:ext uri="{9D8B030D-6E8A-4147-A177-3AD203B41FA5}">
                      <a16:colId xmlns:a16="http://schemas.microsoft.com/office/drawing/2014/main" val="4229833662"/>
                    </a:ext>
                  </a:extLst>
                </a:gridCol>
              </a:tblGrid>
              <a:tr h="251779">
                <a:tc>
                  <a:txBody>
                    <a:bodyPr/>
                    <a:lstStyle/>
                    <a:p>
                      <a:pPr algn="l" fontAlgn="b"/>
                      <a:r>
                        <a:rPr lang="en-US" sz="1200" b="1" i="0" u="none" strike="noStrike" dirty="0">
                          <a:solidFill>
                            <a:srgbClr val="000000"/>
                          </a:solidFill>
                          <a:effectLst/>
                          <a:latin typeface="+mn-lt"/>
                          <a:ea typeface="+mn-ea"/>
                          <a:cs typeface="+mn-cs"/>
                        </a:rPr>
                        <a:t>Criteria</a:t>
                      </a:r>
                    </a:p>
                  </a:txBody>
                  <a:tcPr marL="3992" marR="3992" marT="39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tc>
                  <a:txBody>
                    <a:bodyPr/>
                    <a:lstStyle/>
                    <a:p>
                      <a:pPr algn="l" fontAlgn="b"/>
                      <a:r>
                        <a:rPr lang="en-US" sz="1200" b="1" i="0" u="none" strike="noStrike">
                          <a:solidFill>
                            <a:srgbClr val="000000"/>
                          </a:solidFill>
                          <a:effectLst/>
                          <a:latin typeface="+mn-lt"/>
                          <a:ea typeface="+mn-ea"/>
                          <a:cs typeface="+mn-cs"/>
                        </a:rPr>
                        <a:t>Value</a:t>
                      </a:r>
                    </a:p>
                  </a:txBody>
                  <a:tcPr marL="3992" marR="3992" marT="39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tc>
                  <a:txBody>
                    <a:bodyPr/>
                    <a:lstStyle/>
                    <a:p>
                      <a:pPr algn="l" fontAlgn="b"/>
                      <a:r>
                        <a:rPr lang="en-US" sz="1200" b="1" i="0" u="none" strike="noStrike">
                          <a:solidFill>
                            <a:srgbClr val="000000"/>
                          </a:solidFill>
                          <a:effectLst/>
                          <a:latin typeface="+mn-lt"/>
                          <a:ea typeface="+mn-ea"/>
                          <a:cs typeface="+mn-cs"/>
                        </a:rPr>
                        <a:t>Score</a:t>
                      </a:r>
                    </a:p>
                  </a:txBody>
                  <a:tcPr marL="3992" marR="3992" marT="39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extLst>
                  <a:ext uri="{0D108BD9-81ED-4DB2-BD59-A6C34878D82A}">
                    <a16:rowId xmlns:a16="http://schemas.microsoft.com/office/drawing/2014/main" val="2400156117"/>
                  </a:ext>
                </a:extLst>
              </a:tr>
              <a:tr h="251779">
                <a:tc rowSpan="3">
                  <a:txBody>
                    <a:bodyPr/>
                    <a:lstStyle/>
                    <a:p>
                      <a:pPr algn="l" fontAlgn="ctr"/>
                      <a:r>
                        <a:rPr lang="en-US" sz="1200" b="0" i="0" u="none" strike="noStrike" dirty="0">
                          <a:solidFill>
                            <a:srgbClr val="000000"/>
                          </a:solidFill>
                          <a:effectLst/>
                          <a:latin typeface="+mn-lt"/>
                          <a:ea typeface="+mn-ea"/>
                          <a:cs typeface="+mn-cs"/>
                        </a:rPr>
                        <a:t>Financial impact</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n-lt"/>
                          <a:ea typeface="+mn-ea"/>
                          <a:cs typeface="+mn-cs"/>
                        </a:rPr>
                        <a:t>​High Financial impact (Deliver &gt;2x value of cost and/or P&amp;L impact of &gt; ₹50 Cr.) </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5</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2404184"/>
                  </a:ext>
                </a:extLst>
              </a:tr>
              <a:tr h="491050">
                <a:tc vMerge="1">
                  <a:txBody>
                    <a:bodyPr/>
                    <a:lstStyle/>
                    <a:p>
                      <a:endParaRPr lang="en-US"/>
                    </a:p>
                  </a:txBody>
                  <a:tcPr/>
                </a:tc>
                <a:tc>
                  <a:txBody>
                    <a:bodyPr/>
                    <a:lstStyle/>
                    <a:p>
                      <a:pPr algn="l" fontAlgn="ctr"/>
                      <a:r>
                        <a:rPr lang="en-US" sz="1200" b="0" i="0" u="none" strike="noStrike" dirty="0">
                          <a:solidFill>
                            <a:srgbClr val="000000"/>
                          </a:solidFill>
                          <a:effectLst/>
                          <a:latin typeface="+mn-lt"/>
                          <a:ea typeface="+mn-ea"/>
                          <a:cs typeface="+mn-cs"/>
                        </a:rPr>
                        <a:t>​Medium financial impact (Deliver 2x-1x value of cost and/or P&amp;L impact of ₹25 - 50 cr.)</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3</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4921462"/>
                  </a:ext>
                </a:extLst>
              </a:tr>
              <a:tr h="251779">
                <a:tc vMerge="1">
                  <a:txBody>
                    <a:bodyPr/>
                    <a:lstStyle/>
                    <a:p>
                      <a:endParaRPr lang="en-US"/>
                    </a:p>
                  </a:txBody>
                  <a:tcPr/>
                </a:tc>
                <a:tc>
                  <a:txBody>
                    <a:bodyPr/>
                    <a:lstStyle/>
                    <a:p>
                      <a:pPr algn="l" fontAlgn="ctr"/>
                      <a:r>
                        <a:rPr lang="en-US" sz="1200" b="0" i="0" u="none" strike="noStrike" dirty="0">
                          <a:solidFill>
                            <a:srgbClr val="000000"/>
                          </a:solidFill>
                          <a:effectLst/>
                          <a:latin typeface="+mn-lt"/>
                          <a:ea typeface="+mn-ea"/>
                          <a:cs typeface="+mn-cs"/>
                        </a:rPr>
                        <a:t>​Low financial impact (Deliver &lt;1x value of cost and/or P&amp;L impact of &lt; ₹25 Cr.</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1</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9847794"/>
                  </a:ext>
                </a:extLst>
              </a:tr>
              <a:tr h="251779">
                <a:tc rowSpan="3">
                  <a:txBody>
                    <a:bodyPr/>
                    <a:lstStyle/>
                    <a:p>
                      <a:pPr algn="l" fontAlgn="ctr"/>
                      <a:r>
                        <a:rPr lang="en-US" sz="1200" b="0" i="0" u="none" strike="noStrike">
                          <a:solidFill>
                            <a:srgbClr val="000000"/>
                          </a:solidFill>
                          <a:effectLst/>
                          <a:latin typeface="+mn-lt"/>
                          <a:ea typeface="+mn-ea"/>
                          <a:cs typeface="+mn-cs"/>
                        </a:rPr>
                        <a:t>Strategic priority</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n-lt"/>
                          <a:ea typeface="+mn-ea"/>
                          <a:cs typeface="+mn-cs"/>
                        </a:rPr>
                        <a:t>​Critical to prevent member erosion </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5</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8100954"/>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​Distinctive capability to become best in-class</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3</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4927327"/>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Could be a useful addition</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1</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803830"/>
                  </a:ext>
                </a:extLst>
              </a:tr>
              <a:tr h="254401">
                <a:tc rowSpan="3">
                  <a:txBody>
                    <a:bodyPr/>
                    <a:lstStyle/>
                    <a:p>
                      <a:pPr algn="l" fontAlgn="ctr"/>
                      <a:r>
                        <a:rPr lang="en-US" sz="1200" b="0" i="0" u="none" strike="noStrike">
                          <a:solidFill>
                            <a:srgbClr val="000000"/>
                          </a:solidFill>
                          <a:effectLst/>
                          <a:latin typeface="+mn-lt"/>
                          <a:ea typeface="+mn-ea"/>
                          <a:cs typeface="+mn-cs"/>
                        </a:rPr>
                        <a:t>Important for continuity</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n-lt"/>
                          <a:ea typeface="+mn-ea"/>
                          <a:cs typeface="+mn-cs"/>
                        </a:rPr>
                        <a:t>​Critical immediate processes to "sustain lights on”, remediation</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5</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7478625"/>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Ongoing process to ensure smooth continuation </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3</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0777791"/>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Could provide additional support</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1</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151715"/>
                  </a:ext>
                </a:extLst>
              </a:tr>
              <a:tr h="254401">
                <a:tc rowSpan="3">
                  <a:txBody>
                    <a:bodyPr/>
                    <a:lstStyle/>
                    <a:p>
                      <a:pPr algn="l" fontAlgn="ctr"/>
                      <a:r>
                        <a:rPr lang="en-US" sz="1200" b="0" i="0" u="none" strike="noStrike">
                          <a:solidFill>
                            <a:srgbClr val="000000"/>
                          </a:solidFill>
                          <a:effectLst/>
                          <a:latin typeface="+mn-lt"/>
                          <a:ea typeface="+mn-ea"/>
                          <a:cs typeface="+mn-cs"/>
                        </a:rPr>
                        <a:t>Regulatory priority level</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n-lt"/>
                          <a:ea typeface="+mn-ea"/>
                          <a:cs typeface="+mn-cs"/>
                        </a:rPr>
                        <a:t>Multiple observations, imminent fine to be imposed</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5</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4189159"/>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Required for regulatory adherence (buffer exists for extension)</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3</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686658"/>
                  </a:ext>
                </a:extLst>
              </a:tr>
              <a:tr h="251779">
                <a:tc vMerge="1">
                  <a:txBody>
                    <a:bodyPr/>
                    <a:lstStyle/>
                    <a:p>
                      <a:endParaRPr lang="en-US"/>
                    </a:p>
                  </a:txBody>
                  <a:tcPr/>
                </a:tc>
                <a:tc>
                  <a:txBody>
                    <a:bodyPr/>
                    <a:lstStyle/>
                    <a:p>
                      <a:pPr algn="l" fontAlgn="ctr"/>
                      <a:r>
                        <a:rPr lang="en-US" sz="1200" b="0" i="0" u="none" strike="noStrike">
                          <a:solidFill>
                            <a:srgbClr val="000000"/>
                          </a:solidFill>
                          <a:effectLst/>
                          <a:latin typeface="+mn-lt"/>
                          <a:ea typeface="+mn-ea"/>
                          <a:cs typeface="+mn-cs"/>
                        </a:rPr>
                        <a:t>No regulatory impact</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200" b="0" i="0" u="none" strike="noStrike">
                          <a:solidFill>
                            <a:srgbClr val="000000"/>
                          </a:solidFill>
                          <a:effectLst/>
                          <a:latin typeface="+mn-lt"/>
                          <a:ea typeface="+mn-ea"/>
                          <a:cs typeface="+mn-cs"/>
                        </a:rPr>
                        <a:t>0</a:t>
                      </a:r>
                    </a:p>
                  </a:txBody>
                  <a:tcPr marL="3992" marR="3992" marT="39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8410690"/>
                  </a:ext>
                </a:extLst>
              </a:tr>
            </a:tbl>
          </a:graphicData>
        </a:graphic>
      </p:graphicFrame>
      <p:sp>
        <p:nvSpPr>
          <p:cNvPr id="151" name="Rectangle 150">
            <a:extLst>
              <a:ext uri="{FF2B5EF4-FFF2-40B4-BE49-F238E27FC236}">
                <a16:creationId xmlns:a16="http://schemas.microsoft.com/office/drawing/2014/main" id="{45435914-5745-FAC7-52AC-9198B5E03BF5}"/>
              </a:ext>
            </a:extLst>
          </p:cNvPr>
          <p:cNvSpPr/>
          <p:nvPr/>
        </p:nvSpPr>
        <p:spPr>
          <a:xfrm>
            <a:off x="4735659" y="966786"/>
            <a:ext cx="955130" cy="2439346"/>
          </a:xfrm>
          <a:prstGeom prst="rect">
            <a:avLst/>
          </a:prstGeom>
          <a:noFill/>
          <a:ln w="12700" cap="sq">
            <a:solidFill>
              <a:srgbClr val="7F7F7F"/>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1" name="TextBox 10">
            <a:extLst>
              <a:ext uri="{FF2B5EF4-FFF2-40B4-BE49-F238E27FC236}">
                <a16:creationId xmlns:a16="http://schemas.microsoft.com/office/drawing/2014/main" id="{4AE77D4A-6972-E7B5-D6D4-A686DCEB2980}"/>
              </a:ext>
            </a:extLst>
          </p:cNvPr>
          <p:cNvSpPr txBox="1">
            <a:spLocks/>
          </p:cNvSpPr>
          <p:nvPr/>
        </p:nvSpPr>
        <p:spPr>
          <a:xfrm>
            <a:off x="11086919" y="981485"/>
            <a:ext cx="550341" cy="186476"/>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a:cs typeface="+mn-cs"/>
              </a:rPr>
              <a:t>Score</a:t>
            </a:r>
          </a:p>
        </p:txBody>
      </p:sp>
      <p:sp>
        <p:nvSpPr>
          <p:cNvPr id="7" name="TextBox 6">
            <a:extLst>
              <a:ext uri="{FF2B5EF4-FFF2-40B4-BE49-F238E27FC236}">
                <a16:creationId xmlns:a16="http://schemas.microsoft.com/office/drawing/2014/main" id="{73A7E996-EBD0-34BC-333F-4328E37292F8}"/>
              </a:ext>
            </a:extLst>
          </p:cNvPr>
          <p:cNvSpPr txBox="1">
            <a:spLocks/>
          </p:cNvSpPr>
          <p:nvPr/>
        </p:nvSpPr>
        <p:spPr>
          <a:xfrm>
            <a:off x="5788333" y="981485"/>
            <a:ext cx="5123691" cy="186476"/>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Impact </a:t>
            </a:r>
          </a:p>
        </p:txBody>
      </p:sp>
      <p:sp>
        <p:nvSpPr>
          <p:cNvPr id="9" name="TextBox 8">
            <a:extLst>
              <a:ext uri="{FF2B5EF4-FFF2-40B4-BE49-F238E27FC236}">
                <a16:creationId xmlns:a16="http://schemas.microsoft.com/office/drawing/2014/main" id="{125ED7F8-EECD-D497-A049-F14BF72114BD}"/>
              </a:ext>
            </a:extLst>
          </p:cNvPr>
          <p:cNvSpPr txBox="1">
            <a:spLocks/>
          </p:cNvSpPr>
          <p:nvPr/>
        </p:nvSpPr>
        <p:spPr>
          <a:xfrm>
            <a:off x="3695706" y="981485"/>
            <a:ext cx="947587" cy="186476"/>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Category</a:t>
            </a:r>
          </a:p>
        </p:txBody>
      </p:sp>
      <p:sp>
        <p:nvSpPr>
          <p:cNvPr id="143" name="TextBox 142">
            <a:extLst>
              <a:ext uri="{FF2B5EF4-FFF2-40B4-BE49-F238E27FC236}">
                <a16:creationId xmlns:a16="http://schemas.microsoft.com/office/drawing/2014/main" id="{D8E20514-3E81-390B-4D7A-414F5F467101}"/>
              </a:ext>
            </a:extLst>
          </p:cNvPr>
          <p:cNvSpPr txBox="1">
            <a:spLocks/>
          </p:cNvSpPr>
          <p:nvPr/>
        </p:nvSpPr>
        <p:spPr>
          <a:xfrm>
            <a:off x="3695704" y="434221"/>
            <a:ext cx="7941553" cy="43088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mn-cs"/>
              </a:rPr>
              <a:t>Each demand will require structured justification to be categorized as</a:t>
            </a:r>
            <a:br>
              <a:rPr lang="en-US" sz="1400" b="1" dirty="0">
                <a:cs typeface="+mn-cs"/>
              </a:rPr>
            </a:br>
            <a:r>
              <a:rPr lang="en-US" sz="1400" b="1" dirty="0">
                <a:cs typeface="+mn-cs"/>
              </a:rPr>
              <a:t>“high priority” item </a:t>
            </a:r>
          </a:p>
        </p:txBody>
      </p:sp>
      <p:cxnSp>
        <p:nvCxnSpPr>
          <p:cNvPr id="144" name="LineBasicStrong 25">
            <a:extLst>
              <a:ext uri="{FF2B5EF4-FFF2-40B4-BE49-F238E27FC236}">
                <a16:creationId xmlns:a16="http://schemas.microsoft.com/office/drawing/2014/main" id="{11ED5009-8B2D-5C01-0E38-BF56B337B55D}"/>
              </a:ext>
            </a:extLst>
          </p:cNvPr>
          <p:cNvCxnSpPr>
            <a:cxnSpLocks/>
          </p:cNvCxnSpPr>
          <p:nvPr>
            <p:custDataLst>
              <p:tags r:id="rId2"/>
            </p:custDataLst>
          </p:nvPr>
        </p:nvCxnSpPr>
        <p:spPr>
          <a:xfrm>
            <a:off x="3695704" y="903338"/>
            <a:ext cx="7941553"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D692676C-76D1-FE0F-5CEC-5B650C9B806C}"/>
              </a:ext>
            </a:extLst>
          </p:cNvPr>
          <p:cNvSpPr txBox="1">
            <a:spLocks/>
          </p:cNvSpPr>
          <p:nvPr>
            <p:custDataLst>
              <p:tags r:id="rId3"/>
            </p:custDataLst>
          </p:nvPr>
        </p:nvSpPr>
        <p:spPr>
          <a:xfrm>
            <a:off x="8340576" y="3866446"/>
            <a:ext cx="2664866"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r>
              <a:rPr lang="en-US" sz="1000" b="1" dirty="0">
                <a:cs typeface="+mn-cs"/>
              </a:rPr>
              <a:t>Weighted avg. score across 4 categories </a:t>
            </a:r>
          </a:p>
        </p:txBody>
      </p:sp>
      <p:sp>
        <p:nvSpPr>
          <p:cNvPr id="69" name="Oval 68">
            <a:extLst>
              <a:ext uri="{FF2B5EF4-FFF2-40B4-BE49-F238E27FC236}">
                <a16:creationId xmlns:a16="http://schemas.microsoft.com/office/drawing/2014/main" id="{633550B4-AD97-2859-B88E-3F6EEE15CDBC}"/>
              </a:ext>
            </a:extLst>
          </p:cNvPr>
          <p:cNvSpPr>
            <a:spLocks/>
          </p:cNvSpPr>
          <p:nvPr/>
        </p:nvSpPr>
        <p:spPr>
          <a:xfrm>
            <a:off x="11122701" y="3847615"/>
            <a:ext cx="478776" cy="191551"/>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000" b="1">
                <a:solidFill>
                  <a:schemeClr val="bg1"/>
                </a:solidFill>
              </a:rPr>
              <a:t>5</a:t>
            </a:r>
          </a:p>
        </p:txBody>
      </p:sp>
      <p:sp>
        <p:nvSpPr>
          <p:cNvPr id="106" name="TextBox 105">
            <a:extLst>
              <a:ext uri="{FF2B5EF4-FFF2-40B4-BE49-F238E27FC236}">
                <a16:creationId xmlns:a16="http://schemas.microsoft.com/office/drawing/2014/main" id="{2CAE590A-5F6A-2985-8BF5-EE7222B9E8F7}"/>
              </a:ext>
            </a:extLst>
          </p:cNvPr>
          <p:cNvSpPr txBox="1">
            <a:spLocks/>
          </p:cNvSpPr>
          <p:nvPr/>
        </p:nvSpPr>
        <p:spPr>
          <a:xfrm>
            <a:off x="4793725" y="981485"/>
            <a:ext cx="844174" cy="186476"/>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cs typeface="+mn-cs"/>
              </a:rPr>
              <a:t>Weightage</a:t>
            </a:r>
          </a:p>
        </p:txBody>
      </p:sp>
      <p:cxnSp>
        <p:nvCxnSpPr>
          <p:cNvPr id="12" name="GreyLineSeparatorStrong 115">
            <a:extLst>
              <a:ext uri="{FF2B5EF4-FFF2-40B4-BE49-F238E27FC236}">
                <a16:creationId xmlns:a16="http://schemas.microsoft.com/office/drawing/2014/main" id="{B840C838-C58F-DCE1-D921-9A701ED350A3}"/>
              </a:ext>
            </a:extLst>
          </p:cNvPr>
          <p:cNvCxnSpPr>
            <a:cxnSpLocks/>
          </p:cNvCxnSpPr>
          <p:nvPr>
            <p:custDataLst>
              <p:tags r:id="rId4"/>
            </p:custDataLst>
          </p:nvPr>
        </p:nvCxnSpPr>
        <p:spPr>
          <a:xfrm>
            <a:off x="3695704" y="1193061"/>
            <a:ext cx="7941556"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7BC5425-F246-2D41-BEAF-26C03348F5AB}"/>
              </a:ext>
            </a:extLst>
          </p:cNvPr>
          <p:cNvSpPr txBox="1">
            <a:spLocks/>
          </p:cNvSpPr>
          <p:nvPr/>
        </p:nvSpPr>
        <p:spPr>
          <a:xfrm>
            <a:off x="11086919" y="1458927"/>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3</a:t>
            </a:r>
          </a:p>
        </p:txBody>
      </p:sp>
      <p:sp>
        <p:nvSpPr>
          <p:cNvPr id="21" name="TextBox 20">
            <a:extLst>
              <a:ext uri="{FF2B5EF4-FFF2-40B4-BE49-F238E27FC236}">
                <a16:creationId xmlns:a16="http://schemas.microsoft.com/office/drawing/2014/main" id="{93855A44-9075-8BD2-9D10-129B54B92018}"/>
              </a:ext>
            </a:extLst>
          </p:cNvPr>
          <p:cNvSpPr txBox="1">
            <a:spLocks/>
          </p:cNvSpPr>
          <p:nvPr/>
        </p:nvSpPr>
        <p:spPr>
          <a:xfrm>
            <a:off x="5788333" y="1458927"/>
            <a:ext cx="5123691" cy="157919"/>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​Medium financial impact (Deliver 2x-1x value of cost and/or medium P&amp;L impact)</a:t>
            </a:r>
          </a:p>
        </p:txBody>
      </p:sp>
      <p:sp>
        <p:nvSpPr>
          <p:cNvPr id="28" name="TextBox 27">
            <a:extLst>
              <a:ext uri="{FF2B5EF4-FFF2-40B4-BE49-F238E27FC236}">
                <a16:creationId xmlns:a16="http://schemas.microsoft.com/office/drawing/2014/main" id="{6EF37ED2-4476-FB73-A08F-496A9BA20092}"/>
              </a:ext>
            </a:extLst>
          </p:cNvPr>
          <p:cNvSpPr txBox="1">
            <a:spLocks/>
          </p:cNvSpPr>
          <p:nvPr/>
        </p:nvSpPr>
        <p:spPr>
          <a:xfrm>
            <a:off x="11086919" y="1666267"/>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1</a:t>
            </a:r>
          </a:p>
        </p:txBody>
      </p:sp>
      <p:sp>
        <p:nvSpPr>
          <p:cNvPr id="26" name="TextBox 25">
            <a:extLst>
              <a:ext uri="{FF2B5EF4-FFF2-40B4-BE49-F238E27FC236}">
                <a16:creationId xmlns:a16="http://schemas.microsoft.com/office/drawing/2014/main" id="{8B3963DE-ABF1-39B2-FF0E-9634CA21E41D}"/>
              </a:ext>
            </a:extLst>
          </p:cNvPr>
          <p:cNvSpPr txBox="1">
            <a:spLocks/>
          </p:cNvSpPr>
          <p:nvPr/>
        </p:nvSpPr>
        <p:spPr>
          <a:xfrm>
            <a:off x="5788333" y="1666267"/>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​Low financial/Unknown impact</a:t>
            </a:r>
          </a:p>
        </p:txBody>
      </p:sp>
      <p:sp>
        <p:nvSpPr>
          <p:cNvPr id="34" name="TextBox 33">
            <a:extLst>
              <a:ext uri="{FF2B5EF4-FFF2-40B4-BE49-F238E27FC236}">
                <a16:creationId xmlns:a16="http://schemas.microsoft.com/office/drawing/2014/main" id="{56D22F10-0585-3BBD-42C7-996115DCFF04}"/>
              </a:ext>
            </a:extLst>
          </p:cNvPr>
          <p:cNvSpPr txBox="1">
            <a:spLocks/>
          </p:cNvSpPr>
          <p:nvPr/>
        </p:nvSpPr>
        <p:spPr>
          <a:xfrm>
            <a:off x="11086919" y="2104490"/>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3</a:t>
            </a:r>
          </a:p>
        </p:txBody>
      </p:sp>
      <p:sp>
        <p:nvSpPr>
          <p:cNvPr id="33" name="TextBox 32">
            <a:extLst>
              <a:ext uri="{FF2B5EF4-FFF2-40B4-BE49-F238E27FC236}">
                <a16:creationId xmlns:a16="http://schemas.microsoft.com/office/drawing/2014/main" id="{5AE63F53-C466-22D5-CF7D-44967DA42B06}"/>
              </a:ext>
            </a:extLst>
          </p:cNvPr>
          <p:cNvSpPr txBox="1">
            <a:spLocks/>
          </p:cNvSpPr>
          <p:nvPr/>
        </p:nvSpPr>
        <p:spPr>
          <a:xfrm>
            <a:off x="5788333" y="2104490"/>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​Distinctive capability to become best in-class in industry </a:t>
            </a:r>
          </a:p>
        </p:txBody>
      </p:sp>
      <p:sp>
        <p:nvSpPr>
          <p:cNvPr id="37" name="TextBox 36">
            <a:extLst>
              <a:ext uri="{FF2B5EF4-FFF2-40B4-BE49-F238E27FC236}">
                <a16:creationId xmlns:a16="http://schemas.microsoft.com/office/drawing/2014/main" id="{C5BA1C0E-6B3F-8042-9665-3841608A2E13}"/>
              </a:ext>
            </a:extLst>
          </p:cNvPr>
          <p:cNvSpPr txBox="1">
            <a:spLocks/>
          </p:cNvSpPr>
          <p:nvPr/>
        </p:nvSpPr>
        <p:spPr>
          <a:xfrm>
            <a:off x="11086919" y="2311830"/>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1</a:t>
            </a:r>
          </a:p>
        </p:txBody>
      </p:sp>
      <p:sp>
        <p:nvSpPr>
          <p:cNvPr id="36" name="TextBox 35">
            <a:extLst>
              <a:ext uri="{FF2B5EF4-FFF2-40B4-BE49-F238E27FC236}">
                <a16:creationId xmlns:a16="http://schemas.microsoft.com/office/drawing/2014/main" id="{CA647790-406D-036B-C5DF-5173666AA55B}"/>
              </a:ext>
            </a:extLst>
          </p:cNvPr>
          <p:cNvSpPr txBox="1">
            <a:spLocks/>
          </p:cNvSpPr>
          <p:nvPr/>
        </p:nvSpPr>
        <p:spPr>
          <a:xfrm>
            <a:off x="5788333" y="2311830"/>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Useful addition to applications/ processes </a:t>
            </a:r>
          </a:p>
        </p:txBody>
      </p:sp>
      <p:sp>
        <p:nvSpPr>
          <p:cNvPr id="43" name="TextBox 42">
            <a:extLst>
              <a:ext uri="{FF2B5EF4-FFF2-40B4-BE49-F238E27FC236}">
                <a16:creationId xmlns:a16="http://schemas.microsoft.com/office/drawing/2014/main" id="{1F66D4BA-79D0-F894-AA47-B0D0AE69BE4C}"/>
              </a:ext>
            </a:extLst>
          </p:cNvPr>
          <p:cNvSpPr txBox="1">
            <a:spLocks/>
          </p:cNvSpPr>
          <p:nvPr/>
        </p:nvSpPr>
        <p:spPr>
          <a:xfrm>
            <a:off x="11086919" y="2750053"/>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3</a:t>
            </a:r>
          </a:p>
        </p:txBody>
      </p:sp>
      <p:sp>
        <p:nvSpPr>
          <p:cNvPr id="42" name="TextBox 41">
            <a:extLst>
              <a:ext uri="{FF2B5EF4-FFF2-40B4-BE49-F238E27FC236}">
                <a16:creationId xmlns:a16="http://schemas.microsoft.com/office/drawing/2014/main" id="{160B5FBF-2581-B2B0-F49B-6F6E27D3F0B1}"/>
              </a:ext>
            </a:extLst>
          </p:cNvPr>
          <p:cNvSpPr txBox="1">
            <a:spLocks/>
          </p:cNvSpPr>
          <p:nvPr/>
        </p:nvSpPr>
        <p:spPr>
          <a:xfrm>
            <a:off x="5788333" y="2750053"/>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Ongoing process to ensure smooth continuation </a:t>
            </a:r>
          </a:p>
        </p:txBody>
      </p:sp>
      <p:sp>
        <p:nvSpPr>
          <p:cNvPr id="46" name="TextBox 45">
            <a:extLst>
              <a:ext uri="{FF2B5EF4-FFF2-40B4-BE49-F238E27FC236}">
                <a16:creationId xmlns:a16="http://schemas.microsoft.com/office/drawing/2014/main" id="{A5D8EA44-A783-B909-7A14-0E41E7F981ED}"/>
              </a:ext>
            </a:extLst>
          </p:cNvPr>
          <p:cNvSpPr txBox="1">
            <a:spLocks/>
          </p:cNvSpPr>
          <p:nvPr/>
        </p:nvSpPr>
        <p:spPr>
          <a:xfrm>
            <a:off x="11086919" y="2957393"/>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1</a:t>
            </a:r>
          </a:p>
        </p:txBody>
      </p:sp>
      <p:sp>
        <p:nvSpPr>
          <p:cNvPr id="45" name="TextBox 44">
            <a:extLst>
              <a:ext uri="{FF2B5EF4-FFF2-40B4-BE49-F238E27FC236}">
                <a16:creationId xmlns:a16="http://schemas.microsoft.com/office/drawing/2014/main" id="{2B6EAA1F-16E4-358A-964A-EAD584A795A5}"/>
              </a:ext>
            </a:extLst>
          </p:cNvPr>
          <p:cNvSpPr txBox="1">
            <a:spLocks/>
          </p:cNvSpPr>
          <p:nvPr/>
        </p:nvSpPr>
        <p:spPr>
          <a:xfrm>
            <a:off x="5788333" y="2957393"/>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Provide additional support to applications/ processes </a:t>
            </a:r>
          </a:p>
        </p:txBody>
      </p:sp>
      <p:sp>
        <p:nvSpPr>
          <p:cNvPr id="54" name="TextBox 53">
            <a:extLst>
              <a:ext uri="{FF2B5EF4-FFF2-40B4-BE49-F238E27FC236}">
                <a16:creationId xmlns:a16="http://schemas.microsoft.com/office/drawing/2014/main" id="{DE4D4D59-A451-EE49-562C-36116928A86B}"/>
              </a:ext>
            </a:extLst>
          </p:cNvPr>
          <p:cNvSpPr txBox="1">
            <a:spLocks/>
          </p:cNvSpPr>
          <p:nvPr/>
        </p:nvSpPr>
        <p:spPr>
          <a:xfrm>
            <a:off x="5788333" y="3602974"/>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No regulatory impact</a:t>
            </a:r>
          </a:p>
        </p:txBody>
      </p:sp>
      <p:sp>
        <p:nvSpPr>
          <p:cNvPr id="55" name="TextBox 54">
            <a:extLst>
              <a:ext uri="{FF2B5EF4-FFF2-40B4-BE49-F238E27FC236}">
                <a16:creationId xmlns:a16="http://schemas.microsoft.com/office/drawing/2014/main" id="{62241645-62E0-70F3-EAFD-B84335867A27}"/>
              </a:ext>
            </a:extLst>
          </p:cNvPr>
          <p:cNvSpPr txBox="1">
            <a:spLocks/>
          </p:cNvSpPr>
          <p:nvPr/>
        </p:nvSpPr>
        <p:spPr>
          <a:xfrm>
            <a:off x="11086919" y="3602974"/>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0</a:t>
            </a:r>
          </a:p>
        </p:txBody>
      </p:sp>
      <p:sp>
        <p:nvSpPr>
          <p:cNvPr id="38" name="TextBox 37">
            <a:extLst>
              <a:ext uri="{FF2B5EF4-FFF2-40B4-BE49-F238E27FC236}">
                <a16:creationId xmlns:a16="http://schemas.microsoft.com/office/drawing/2014/main" id="{74FFA248-68F5-9F71-447C-0CC497B01C2A}"/>
              </a:ext>
            </a:extLst>
          </p:cNvPr>
          <p:cNvSpPr txBox="1">
            <a:spLocks/>
          </p:cNvSpPr>
          <p:nvPr/>
        </p:nvSpPr>
        <p:spPr>
          <a:xfrm>
            <a:off x="3695706" y="2519170"/>
            <a:ext cx="947587" cy="311808"/>
          </a:xfrm>
          <a:prstGeom prst="rect">
            <a:avLst/>
          </a:prstGeom>
          <a:noFill/>
          <a:ln w="6350" cmpd="sng">
            <a:noFill/>
          </a:ln>
        </p:spPr>
        <p:txBody>
          <a:bodyPr vert="horz" wrap="square" lIns="3992" tIns="3992" rIns="3992"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Important for continuity</a:t>
            </a:r>
          </a:p>
        </p:txBody>
      </p:sp>
      <p:sp>
        <p:nvSpPr>
          <p:cNvPr id="47" name="TextBox 46">
            <a:extLst>
              <a:ext uri="{FF2B5EF4-FFF2-40B4-BE49-F238E27FC236}">
                <a16:creationId xmlns:a16="http://schemas.microsoft.com/office/drawing/2014/main" id="{DB96C052-5495-2E40-B518-1B3430430D50}"/>
              </a:ext>
            </a:extLst>
          </p:cNvPr>
          <p:cNvSpPr txBox="1">
            <a:spLocks/>
          </p:cNvSpPr>
          <p:nvPr/>
        </p:nvSpPr>
        <p:spPr>
          <a:xfrm>
            <a:off x="3695706" y="3164733"/>
            <a:ext cx="947587" cy="311808"/>
          </a:xfrm>
          <a:prstGeom prst="rect">
            <a:avLst/>
          </a:prstGeom>
          <a:noFill/>
          <a:ln w="6350" cmpd="sng">
            <a:noFill/>
          </a:ln>
        </p:spPr>
        <p:txBody>
          <a:bodyPr vert="horz" wrap="square" lIns="3992" tIns="3992" rIns="3992"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Compliance  priority level</a:t>
            </a:r>
          </a:p>
        </p:txBody>
      </p:sp>
      <p:cxnSp>
        <p:nvCxnSpPr>
          <p:cNvPr id="74" name="GreyLineSeparatorStrong 115">
            <a:extLst>
              <a:ext uri="{FF2B5EF4-FFF2-40B4-BE49-F238E27FC236}">
                <a16:creationId xmlns:a16="http://schemas.microsoft.com/office/drawing/2014/main" id="{DF5CF2DC-5B56-236D-0D47-1B66C571C41A}"/>
              </a:ext>
            </a:extLst>
          </p:cNvPr>
          <p:cNvCxnSpPr>
            <a:cxnSpLocks/>
          </p:cNvCxnSpPr>
          <p:nvPr>
            <p:custDataLst>
              <p:tags r:id="rId5"/>
            </p:custDataLst>
          </p:nvPr>
        </p:nvCxnSpPr>
        <p:spPr>
          <a:xfrm>
            <a:off x="3695704" y="1848896"/>
            <a:ext cx="794155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GreyLineSeparatorStrong 115">
            <a:extLst>
              <a:ext uri="{FF2B5EF4-FFF2-40B4-BE49-F238E27FC236}">
                <a16:creationId xmlns:a16="http://schemas.microsoft.com/office/drawing/2014/main" id="{51963739-F4A4-44D6-0B7F-B0E2869C8496}"/>
              </a:ext>
            </a:extLst>
          </p:cNvPr>
          <p:cNvCxnSpPr>
            <a:cxnSpLocks/>
          </p:cNvCxnSpPr>
          <p:nvPr>
            <p:custDataLst>
              <p:tags r:id="rId6"/>
            </p:custDataLst>
          </p:nvPr>
        </p:nvCxnSpPr>
        <p:spPr>
          <a:xfrm>
            <a:off x="3695704" y="2494459"/>
            <a:ext cx="794155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GreyLineSeparatorStrong 115">
            <a:extLst>
              <a:ext uri="{FF2B5EF4-FFF2-40B4-BE49-F238E27FC236}">
                <a16:creationId xmlns:a16="http://schemas.microsoft.com/office/drawing/2014/main" id="{C54DACC7-BBB9-4F8F-AF23-C6BF42E041D4}"/>
              </a:ext>
            </a:extLst>
          </p:cNvPr>
          <p:cNvCxnSpPr>
            <a:cxnSpLocks/>
          </p:cNvCxnSpPr>
          <p:nvPr>
            <p:custDataLst>
              <p:tags r:id="rId7"/>
            </p:custDataLst>
          </p:nvPr>
        </p:nvCxnSpPr>
        <p:spPr>
          <a:xfrm>
            <a:off x="3695704" y="3140022"/>
            <a:ext cx="794155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GreyLineSeparatorStrong 115">
            <a:extLst>
              <a:ext uri="{FF2B5EF4-FFF2-40B4-BE49-F238E27FC236}">
                <a16:creationId xmlns:a16="http://schemas.microsoft.com/office/drawing/2014/main" id="{E6EF2145-2831-E3C9-BCEA-006584306756}"/>
              </a:ext>
            </a:extLst>
          </p:cNvPr>
          <p:cNvCxnSpPr>
            <a:cxnSpLocks/>
          </p:cNvCxnSpPr>
          <p:nvPr>
            <p:custDataLst>
              <p:tags r:id="rId8"/>
            </p:custDataLst>
          </p:nvPr>
        </p:nvCxnSpPr>
        <p:spPr>
          <a:xfrm>
            <a:off x="5788334" y="1434216"/>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GreyLineSeparatorStrong 115">
            <a:extLst>
              <a:ext uri="{FF2B5EF4-FFF2-40B4-BE49-F238E27FC236}">
                <a16:creationId xmlns:a16="http://schemas.microsoft.com/office/drawing/2014/main" id="{85B59EAD-6492-EDB9-A99D-55177A0B5185}"/>
              </a:ext>
            </a:extLst>
          </p:cNvPr>
          <p:cNvCxnSpPr>
            <a:cxnSpLocks/>
          </p:cNvCxnSpPr>
          <p:nvPr>
            <p:custDataLst>
              <p:tags r:id="rId9"/>
            </p:custDataLst>
          </p:nvPr>
        </p:nvCxnSpPr>
        <p:spPr>
          <a:xfrm>
            <a:off x="5788334" y="1641556"/>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5" name="GreyLineSeparatorStrong 115">
            <a:extLst>
              <a:ext uri="{FF2B5EF4-FFF2-40B4-BE49-F238E27FC236}">
                <a16:creationId xmlns:a16="http://schemas.microsoft.com/office/drawing/2014/main" id="{56C89F9F-9BDE-BD9E-0199-237B5C81B5AE}"/>
              </a:ext>
            </a:extLst>
          </p:cNvPr>
          <p:cNvCxnSpPr>
            <a:cxnSpLocks/>
          </p:cNvCxnSpPr>
          <p:nvPr>
            <p:custDataLst>
              <p:tags r:id="rId10"/>
            </p:custDataLst>
          </p:nvPr>
        </p:nvCxnSpPr>
        <p:spPr>
          <a:xfrm>
            <a:off x="5788334" y="2079779"/>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6" name="GreyLineSeparatorStrong 115">
            <a:extLst>
              <a:ext uri="{FF2B5EF4-FFF2-40B4-BE49-F238E27FC236}">
                <a16:creationId xmlns:a16="http://schemas.microsoft.com/office/drawing/2014/main" id="{B4651AAB-E01D-38CC-3260-11D8824986D4}"/>
              </a:ext>
            </a:extLst>
          </p:cNvPr>
          <p:cNvCxnSpPr>
            <a:cxnSpLocks/>
          </p:cNvCxnSpPr>
          <p:nvPr>
            <p:custDataLst>
              <p:tags r:id="rId11"/>
            </p:custDataLst>
          </p:nvPr>
        </p:nvCxnSpPr>
        <p:spPr>
          <a:xfrm>
            <a:off x="5788334" y="2287119"/>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0" name="GreyLineSeparatorStrong 115">
            <a:extLst>
              <a:ext uri="{FF2B5EF4-FFF2-40B4-BE49-F238E27FC236}">
                <a16:creationId xmlns:a16="http://schemas.microsoft.com/office/drawing/2014/main" id="{34CBB11C-F68E-BE80-95DE-5CA7B50F0224}"/>
              </a:ext>
            </a:extLst>
          </p:cNvPr>
          <p:cNvCxnSpPr>
            <a:cxnSpLocks/>
          </p:cNvCxnSpPr>
          <p:nvPr>
            <p:custDataLst>
              <p:tags r:id="rId12"/>
            </p:custDataLst>
          </p:nvPr>
        </p:nvCxnSpPr>
        <p:spPr>
          <a:xfrm>
            <a:off x="5788334" y="2725342"/>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1" name="GreyLineSeparatorStrong 115">
            <a:extLst>
              <a:ext uri="{FF2B5EF4-FFF2-40B4-BE49-F238E27FC236}">
                <a16:creationId xmlns:a16="http://schemas.microsoft.com/office/drawing/2014/main" id="{0571A5C8-63A2-91FF-C48B-DDAB47D9FDC9}"/>
              </a:ext>
            </a:extLst>
          </p:cNvPr>
          <p:cNvCxnSpPr>
            <a:cxnSpLocks/>
          </p:cNvCxnSpPr>
          <p:nvPr>
            <p:custDataLst>
              <p:tags r:id="rId13"/>
            </p:custDataLst>
          </p:nvPr>
        </p:nvCxnSpPr>
        <p:spPr>
          <a:xfrm>
            <a:off x="5788334" y="2932682"/>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GreyLineSeparatorStrong 115">
            <a:extLst>
              <a:ext uri="{FF2B5EF4-FFF2-40B4-BE49-F238E27FC236}">
                <a16:creationId xmlns:a16="http://schemas.microsoft.com/office/drawing/2014/main" id="{190960AA-8C1C-3BAB-09FE-B425096C9EAB}"/>
              </a:ext>
            </a:extLst>
          </p:cNvPr>
          <p:cNvCxnSpPr>
            <a:cxnSpLocks/>
          </p:cNvCxnSpPr>
          <p:nvPr>
            <p:custDataLst>
              <p:tags r:id="rId14"/>
            </p:custDataLst>
          </p:nvPr>
        </p:nvCxnSpPr>
        <p:spPr>
          <a:xfrm>
            <a:off x="5788334" y="3370916"/>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GreyLineSeparatorStrong 115">
            <a:extLst>
              <a:ext uri="{FF2B5EF4-FFF2-40B4-BE49-F238E27FC236}">
                <a16:creationId xmlns:a16="http://schemas.microsoft.com/office/drawing/2014/main" id="{A049742A-DE48-2AD4-340C-5BE901D0C0FA}"/>
              </a:ext>
            </a:extLst>
          </p:cNvPr>
          <p:cNvCxnSpPr>
            <a:cxnSpLocks/>
          </p:cNvCxnSpPr>
          <p:nvPr>
            <p:custDataLst>
              <p:tags r:id="rId15"/>
            </p:custDataLst>
          </p:nvPr>
        </p:nvCxnSpPr>
        <p:spPr>
          <a:xfrm>
            <a:off x="5788334" y="3578256"/>
            <a:ext cx="5848926"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CF77CF5-A4F4-7479-5DB3-A009826E413B}"/>
              </a:ext>
            </a:extLst>
          </p:cNvPr>
          <p:cNvSpPr txBox="1">
            <a:spLocks/>
          </p:cNvSpPr>
          <p:nvPr/>
        </p:nvSpPr>
        <p:spPr>
          <a:xfrm>
            <a:off x="11086919" y="1228044"/>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5</a:t>
            </a:r>
          </a:p>
        </p:txBody>
      </p:sp>
      <p:sp>
        <p:nvSpPr>
          <p:cNvPr id="18" name="TextBox 17">
            <a:extLst>
              <a:ext uri="{FF2B5EF4-FFF2-40B4-BE49-F238E27FC236}">
                <a16:creationId xmlns:a16="http://schemas.microsoft.com/office/drawing/2014/main" id="{585A588B-6406-6037-C6C5-0B147241D1E3}"/>
              </a:ext>
            </a:extLst>
          </p:cNvPr>
          <p:cNvSpPr txBox="1">
            <a:spLocks/>
          </p:cNvSpPr>
          <p:nvPr/>
        </p:nvSpPr>
        <p:spPr>
          <a:xfrm>
            <a:off x="5788333" y="1241108"/>
            <a:ext cx="5123691" cy="157918"/>
          </a:xfrm>
          <a:prstGeom prst="rect">
            <a:avLst/>
          </a:prstGeom>
          <a:noFill/>
          <a:ln w="6350" cmpd="sng">
            <a:noFill/>
          </a:ln>
        </p:spPr>
        <p:txBody>
          <a:bodyPr vert="horz" wrap="square" lIns="3992" tIns="3992" rIns="3992"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​High Financial impact (Deliver &gt;2x value of cost and/or significant P&amp;L impact)</a:t>
            </a:r>
          </a:p>
        </p:txBody>
      </p:sp>
      <p:sp>
        <p:nvSpPr>
          <p:cNvPr id="17" name="TextBox 16">
            <a:extLst>
              <a:ext uri="{FF2B5EF4-FFF2-40B4-BE49-F238E27FC236}">
                <a16:creationId xmlns:a16="http://schemas.microsoft.com/office/drawing/2014/main" id="{F3D8BC70-14ED-A4EA-0105-E46BBDA6DC7A}"/>
              </a:ext>
            </a:extLst>
          </p:cNvPr>
          <p:cNvSpPr txBox="1">
            <a:spLocks/>
          </p:cNvSpPr>
          <p:nvPr/>
        </p:nvSpPr>
        <p:spPr>
          <a:xfrm>
            <a:off x="3695706" y="1228044"/>
            <a:ext cx="947587" cy="157919"/>
          </a:xfrm>
          <a:prstGeom prst="rect">
            <a:avLst/>
          </a:prstGeom>
          <a:noFill/>
          <a:ln w="6350" cmpd="sng">
            <a:noFill/>
          </a:ln>
        </p:spPr>
        <p:txBody>
          <a:bodyPr vert="horz" wrap="square" lIns="3992" tIns="3992" rIns="3992"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Financial impact</a:t>
            </a:r>
          </a:p>
        </p:txBody>
      </p:sp>
      <p:sp>
        <p:nvSpPr>
          <p:cNvPr id="121" name="TextBox 120">
            <a:extLst>
              <a:ext uri="{FF2B5EF4-FFF2-40B4-BE49-F238E27FC236}">
                <a16:creationId xmlns:a16="http://schemas.microsoft.com/office/drawing/2014/main" id="{0EE13C4C-7E9D-6976-5649-331FD3704F74}"/>
              </a:ext>
            </a:extLst>
          </p:cNvPr>
          <p:cNvSpPr txBox="1">
            <a:spLocks/>
          </p:cNvSpPr>
          <p:nvPr/>
        </p:nvSpPr>
        <p:spPr>
          <a:xfrm>
            <a:off x="4818187" y="1253806"/>
            <a:ext cx="795251"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10%</a:t>
            </a:r>
          </a:p>
        </p:txBody>
      </p:sp>
      <p:sp>
        <p:nvSpPr>
          <p:cNvPr id="31" name="TextBox 30">
            <a:extLst>
              <a:ext uri="{FF2B5EF4-FFF2-40B4-BE49-F238E27FC236}">
                <a16:creationId xmlns:a16="http://schemas.microsoft.com/office/drawing/2014/main" id="{35151A2D-A62B-6574-0615-FEF0A86BE164}"/>
              </a:ext>
            </a:extLst>
          </p:cNvPr>
          <p:cNvSpPr txBox="1">
            <a:spLocks/>
          </p:cNvSpPr>
          <p:nvPr/>
        </p:nvSpPr>
        <p:spPr>
          <a:xfrm>
            <a:off x="11086919" y="1873607"/>
            <a:ext cx="550341" cy="157919"/>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5</a:t>
            </a:r>
          </a:p>
        </p:txBody>
      </p:sp>
      <p:sp>
        <p:nvSpPr>
          <p:cNvPr id="30" name="TextBox 29">
            <a:extLst>
              <a:ext uri="{FF2B5EF4-FFF2-40B4-BE49-F238E27FC236}">
                <a16:creationId xmlns:a16="http://schemas.microsoft.com/office/drawing/2014/main" id="{3C193C95-7094-2F49-7838-5252C053F7D2}"/>
              </a:ext>
            </a:extLst>
          </p:cNvPr>
          <p:cNvSpPr txBox="1">
            <a:spLocks/>
          </p:cNvSpPr>
          <p:nvPr/>
        </p:nvSpPr>
        <p:spPr>
          <a:xfrm>
            <a:off x="5788333" y="1873607"/>
            <a:ext cx="5123691" cy="157919"/>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​Critical to prevent user-base erosion</a:t>
            </a:r>
          </a:p>
        </p:txBody>
      </p:sp>
      <p:sp>
        <p:nvSpPr>
          <p:cNvPr id="29" name="TextBox 28">
            <a:extLst>
              <a:ext uri="{FF2B5EF4-FFF2-40B4-BE49-F238E27FC236}">
                <a16:creationId xmlns:a16="http://schemas.microsoft.com/office/drawing/2014/main" id="{F6C33B03-1CFA-B7E6-66A1-76434DD19095}"/>
              </a:ext>
            </a:extLst>
          </p:cNvPr>
          <p:cNvSpPr txBox="1">
            <a:spLocks/>
          </p:cNvSpPr>
          <p:nvPr/>
        </p:nvSpPr>
        <p:spPr>
          <a:xfrm>
            <a:off x="3695706" y="1873607"/>
            <a:ext cx="947587" cy="157919"/>
          </a:xfrm>
          <a:prstGeom prst="rect">
            <a:avLst/>
          </a:prstGeom>
          <a:noFill/>
          <a:ln w="6350" cmpd="sng">
            <a:noFill/>
          </a:ln>
        </p:spPr>
        <p:txBody>
          <a:bodyPr vert="horz" wrap="square" lIns="3992" tIns="3992" rIns="3992"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Strategic priority</a:t>
            </a:r>
          </a:p>
        </p:txBody>
      </p:sp>
      <p:sp>
        <p:nvSpPr>
          <p:cNvPr id="122" name="TextBox 121">
            <a:extLst>
              <a:ext uri="{FF2B5EF4-FFF2-40B4-BE49-F238E27FC236}">
                <a16:creationId xmlns:a16="http://schemas.microsoft.com/office/drawing/2014/main" id="{696DA447-21EF-F359-8CC5-C2B22E6B7DC5}"/>
              </a:ext>
            </a:extLst>
          </p:cNvPr>
          <p:cNvSpPr txBox="1">
            <a:spLocks/>
          </p:cNvSpPr>
          <p:nvPr/>
        </p:nvSpPr>
        <p:spPr>
          <a:xfrm>
            <a:off x="4818187" y="1899369"/>
            <a:ext cx="795251"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20%</a:t>
            </a:r>
          </a:p>
        </p:txBody>
      </p:sp>
      <p:sp>
        <p:nvSpPr>
          <p:cNvPr id="40" name="TextBox 39">
            <a:extLst>
              <a:ext uri="{FF2B5EF4-FFF2-40B4-BE49-F238E27FC236}">
                <a16:creationId xmlns:a16="http://schemas.microsoft.com/office/drawing/2014/main" id="{AF86A52C-0446-E2F6-7F32-6F940D87386D}"/>
              </a:ext>
            </a:extLst>
          </p:cNvPr>
          <p:cNvSpPr txBox="1">
            <a:spLocks/>
          </p:cNvSpPr>
          <p:nvPr/>
        </p:nvSpPr>
        <p:spPr>
          <a:xfrm>
            <a:off x="11086919" y="2519170"/>
            <a:ext cx="550341" cy="157919"/>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5</a:t>
            </a:r>
          </a:p>
        </p:txBody>
      </p:sp>
      <p:sp>
        <p:nvSpPr>
          <p:cNvPr id="39" name="TextBox 38">
            <a:extLst>
              <a:ext uri="{FF2B5EF4-FFF2-40B4-BE49-F238E27FC236}">
                <a16:creationId xmlns:a16="http://schemas.microsoft.com/office/drawing/2014/main" id="{3477A3CE-0DFA-5F4D-FF01-26791ADEA10E}"/>
              </a:ext>
            </a:extLst>
          </p:cNvPr>
          <p:cNvSpPr txBox="1">
            <a:spLocks/>
          </p:cNvSpPr>
          <p:nvPr/>
        </p:nvSpPr>
        <p:spPr>
          <a:xfrm>
            <a:off x="5788333" y="2519170"/>
            <a:ext cx="5123691" cy="157919"/>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​Critical immediate processes to "sustain lights on”, remediation</a:t>
            </a:r>
          </a:p>
        </p:txBody>
      </p:sp>
      <p:sp>
        <p:nvSpPr>
          <p:cNvPr id="123" name="TextBox 122">
            <a:extLst>
              <a:ext uri="{FF2B5EF4-FFF2-40B4-BE49-F238E27FC236}">
                <a16:creationId xmlns:a16="http://schemas.microsoft.com/office/drawing/2014/main" id="{DE2254E4-75FB-77F1-B4D0-93C40208D2F1}"/>
              </a:ext>
            </a:extLst>
          </p:cNvPr>
          <p:cNvSpPr txBox="1">
            <a:spLocks/>
          </p:cNvSpPr>
          <p:nvPr/>
        </p:nvSpPr>
        <p:spPr>
          <a:xfrm>
            <a:off x="4828365" y="2544932"/>
            <a:ext cx="795251"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30%</a:t>
            </a:r>
          </a:p>
        </p:txBody>
      </p:sp>
      <p:sp>
        <p:nvSpPr>
          <p:cNvPr id="49" name="TextBox 48">
            <a:extLst>
              <a:ext uri="{FF2B5EF4-FFF2-40B4-BE49-F238E27FC236}">
                <a16:creationId xmlns:a16="http://schemas.microsoft.com/office/drawing/2014/main" id="{0E855D64-C8F0-E435-4254-B89E1D12A773}"/>
              </a:ext>
            </a:extLst>
          </p:cNvPr>
          <p:cNvSpPr txBox="1">
            <a:spLocks/>
          </p:cNvSpPr>
          <p:nvPr/>
        </p:nvSpPr>
        <p:spPr>
          <a:xfrm>
            <a:off x="11086919" y="3164733"/>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5</a:t>
            </a:r>
          </a:p>
        </p:txBody>
      </p:sp>
      <p:sp>
        <p:nvSpPr>
          <p:cNvPr id="48" name="TextBox 47">
            <a:extLst>
              <a:ext uri="{FF2B5EF4-FFF2-40B4-BE49-F238E27FC236}">
                <a16:creationId xmlns:a16="http://schemas.microsoft.com/office/drawing/2014/main" id="{D8C5691B-309B-5A23-C7B8-24C313F74D0E}"/>
              </a:ext>
            </a:extLst>
          </p:cNvPr>
          <p:cNvSpPr txBox="1">
            <a:spLocks/>
          </p:cNvSpPr>
          <p:nvPr/>
        </p:nvSpPr>
        <p:spPr>
          <a:xfrm>
            <a:off x="5788333" y="3164733"/>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Multiple regulatory breaches/ negative observations OR imminent penalties to be imposed</a:t>
            </a:r>
          </a:p>
        </p:txBody>
      </p:sp>
      <p:sp>
        <p:nvSpPr>
          <p:cNvPr id="124" name="TextBox 123">
            <a:extLst>
              <a:ext uri="{FF2B5EF4-FFF2-40B4-BE49-F238E27FC236}">
                <a16:creationId xmlns:a16="http://schemas.microsoft.com/office/drawing/2014/main" id="{621DDD97-C180-30AA-0745-B3EE75191180}"/>
              </a:ext>
            </a:extLst>
          </p:cNvPr>
          <p:cNvSpPr txBox="1">
            <a:spLocks/>
          </p:cNvSpPr>
          <p:nvPr/>
        </p:nvSpPr>
        <p:spPr>
          <a:xfrm>
            <a:off x="4818187" y="3190506"/>
            <a:ext cx="795251"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40%</a:t>
            </a:r>
          </a:p>
        </p:txBody>
      </p:sp>
      <p:sp>
        <p:nvSpPr>
          <p:cNvPr id="52" name="TextBox 51">
            <a:extLst>
              <a:ext uri="{FF2B5EF4-FFF2-40B4-BE49-F238E27FC236}">
                <a16:creationId xmlns:a16="http://schemas.microsoft.com/office/drawing/2014/main" id="{2C34E898-9090-8991-610B-DDD5F68F5D14}"/>
              </a:ext>
            </a:extLst>
          </p:cNvPr>
          <p:cNvSpPr txBox="1">
            <a:spLocks/>
          </p:cNvSpPr>
          <p:nvPr/>
        </p:nvSpPr>
        <p:spPr>
          <a:xfrm>
            <a:off x="11086919" y="3395627"/>
            <a:ext cx="55034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3</a:t>
            </a:r>
          </a:p>
        </p:txBody>
      </p:sp>
      <p:sp>
        <p:nvSpPr>
          <p:cNvPr id="51" name="TextBox 50">
            <a:extLst>
              <a:ext uri="{FF2B5EF4-FFF2-40B4-BE49-F238E27FC236}">
                <a16:creationId xmlns:a16="http://schemas.microsoft.com/office/drawing/2014/main" id="{2CA36DE3-90AC-3A8A-68BF-DDF2C0DCDBB0}"/>
              </a:ext>
            </a:extLst>
          </p:cNvPr>
          <p:cNvSpPr txBox="1">
            <a:spLocks/>
          </p:cNvSpPr>
          <p:nvPr/>
        </p:nvSpPr>
        <p:spPr>
          <a:xfrm>
            <a:off x="5788333" y="3395627"/>
            <a:ext cx="5123691" cy="15791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Required for regulatory adherence (buffer exists for extension) </a:t>
            </a:r>
          </a:p>
        </p:txBody>
      </p:sp>
      <p:cxnSp>
        <p:nvCxnSpPr>
          <p:cNvPr id="128" name="GreyLineSeparatorStrong 115">
            <a:extLst>
              <a:ext uri="{FF2B5EF4-FFF2-40B4-BE49-F238E27FC236}">
                <a16:creationId xmlns:a16="http://schemas.microsoft.com/office/drawing/2014/main" id="{A70B0FF8-9F74-2D09-C7DD-D281D491D52E}"/>
              </a:ext>
            </a:extLst>
          </p:cNvPr>
          <p:cNvCxnSpPr>
            <a:cxnSpLocks/>
          </p:cNvCxnSpPr>
          <p:nvPr>
            <p:custDataLst>
              <p:tags r:id="rId16"/>
            </p:custDataLst>
          </p:nvPr>
        </p:nvCxnSpPr>
        <p:spPr>
          <a:xfrm>
            <a:off x="5154111" y="3408685"/>
            <a:ext cx="0" cy="213352"/>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7" name="GreyLineSeparatorStrong 115">
            <a:extLst>
              <a:ext uri="{FF2B5EF4-FFF2-40B4-BE49-F238E27FC236}">
                <a16:creationId xmlns:a16="http://schemas.microsoft.com/office/drawing/2014/main" id="{1D78AA28-DC9C-2781-C69B-54EFB020F5BE}"/>
              </a:ext>
            </a:extLst>
          </p:cNvPr>
          <p:cNvCxnSpPr>
            <a:cxnSpLocks/>
          </p:cNvCxnSpPr>
          <p:nvPr>
            <p:custDataLst>
              <p:tags r:id="rId17"/>
            </p:custDataLst>
          </p:nvPr>
        </p:nvCxnSpPr>
        <p:spPr>
          <a:xfrm flipH="1">
            <a:off x="3912870" y="3622037"/>
            <a:ext cx="1733993"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46183534-45DD-FE5A-0BF5-468A01B915E0}"/>
              </a:ext>
            </a:extLst>
          </p:cNvPr>
          <p:cNvSpPr txBox="1">
            <a:spLocks/>
          </p:cNvSpPr>
          <p:nvPr/>
        </p:nvSpPr>
        <p:spPr>
          <a:xfrm>
            <a:off x="3912870" y="3665748"/>
            <a:ext cx="1733993" cy="311808"/>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Weightage values to be configurable at requestor level </a:t>
            </a:r>
          </a:p>
        </p:txBody>
      </p:sp>
      <p:sp>
        <p:nvSpPr>
          <p:cNvPr id="94" name="TextBox 93">
            <a:extLst>
              <a:ext uri="{FF2B5EF4-FFF2-40B4-BE49-F238E27FC236}">
                <a16:creationId xmlns:a16="http://schemas.microsoft.com/office/drawing/2014/main" id="{C45AA3A4-B9E5-7C74-CDC1-BD9357A673D8}"/>
              </a:ext>
            </a:extLst>
          </p:cNvPr>
          <p:cNvSpPr txBox="1"/>
          <p:nvPr>
            <p:custDataLst>
              <p:tags r:id="rId18"/>
            </p:custDataLst>
          </p:nvPr>
        </p:nvSpPr>
        <p:spPr>
          <a:xfrm>
            <a:off x="3695703" y="4436916"/>
            <a:ext cx="800642"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Score </a:t>
            </a:r>
          </a:p>
        </p:txBody>
      </p:sp>
      <p:sp>
        <p:nvSpPr>
          <p:cNvPr id="102" name="TextBox 101">
            <a:extLst>
              <a:ext uri="{FF2B5EF4-FFF2-40B4-BE49-F238E27FC236}">
                <a16:creationId xmlns:a16="http://schemas.microsoft.com/office/drawing/2014/main" id="{44729983-4B06-3CDD-C8B4-CEF64D8C8F77}"/>
              </a:ext>
            </a:extLst>
          </p:cNvPr>
          <p:cNvSpPr txBox="1"/>
          <p:nvPr>
            <p:custDataLst>
              <p:tags r:id="rId19"/>
            </p:custDataLst>
          </p:nvPr>
        </p:nvSpPr>
        <p:spPr>
          <a:xfrm>
            <a:off x="5046426" y="4436916"/>
            <a:ext cx="6588300"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Priority</a:t>
            </a:r>
          </a:p>
        </p:txBody>
      </p:sp>
      <p:sp>
        <p:nvSpPr>
          <p:cNvPr id="95" name="TextBox 94">
            <a:extLst>
              <a:ext uri="{FF2B5EF4-FFF2-40B4-BE49-F238E27FC236}">
                <a16:creationId xmlns:a16="http://schemas.microsoft.com/office/drawing/2014/main" id="{B4173E75-9402-B66D-444F-41D4E1252DA5}"/>
              </a:ext>
            </a:extLst>
          </p:cNvPr>
          <p:cNvSpPr txBox="1"/>
          <p:nvPr>
            <p:custDataLst>
              <p:tags r:id="rId20"/>
            </p:custDataLst>
          </p:nvPr>
        </p:nvSpPr>
        <p:spPr>
          <a:xfrm>
            <a:off x="3695703" y="4686502"/>
            <a:ext cx="800643"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&lt;= 1</a:t>
            </a:r>
          </a:p>
        </p:txBody>
      </p:sp>
      <p:sp>
        <p:nvSpPr>
          <p:cNvPr id="103" name="TextBox 102">
            <a:extLst>
              <a:ext uri="{FF2B5EF4-FFF2-40B4-BE49-F238E27FC236}">
                <a16:creationId xmlns:a16="http://schemas.microsoft.com/office/drawing/2014/main" id="{BB650AA3-0B02-D741-C91D-4FCAC1063AE9}"/>
              </a:ext>
            </a:extLst>
          </p:cNvPr>
          <p:cNvSpPr txBox="1"/>
          <p:nvPr>
            <p:custDataLst>
              <p:tags r:id="rId21"/>
            </p:custDataLst>
          </p:nvPr>
        </p:nvSpPr>
        <p:spPr>
          <a:xfrm>
            <a:off x="5046426" y="4686502"/>
            <a:ext cx="658830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Lowest </a:t>
            </a:r>
          </a:p>
        </p:txBody>
      </p:sp>
      <p:sp>
        <p:nvSpPr>
          <p:cNvPr id="98" name="TextBox 97">
            <a:extLst>
              <a:ext uri="{FF2B5EF4-FFF2-40B4-BE49-F238E27FC236}">
                <a16:creationId xmlns:a16="http://schemas.microsoft.com/office/drawing/2014/main" id="{1A5759AE-253F-4840-7A9A-99EF5AE8F435}"/>
              </a:ext>
            </a:extLst>
          </p:cNvPr>
          <p:cNvSpPr txBox="1"/>
          <p:nvPr>
            <p:custDataLst>
              <p:tags r:id="rId22"/>
            </p:custDataLst>
          </p:nvPr>
        </p:nvSpPr>
        <p:spPr>
          <a:xfrm>
            <a:off x="3695703" y="4905310"/>
            <a:ext cx="800643"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&gt;1 &amp; &lt;=2</a:t>
            </a:r>
          </a:p>
        </p:txBody>
      </p:sp>
      <p:sp>
        <p:nvSpPr>
          <p:cNvPr id="104" name="TextBox 103">
            <a:extLst>
              <a:ext uri="{FF2B5EF4-FFF2-40B4-BE49-F238E27FC236}">
                <a16:creationId xmlns:a16="http://schemas.microsoft.com/office/drawing/2014/main" id="{E42F94DA-F275-6F8A-D2D5-421DB4730495}"/>
              </a:ext>
            </a:extLst>
          </p:cNvPr>
          <p:cNvSpPr txBox="1"/>
          <p:nvPr>
            <p:custDataLst>
              <p:tags r:id="rId23"/>
            </p:custDataLst>
          </p:nvPr>
        </p:nvSpPr>
        <p:spPr>
          <a:xfrm>
            <a:off x="5046426" y="4905310"/>
            <a:ext cx="658830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Lowest </a:t>
            </a:r>
          </a:p>
        </p:txBody>
      </p:sp>
      <p:sp>
        <p:nvSpPr>
          <p:cNvPr id="99" name="TextBox 98">
            <a:extLst>
              <a:ext uri="{FF2B5EF4-FFF2-40B4-BE49-F238E27FC236}">
                <a16:creationId xmlns:a16="http://schemas.microsoft.com/office/drawing/2014/main" id="{DF45E27B-45E0-4E3C-1325-F6485B5FC30E}"/>
              </a:ext>
            </a:extLst>
          </p:cNvPr>
          <p:cNvSpPr txBox="1"/>
          <p:nvPr>
            <p:custDataLst>
              <p:tags r:id="rId24"/>
            </p:custDataLst>
          </p:nvPr>
        </p:nvSpPr>
        <p:spPr>
          <a:xfrm>
            <a:off x="3695703" y="5124118"/>
            <a:ext cx="800643"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&gt;2 &amp; &lt;=3</a:t>
            </a:r>
          </a:p>
        </p:txBody>
      </p:sp>
      <p:sp>
        <p:nvSpPr>
          <p:cNvPr id="105" name="TextBox 104">
            <a:extLst>
              <a:ext uri="{FF2B5EF4-FFF2-40B4-BE49-F238E27FC236}">
                <a16:creationId xmlns:a16="http://schemas.microsoft.com/office/drawing/2014/main" id="{5EB8181E-BC43-25C3-A990-D3CE608E2B33}"/>
              </a:ext>
            </a:extLst>
          </p:cNvPr>
          <p:cNvSpPr txBox="1"/>
          <p:nvPr>
            <p:custDataLst>
              <p:tags r:id="rId25"/>
            </p:custDataLst>
          </p:nvPr>
        </p:nvSpPr>
        <p:spPr>
          <a:xfrm>
            <a:off x="5046426" y="5124118"/>
            <a:ext cx="658830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Medium </a:t>
            </a:r>
          </a:p>
        </p:txBody>
      </p:sp>
      <p:sp>
        <p:nvSpPr>
          <p:cNvPr id="100" name="TextBox 99">
            <a:extLst>
              <a:ext uri="{FF2B5EF4-FFF2-40B4-BE49-F238E27FC236}">
                <a16:creationId xmlns:a16="http://schemas.microsoft.com/office/drawing/2014/main" id="{FECD6276-56C9-44D7-D1FF-26A9C95E25D4}"/>
              </a:ext>
            </a:extLst>
          </p:cNvPr>
          <p:cNvSpPr txBox="1"/>
          <p:nvPr>
            <p:custDataLst>
              <p:tags r:id="rId26"/>
            </p:custDataLst>
          </p:nvPr>
        </p:nvSpPr>
        <p:spPr>
          <a:xfrm>
            <a:off x="3695703" y="5342926"/>
            <a:ext cx="800643"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&gt; 3 &amp; &lt;= 4</a:t>
            </a:r>
          </a:p>
        </p:txBody>
      </p:sp>
      <p:sp>
        <p:nvSpPr>
          <p:cNvPr id="107" name="TextBox 106">
            <a:extLst>
              <a:ext uri="{FF2B5EF4-FFF2-40B4-BE49-F238E27FC236}">
                <a16:creationId xmlns:a16="http://schemas.microsoft.com/office/drawing/2014/main" id="{1C1E6EBD-73BD-871E-F4B9-3684FC0FE770}"/>
              </a:ext>
            </a:extLst>
          </p:cNvPr>
          <p:cNvSpPr txBox="1"/>
          <p:nvPr>
            <p:custDataLst>
              <p:tags r:id="rId27"/>
            </p:custDataLst>
          </p:nvPr>
        </p:nvSpPr>
        <p:spPr>
          <a:xfrm>
            <a:off x="5046426" y="5342926"/>
            <a:ext cx="658830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High</a:t>
            </a:r>
          </a:p>
        </p:txBody>
      </p:sp>
      <p:sp>
        <p:nvSpPr>
          <p:cNvPr id="101" name="TextBox 100">
            <a:extLst>
              <a:ext uri="{FF2B5EF4-FFF2-40B4-BE49-F238E27FC236}">
                <a16:creationId xmlns:a16="http://schemas.microsoft.com/office/drawing/2014/main" id="{DB9317F3-C498-8E5F-069C-EA40852DBCD2}"/>
              </a:ext>
            </a:extLst>
          </p:cNvPr>
          <p:cNvSpPr txBox="1"/>
          <p:nvPr>
            <p:custDataLst>
              <p:tags r:id="rId28"/>
            </p:custDataLst>
          </p:nvPr>
        </p:nvSpPr>
        <p:spPr>
          <a:xfrm>
            <a:off x="3695703" y="5561731"/>
            <a:ext cx="800643"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&gt;4</a:t>
            </a:r>
          </a:p>
        </p:txBody>
      </p:sp>
      <p:sp>
        <p:nvSpPr>
          <p:cNvPr id="108" name="TextBox 107">
            <a:extLst>
              <a:ext uri="{FF2B5EF4-FFF2-40B4-BE49-F238E27FC236}">
                <a16:creationId xmlns:a16="http://schemas.microsoft.com/office/drawing/2014/main" id="{6F4B15AE-AB74-77F6-EE7D-0EB13CEEC09F}"/>
              </a:ext>
            </a:extLst>
          </p:cNvPr>
          <p:cNvSpPr txBox="1"/>
          <p:nvPr>
            <p:custDataLst>
              <p:tags r:id="rId29"/>
            </p:custDataLst>
          </p:nvPr>
        </p:nvSpPr>
        <p:spPr>
          <a:xfrm>
            <a:off x="5046426" y="5561731"/>
            <a:ext cx="658830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cs typeface="+mn-cs"/>
              </a:rPr>
              <a:t>Highest</a:t>
            </a:r>
          </a:p>
        </p:txBody>
      </p:sp>
      <p:cxnSp>
        <p:nvCxnSpPr>
          <p:cNvPr id="109" name="Straight Connector 108">
            <a:extLst>
              <a:ext uri="{FF2B5EF4-FFF2-40B4-BE49-F238E27FC236}">
                <a16:creationId xmlns:a16="http://schemas.microsoft.com/office/drawing/2014/main" id="{A9938CDA-F856-B186-CE4A-DECDC34C292E}"/>
              </a:ext>
            </a:extLst>
          </p:cNvPr>
          <p:cNvCxnSpPr/>
          <p:nvPr>
            <p:custDataLst>
              <p:tags r:id="rId30"/>
            </p:custDataLst>
          </p:nvPr>
        </p:nvCxnSpPr>
        <p:spPr>
          <a:xfrm>
            <a:off x="3695702" y="4654042"/>
            <a:ext cx="792439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5F486BC-6B27-E28F-9B18-33F73C25F576}"/>
              </a:ext>
            </a:extLst>
          </p:cNvPr>
          <p:cNvCxnSpPr/>
          <p:nvPr>
            <p:custDataLst>
              <p:tags r:id="rId31"/>
            </p:custDataLst>
          </p:nvPr>
        </p:nvCxnSpPr>
        <p:spPr>
          <a:xfrm>
            <a:off x="3695702" y="4872850"/>
            <a:ext cx="792439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F8E8F74-7899-75B9-F5E1-241258C7FBB3}"/>
              </a:ext>
            </a:extLst>
          </p:cNvPr>
          <p:cNvCxnSpPr>
            <a:cxnSpLocks/>
          </p:cNvCxnSpPr>
          <p:nvPr>
            <p:custDataLst>
              <p:tags r:id="rId32"/>
            </p:custDataLst>
          </p:nvPr>
        </p:nvCxnSpPr>
        <p:spPr>
          <a:xfrm>
            <a:off x="3695702" y="5091658"/>
            <a:ext cx="792439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B5F6D98-E7C2-DDC3-CDCB-704EDFAFA650}"/>
              </a:ext>
            </a:extLst>
          </p:cNvPr>
          <p:cNvCxnSpPr/>
          <p:nvPr>
            <p:custDataLst>
              <p:tags r:id="rId33"/>
            </p:custDataLst>
          </p:nvPr>
        </p:nvCxnSpPr>
        <p:spPr>
          <a:xfrm>
            <a:off x="3695702" y="5310466"/>
            <a:ext cx="792439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C460E38-BB16-2356-2B3B-D915CACC5CDE}"/>
              </a:ext>
            </a:extLst>
          </p:cNvPr>
          <p:cNvCxnSpPr/>
          <p:nvPr>
            <p:custDataLst>
              <p:tags r:id="rId34"/>
            </p:custDataLst>
          </p:nvPr>
        </p:nvCxnSpPr>
        <p:spPr>
          <a:xfrm>
            <a:off x="3695702" y="5529274"/>
            <a:ext cx="792439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72AFDC6C-DEED-2B82-1A15-2AB35DEAC90E}"/>
              </a:ext>
            </a:extLst>
          </p:cNvPr>
          <p:cNvSpPr txBox="1">
            <a:spLocks/>
          </p:cNvSpPr>
          <p:nvPr/>
        </p:nvSpPr>
        <p:spPr>
          <a:xfrm>
            <a:off x="3695704" y="4187337"/>
            <a:ext cx="7941553"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Sum of scores will determine final priority of IT change item </a:t>
            </a:r>
          </a:p>
        </p:txBody>
      </p:sp>
      <p:cxnSp>
        <p:nvCxnSpPr>
          <p:cNvPr id="115" name="LineBasicStrong 25">
            <a:extLst>
              <a:ext uri="{FF2B5EF4-FFF2-40B4-BE49-F238E27FC236}">
                <a16:creationId xmlns:a16="http://schemas.microsoft.com/office/drawing/2014/main" id="{2180C65B-F67E-6406-596F-E823BE85917C}"/>
              </a:ext>
            </a:extLst>
          </p:cNvPr>
          <p:cNvCxnSpPr>
            <a:cxnSpLocks/>
          </p:cNvCxnSpPr>
          <p:nvPr>
            <p:custDataLst>
              <p:tags r:id="rId35"/>
            </p:custDataLst>
          </p:nvPr>
        </p:nvCxnSpPr>
        <p:spPr>
          <a:xfrm>
            <a:off x="3695704" y="4399138"/>
            <a:ext cx="7941553"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C7BE514A-56CB-371D-46D8-5F48348C4A91}"/>
              </a:ext>
            </a:extLst>
          </p:cNvPr>
          <p:cNvGrpSpPr>
            <a:grpSpLocks/>
          </p:cNvGrpSpPr>
          <p:nvPr/>
        </p:nvGrpSpPr>
        <p:grpSpPr>
          <a:xfrm>
            <a:off x="3695704" y="5897827"/>
            <a:ext cx="7941553" cy="479312"/>
            <a:chOff x="3695702" y="5950851"/>
            <a:chExt cx="7941553" cy="479312"/>
          </a:xfrm>
        </p:grpSpPr>
        <p:sp>
          <p:nvSpPr>
            <p:cNvPr id="65" name="TextBox 64">
              <a:extLst>
                <a:ext uri="{FF2B5EF4-FFF2-40B4-BE49-F238E27FC236}">
                  <a16:creationId xmlns:a16="http://schemas.microsoft.com/office/drawing/2014/main" id="{F570C993-5802-41B3-32E8-A5E58EDDF86F}"/>
                </a:ext>
              </a:extLst>
            </p:cNvPr>
            <p:cNvSpPr txBox="1">
              <a:spLocks/>
            </p:cNvSpPr>
            <p:nvPr/>
          </p:nvSpPr>
          <p:spPr>
            <a:xfrm>
              <a:off x="3695702" y="5999276"/>
              <a:ext cx="7941553" cy="43088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mn-cs"/>
                </a:rPr>
                <a:t>These frameworks follow standard review/ version control processes to make updates to the parameters on an annual/ bi-annual basis</a:t>
              </a:r>
            </a:p>
          </p:txBody>
        </p:sp>
        <p:cxnSp>
          <p:nvCxnSpPr>
            <p:cNvPr id="224" name="LineBasicStrong 25">
              <a:extLst>
                <a:ext uri="{FF2B5EF4-FFF2-40B4-BE49-F238E27FC236}">
                  <a16:creationId xmlns:a16="http://schemas.microsoft.com/office/drawing/2014/main" id="{7590658C-A91F-B4EE-CA7F-A103AE0B7D5D}"/>
                </a:ext>
              </a:extLst>
            </p:cNvPr>
            <p:cNvCxnSpPr>
              <a:cxnSpLocks/>
            </p:cNvCxnSpPr>
            <p:nvPr>
              <p:custDataLst>
                <p:tags r:id="rId36"/>
              </p:custDataLst>
            </p:nvPr>
          </p:nvCxnSpPr>
          <p:spPr>
            <a:xfrm>
              <a:off x="3695702" y="5950851"/>
              <a:ext cx="7941553" cy="0"/>
            </a:xfrm>
            <a:prstGeom prst="straightConnector1">
              <a:avLst/>
            </a:prstGeom>
            <a:ln w="190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5" name="Sticker">
            <a:extLst>
              <a:ext uri="{FF2B5EF4-FFF2-40B4-BE49-F238E27FC236}">
                <a16:creationId xmlns:a16="http://schemas.microsoft.com/office/drawing/2014/main" id="{60FBA70C-4399-6714-8B91-3C2B2AAA1795}"/>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t>ILLUSTRATIVE</a:t>
            </a:r>
          </a:p>
        </p:txBody>
      </p:sp>
    </p:spTree>
    <p:extLst>
      <p:ext uri="{BB962C8B-B14F-4D97-AF65-F5344CB8AC3E}">
        <p14:creationId xmlns:p14="http://schemas.microsoft.com/office/powerpoint/2010/main" val="393309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Object 6" hidden="1">
            <a:extLst>
              <a:ext uri="{FF2B5EF4-FFF2-40B4-BE49-F238E27FC236}">
                <a16:creationId xmlns:a16="http://schemas.microsoft.com/office/drawing/2014/main" id="{0030DCB8-A15D-4EC8-A6B9-21EFBEB73A18}"/>
              </a:ext>
            </a:extLst>
          </p:cNvPr>
          <p:cNvGraphicFramePr>
            <a:graphicFrameLocks noChangeAspect="1"/>
          </p:cNvGraphicFramePr>
          <p:nvPr>
            <p:custDataLst>
              <p:tags r:id="rId1"/>
            </p:custDataLst>
            <p:extLst>
              <p:ext uri="{D42A27DB-BD31-4B8C-83A1-F6EECF244321}">
                <p14:modId xmlns:p14="http://schemas.microsoft.com/office/powerpoint/2010/main" val="1091536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395" imgH="396" progId="TCLayout.ActiveDocument.1">
                  <p:embed/>
                </p:oleObj>
              </mc:Choice>
              <mc:Fallback>
                <p:oleObj name="think-cell Slide" r:id="rId34" imgW="395" imgH="396" progId="TCLayout.ActiveDocument.1">
                  <p:embed/>
                  <p:pic>
                    <p:nvPicPr>
                      <p:cNvPr id="78" name="Object 6" hidden="1">
                        <a:extLst>
                          <a:ext uri="{FF2B5EF4-FFF2-40B4-BE49-F238E27FC236}">
                            <a16:creationId xmlns:a16="http://schemas.microsoft.com/office/drawing/2014/main" id="{0030DCB8-A15D-4EC8-A6B9-21EFBEB73A18}"/>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BC1FF24-8E5E-4EE3-9B22-C71D227370F8}"/>
              </a:ext>
            </a:extLst>
          </p:cNvPr>
          <p:cNvSpPr>
            <a:spLocks noGrp="1"/>
          </p:cNvSpPr>
          <p:nvPr>
            <p:ph type="title"/>
          </p:nvPr>
        </p:nvSpPr>
        <p:spPr>
          <a:xfrm>
            <a:off x="554736" y="2059563"/>
            <a:ext cx="2514600" cy="2031325"/>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2. Requestors should justify demand effort size by rating the workload across 7 categories </a:t>
            </a:r>
          </a:p>
        </p:txBody>
      </p:sp>
      <p:graphicFrame>
        <p:nvGraphicFramePr>
          <p:cNvPr id="74" name="Table 73" hidden="1">
            <a:extLst>
              <a:ext uri="{FF2B5EF4-FFF2-40B4-BE49-F238E27FC236}">
                <a16:creationId xmlns:a16="http://schemas.microsoft.com/office/drawing/2014/main" id="{EBF9C63A-36D2-83CF-6518-C83F8DCE0402}"/>
              </a:ext>
            </a:extLst>
          </p:cNvPr>
          <p:cNvGraphicFramePr>
            <a:graphicFrameLocks noGrp="1"/>
          </p:cNvGraphicFramePr>
          <p:nvPr/>
        </p:nvGraphicFramePr>
        <p:xfrm>
          <a:off x="3881534" y="569167"/>
          <a:ext cx="7755729" cy="4790740"/>
        </p:xfrm>
        <a:graphic>
          <a:graphicData uri="http://schemas.openxmlformats.org/drawingml/2006/table">
            <a:tbl>
              <a:tblPr/>
              <a:tblGrid>
                <a:gridCol w="2695347">
                  <a:extLst>
                    <a:ext uri="{9D8B030D-6E8A-4147-A177-3AD203B41FA5}">
                      <a16:colId xmlns:a16="http://schemas.microsoft.com/office/drawing/2014/main" val="1216735925"/>
                    </a:ext>
                  </a:extLst>
                </a:gridCol>
                <a:gridCol w="794303">
                  <a:extLst>
                    <a:ext uri="{9D8B030D-6E8A-4147-A177-3AD203B41FA5}">
                      <a16:colId xmlns:a16="http://schemas.microsoft.com/office/drawing/2014/main" val="4178764431"/>
                    </a:ext>
                  </a:extLst>
                </a:gridCol>
                <a:gridCol w="3499752">
                  <a:extLst>
                    <a:ext uri="{9D8B030D-6E8A-4147-A177-3AD203B41FA5}">
                      <a16:colId xmlns:a16="http://schemas.microsoft.com/office/drawing/2014/main" val="36346203"/>
                    </a:ext>
                  </a:extLst>
                </a:gridCol>
                <a:gridCol w="766327">
                  <a:extLst>
                    <a:ext uri="{9D8B030D-6E8A-4147-A177-3AD203B41FA5}">
                      <a16:colId xmlns:a16="http://schemas.microsoft.com/office/drawing/2014/main" val="119047670"/>
                    </a:ext>
                  </a:extLst>
                </a:gridCol>
              </a:tblGrid>
              <a:tr h="139914">
                <a:tc>
                  <a:txBody>
                    <a:bodyPr/>
                    <a:lstStyle/>
                    <a:p>
                      <a:pPr algn="l" fontAlgn="b"/>
                      <a:r>
                        <a:rPr lang="en-US" sz="1200" b="1" i="0" u="none" strike="noStrike" dirty="0">
                          <a:solidFill>
                            <a:srgbClr val="000000"/>
                          </a:solidFill>
                          <a:effectLst/>
                          <a:latin typeface="+mn-lt"/>
                          <a:ea typeface="+mn-ea"/>
                          <a:cs typeface="+mn-cs"/>
                        </a:rPr>
                        <a:t>Criteria</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tc>
                  <a:txBody>
                    <a:bodyPr/>
                    <a:lstStyle/>
                    <a:p>
                      <a:pPr algn="l" fontAlgn="b"/>
                      <a:r>
                        <a:rPr lang="en-US" sz="1200" b="1" i="0" u="none" strike="noStrike">
                          <a:solidFill>
                            <a:srgbClr val="000000"/>
                          </a:solidFill>
                          <a:effectLst/>
                          <a:latin typeface="+mn-lt"/>
                          <a:ea typeface="+mn-ea"/>
                          <a:cs typeface="+mn-cs"/>
                        </a:rPr>
                        <a:t>Weightage</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tc>
                  <a:txBody>
                    <a:bodyPr/>
                    <a:lstStyle/>
                    <a:p>
                      <a:pPr algn="l" fontAlgn="b"/>
                      <a:r>
                        <a:rPr lang="en-US" sz="1200" b="1" i="0" u="none" strike="noStrike">
                          <a:solidFill>
                            <a:srgbClr val="000000"/>
                          </a:solidFill>
                          <a:effectLst/>
                          <a:latin typeface="+mn-lt"/>
                          <a:ea typeface="+mn-ea"/>
                          <a:cs typeface="+mn-cs"/>
                        </a:rPr>
                        <a:t>Value</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tc>
                  <a:txBody>
                    <a:bodyPr/>
                    <a:lstStyle/>
                    <a:p>
                      <a:pPr algn="l" fontAlgn="b"/>
                      <a:r>
                        <a:rPr lang="en-US" sz="1200" b="1" i="0" u="none" strike="noStrike">
                          <a:solidFill>
                            <a:srgbClr val="000000"/>
                          </a:solidFill>
                          <a:effectLst/>
                          <a:latin typeface="+mn-lt"/>
                          <a:ea typeface="+mn-ea"/>
                          <a:cs typeface="+mn-cs"/>
                        </a:rPr>
                        <a:t>Score</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85000"/>
                      </a:schemeClr>
                    </a:solidFill>
                  </a:tcPr>
                </a:tc>
                <a:extLst>
                  <a:ext uri="{0D108BD9-81ED-4DB2-BD59-A6C34878D82A}">
                    <a16:rowId xmlns:a16="http://schemas.microsoft.com/office/drawing/2014/main" val="1283967947"/>
                  </a:ext>
                </a:extLst>
              </a:tr>
              <a:tr h="139914">
                <a:tc rowSpan="2">
                  <a:txBody>
                    <a:bodyPr/>
                    <a:lstStyle/>
                    <a:p>
                      <a:pPr algn="ctr" fontAlgn="ctr"/>
                      <a:r>
                        <a:rPr lang="en-US" sz="1200" b="0" i="0" u="none" strike="noStrike">
                          <a:solidFill>
                            <a:srgbClr val="000000"/>
                          </a:solidFill>
                          <a:effectLst/>
                          <a:latin typeface="+mn-lt"/>
                          <a:ea typeface="+mn-ea"/>
                          <a:cs typeface="+mn-cs"/>
                        </a:rPr>
                        <a:t>Any impact on critical path?</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a:solidFill>
                            <a:srgbClr val="000000"/>
                          </a:solidFill>
                          <a:effectLst/>
                          <a:latin typeface="+mn-lt"/>
                          <a:ea typeface="+mn-ea"/>
                          <a:cs typeface="+mn-cs"/>
                        </a:rPr>
                        <a:t>10%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Yes</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6013424"/>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No</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7759815"/>
                  </a:ext>
                </a:extLst>
              </a:tr>
              <a:tr h="139914">
                <a:tc rowSpan="3">
                  <a:txBody>
                    <a:bodyPr/>
                    <a:lstStyle/>
                    <a:p>
                      <a:pPr algn="ctr" fontAlgn="ctr"/>
                      <a:r>
                        <a:rPr lang="en-US" sz="1200" b="0" i="0" u="none" strike="noStrike">
                          <a:solidFill>
                            <a:srgbClr val="000000"/>
                          </a:solidFill>
                          <a:effectLst/>
                          <a:latin typeface="+mn-lt"/>
                          <a:ea typeface="+mn-ea"/>
                          <a:cs typeface="+mn-cs"/>
                        </a:rPr>
                        <a:t>Lines of code being changed</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n-lt"/>
                          <a:ea typeface="+mn-ea"/>
                          <a:cs typeface="+mn-cs"/>
                        </a:rPr>
                        <a:t>20%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&gt;5000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363133"/>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1000 - 5000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8645939"/>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&lt;1000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1</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3104452"/>
                  </a:ext>
                </a:extLst>
              </a:tr>
              <a:tr h="417025">
                <a:tc rowSpan="3">
                  <a:txBody>
                    <a:bodyPr/>
                    <a:lstStyle/>
                    <a:p>
                      <a:pPr algn="ctr" fontAlgn="ctr"/>
                      <a:r>
                        <a:rPr lang="en-US" sz="1200" b="0" i="0" u="none" strike="noStrike">
                          <a:solidFill>
                            <a:srgbClr val="000000"/>
                          </a:solidFill>
                          <a:effectLst/>
                          <a:latin typeface="+mn-lt"/>
                          <a:ea typeface="+mn-ea"/>
                          <a:cs typeface="+mn-cs"/>
                        </a:rPr>
                        <a:t>Type of code change being done</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n-lt"/>
                          <a:ea typeface="+mn-ea"/>
                          <a:cs typeface="+mn-cs"/>
                        </a:rPr>
                        <a:t>20%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Architecture change/</a:t>
                      </a:r>
                      <a:br>
                        <a:rPr lang="en-US" sz="1200" b="0" i="0" u="none" strike="noStrike">
                          <a:solidFill>
                            <a:srgbClr val="000000"/>
                          </a:solidFill>
                          <a:effectLst/>
                          <a:latin typeface="+mn-lt"/>
                          <a:ea typeface="+mn-ea"/>
                          <a:cs typeface="+mn-cs"/>
                        </a:rPr>
                      </a:br>
                      <a:r>
                        <a:rPr lang="en-US" sz="1200" b="0" i="0" u="none" strike="noStrike">
                          <a:solidFill>
                            <a:srgbClr val="000000"/>
                          </a:solidFill>
                          <a:effectLst/>
                          <a:latin typeface="+mn-lt"/>
                          <a:ea typeface="+mn-ea"/>
                          <a:cs typeface="+mn-cs"/>
                        </a:rPr>
                        <a:t>Introducing a new feature or computing new data/</a:t>
                      </a:r>
                      <a:br>
                        <a:rPr lang="en-US" sz="1200" b="0" i="0" u="none" strike="noStrike">
                          <a:solidFill>
                            <a:srgbClr val="000000"/>
                          </a:solidFill>
                          <a:effectLst/>
                          <a:latin typeface="+mn-lt"/>
                          <a:ea typeface="+mn-ea"/>
                          <a:cs typeface="+mn-cs"/>
                        </a:rPr>
                      </a:br>
                      <a:r>
                        <a:rPr lang="en-US" sz="1200" b="0" i="0" u="none" strike="noStrike">
                          <a:solidFill>
                            <a:srgbClr val="000000"/>
                          </a:solidFill>
                          <a:effectLst/>
                          <a:latin typeface="+mn-lt"/>
                          <a:ea typeface="+mn-ea"/>
                          <a:cs typeface="+mn-cs"/>
                        </a:rPr>
                        <a:t>Rewriting a critical component with substantial changes</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5</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6727309"/>
                  </a:ext>
                </a:extLst>
              </a:tr>
              <a:tr h="417025">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Adding a new feature in an existing module/</a:t>
                      </a:r>
                      <a:br>
                        <a:rPr lang="en-US" sz="1200" b="0" i="0" u="none" strike="noStrike">
                          <a:solidFill>
                            <a:srgbClr val="000000"/>
                          </a:solidFill>
                          <a:effectLst/>
                          <a:latin typeface="+mn-lt"/>
                          <a:ea typeface="+mn-ea"/>
                          <a:cs typeface="+mn-cs"/>
                        </a:rPr>
                      </a:br>
                      <a:r>
                        <a:rPr lang="en-US" sz="1200" b="0" i="0" u="none" strike="noStrike">
                          <a:solidFill>
                            <a:srgbClr val="000000"/>
                          </a:solidFill>
                          <a:effectLst/>
                          <a:latin typeface="+mn-lt"/>
                          <a:ea typeface="+mn-ea"/>
                          <a:cs typeface="+mn-cs"/>
                        </a:rPr>
                        <a:t>Modifying existing function/API or DB model/</a:t>
                      </a:r>
                      <a:br>
                        <a:rPr lang="en-US" sz="1200" b="0" i="0" u="none" strike="noStrike">
                          <a:solidFill>
                            <a:srgbClr val="000000"/>
                          </a:solidFill>
                          <a:effectLst/>
                          <a:latin typeface="+mn-lt"/>
                          <a:ea typeface="+mn-ea"/>
                          <a:cs typeface="+mn-cs"/>
                        </a:rPr>
                      </a:br>
                      <a:r>
                        <a:rPr lang="en-US" sz="1200" b="0" i="0" u="none" strike="noStrike">
                          <a:solidFill>
                            <a:srgbClr val="000000"/>
                          </a:solidFill>
                          <a:effectLst/>
                          <a:latin typeface="+mn-lt"/>
                          <a:ea typeface="+mn-ea"/>
                          <a:cs typeface="+mn-cs"/>
                        </a:rPr>
                        <a:t>Refactoring a significant portion of code</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8856845"/>
                  </a:ext>
                </a:extLst>
              </a:tr>
              <a:tr h="417025">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Bug fixes/ minor enhancements/ cosmetic adjustments/ Refactoring a small section of code for clarity/ Updating comments or documentation</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1</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012255"/>
                  </a:ext>
                </a:extLst>
              </a:tr>
              <a:tr h="139914">
                <a:tc rowSpan="3">
                  <a:txBody>
                    <a:bodyPr/>
                    <a:lstStyle/>
                    <a:p>
                      <a:pPr algn="ctr" fontAlgn="ctr"/>
                      <a:r>
                        <a:rPr lang="en-US" sz="1200" b="0" i="0" u="none" strike="noStrike" dirty="0">
                          <a:solidFill>
                            <a:srgbClr val="000000"/>
                          </a:solidFill>
                          <a:effectLst/>
                          <a:latin typeface="+mn-lt"/>
                          <a:ea typeface="+mn-ea"/>
                          <a:cs typeface="+mn-cs"/>
                        </a:rPr>
                        <a:t>Number of test cases/scenarios to be tested</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n-lt"/>
                          <a:ea typeface="+mn-ea"/>
                          <a:cs typeface="+mn-cs"/>
                        </a:rPr>
                        <a:t>10%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&gt;200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923813"/>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50-200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2025225"/>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&lt;50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1</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5909496"/>
                  </a:ext>
                </a:extLst>
              </a:tr>
              <a:tr h="139914">
                <a:tc rowSpan="3">
                  <a:txBody>
                    <a:bodyPr/>
                    <a:lstStyle/>
                    <a:p>
                      <a:pPr algn="ctr" fontAlgn="ctr"/>
                      <a:r>
                        <a:rPr lang="en-US" sz="1200" b="0" i="0" u="none" strike="noStrike">
                          <a:solidFill>
                            <a:srgbClr val="000000"/>
                          </a:solidFill>
                          <a:effectLst/>
                          <a:latin typeface="+mn-lt"/>
                          <a:ea typeface="+mn-ea"/>
                          <a:cs typeface="+mn-cs"/>
                        </a:rPr>
                        <a:t>Number of components (e.g., Web, app, database, DS, PT, etc.) impacted</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n-lt"/>
                          <a:ea typeface="+mn-ea"/>
                          <a:cs typeface="+mn-cs"/>
                        </a:rPr>
                        <a:t>10%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&gt;4</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098290"/>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2-4</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7218595"/>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1</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1</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5767003"/>
                  </a:ext>
                </a:extLst>
              </a:tr>
              <a:tr h="139914">
                <a:tc rowSpan="3">
                  <a:txBody>
                    <a:bodyPr/>
                    <a:lstStyle/>
                    <a:p>
                      <a:pPr algn="ctr" fontAlgn="ctr"/>
                      <a:r>
                        <a:rPr lang="en-US" sz="1200" b="0" i="0" u="none" strike="noStrike">
                          <a:solidFill>
                            <a:srgbClr val="000000"/>
                          </a:solidFill>
                          <a:effectLst/>
                          <a:latin typeface="+mn-lt"/>
                          <a:ea typeface="+mn-ea"/>
                          <a:cs typeface="+mn-cs"/>
                        </a:rPr>
                        <a:t>Number of internal interfaces impacted (e.g., Risk impacted due to a change in Trading)</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1200" b="0" i="0" u="none" strike="noStrike">
                          <a:solidFill>
                            <a:srgbClr val="000000"/>
                          </a:solidFill>
                          <a:effectLst/>
                          <a:latin typeface="+mn-lt"/>
                          <a:ea typeface="+mn-ea"/>
                          <a:cs typeface="+mn-cs"/>
                        </a:rPr>
                        <a:t>20%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&gt;2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0360371"/>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1-2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2</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6262665"/>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932329"/>
                  </a:ext>
                </a:extLst>
              </a:tr>
              <a:tr h="139914">
                <a:tc rowSpan="2">
                  <a:txBody>
                    <a:bodyPr/>
                    <a:lstStyle/>
                    <a:p>
                      <a:pPr algn="ctr" fontAlgn="ctr"/>
                      <a:r>
                        <a:rPr lang="en-US" sz="1200" b="0" i="0" u="none" strike="noStrike">
                          <a:solidFill>
                            <a:srgbClr val="000000"/>
                          </a:solidFill>
                          <a:effectLst/>
                          <a:latin typeface="+mn-lt"/>
                          <a:ea typeface="+mn-ea"/>
                          <a:cs typeface="+mn-cs"/>
                        </a:rPr>
                        <a:t>Impact on any external member/interface (e.g., ICCL)?</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a:solidFill>
                            <a:srgbClr val="000000"/>
                          </a:solidFill>
                          <a:effectLst/>
                          <a:latin typeface="+mn-lt"/>
                          <a:ea typeface="+mn-ea"/>
                          <a:cs typeface="+mn-cs"/>
                        </a:rPr>
                        <a:t>10%</a:t>
                      </a:r>
                    </a:p>
                  </a:txBody>
                  <a:tcPr marL="1793" marR="1793" marT="1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Yes</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3</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1578291"/>
                  </a:ext>
                </a:extLst>
              </a:tr>
              <a:tr h="139914">
                <a:tc vMerge="1">
                  <a:txBody>
                    <a:bodyPr/>
                    <a:lstStyle/>
                    <a:p>
                      <a:endParaRPr lang="en-US"/>
                    </a:p>
                  </a:txBody>
                  <a:tcPr/>
                </a:tc>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No</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mn-lt"/>
                          <a:ea typeface="+mn-ea"/>
                          <a:cs typeface="+mn-cs"/>
                        </a:rPr>
                        <a:t>0</a:t>
                      </a:r>
                    </a:p>
                  </a:txBody>
                  <a:tcPr marL="1793" marR="1793" marT="179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7375051"/>
                  </a:ext>
                </a:extLst>
              </a:tr>
            </a:tbl>
          </a:graphicData>
        </a:graphic>
      </p:graphicFrame>
      <p:graphicFrame>
        <p:nvGraphicFramePr>
          <p:cNvPr id="105" name="Table 104" hidden="1">
            <a:extLst>
              <a:ext uri="{FF2B5EF4-FFF2-40B4-BE49-F238E27FC236}">
                <a16:creationId xmlns:a16="http://schemas.microsoft.com/office/drawing/2014/main" id="{861B832A-53F7-9B0D-9F8B-AEC7FBC84B9B}"/>
              </a:ext>
            </a:extLst>
          </p:cNvPr>
          <p:cNvGraphicFramePr>
            <a:graphicFrameLocks noGrp="1"/>
          </p:cNvGraphicFramePr>
          <p:nvPr/>
        </p:nvGraphicFramePr>
        <p:xfrm>
          <a:off x="3881533" y="5448212"/>
          <a:ext cx="7755729" cy="1111208"/>
        </p:xfrm>
        <a:graphic>
          <a:graphicData uri="http://schemas.openxmlformats.org/drawingml/2006/table">
            <a:tbl>
              <a:tblPr/>
              <a:tblGrid>
                <a:gridCol w="2695346">
                  <a:extLst>
                    <a:ext uri="{9D8B030D-6E8A-4147-A177-3AD203B41FA5}">
                      <a16:colId xmlns:a16="http://schemas.microsoft.com/office/drawing/2014/main" val="3633161660"/>
                    </a:ext>
                  </a:extLst>
                </a:gridCol>
                <a:gridCol w="1717624">
                  <a:extLst>
                    <a:ext uri="{9D8B030D-6E8A-4147-A177-3AD203B41FA5}">
                      <a16:colId xmlns:a16="http://schemas.microsoft.com/office/drawing/2014/main" val="1638513888"/>
                    </a:ext>
                  </a:extLst>
                </a:gridCol>
                <a:gridCol w="2576435">
                  <a:extLst>
                    <a:ext uri="{9D8B030D-6E8A-4147-A177-3AD203B41FA5}">
                      <a16:colId xmlns:a16="http://schemas.microsoft.com/office/drawing/2014/main" val="3472696773"/>
                    </a:ext>
                  </a:extLst>
                </a:gridCol>
                <a:gridCol w="766324">
                  <a:extLst>
                    <a:ext uri="{9D8B030D-6E8A-4147-A177-3AD203B41FA5}">
                      <a16:colId xmlns:a16="http://schemas.microsoft.com/office/drawing/2014/main" val="3045823591"/>
                    </a:ext>
                  </a:extLst>
                </a:gridCol>
              </a:tblGrid>
              <a:tr h="417675">
                <a:tc rowSpan="4">
                  <a:txBody>
                    <a:bodyPr/>
                    <a:lstStyle/>
                    <a:p>
                      <a:pPr algn="l" fontAlgn="ctr"/>
                      <a:r>
                        <a:rPr lang="en-US" sz="1200" b="1" i="0" u="none" strike="noStrike">
                          <a:solidFill>
                            <a:srgbClr val="000000"/>
                          </a:solidFill>
                          <a:effectLst/>
                          <a:latin typeface="+mn-lt"/>
                          <a:ea typeface="+mn-ea"/>
                          <a:cs typeface="+mn-cs"/>
                        </a:rPr>
                        <a:t>Effort calculation</a:t>
                      </a:r>
                    </a:p>
                  </a:txBody>
                  <a:tcPr marL="3482" marR="3482" marT="34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mn-lt"/>
                          <a:ea typeface="+mn-ea"/>
                          <a:cs typeface="+mn-cs"/>
                        </a:rPr>
                        <a:t>Weighted score (out of 10)</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mn-lt"/>
                          <a:ea typeface="+mn-ea"/>
                          <a:cs typeface="+mn-cs"/>
                        </a:rPr>
                        <a:t>Effort</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mn-lt"/>
                          <a:ea typeface="+mn-ea"/>
                          <a:cs typeface="+mn-cs"/>
                        </a:rPr>
                        <a:t>Should typically translate to</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3300094"/>
                  </a:ext>
                </a:extLst>
              </a:tr>
              <a:tr h="140981">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&lt; 3.5</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Small</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&lt; 2 months</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160048"/>
                  </a:ext>
                </a:extLst>
              </a:tr>
              <a:tr h="140981">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3.5 - 7</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Medium</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2-4 months</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4852913"/>
                  </a:ext>
                </a:extLst>
              </a:tr>
              <a:tr h="140981">
                <a:tc vMerge="1">
                  <a:txBody>
                    <a:bodyPr/>
                    <a:lstStyle/>
                    <a:p>
                      <a:endParaRPr lang="en-US"/>
                    </a:p>
                  </a:txBody>
                  <a:tcPr/>
                </a:tc>
                <a:tc>
                  <a:txBody>
                    <a:bodyPr/>
                    <a:lstStyle/>
                    <a:p>
                      <a:pPr algn="l" fontAlgn="b"/>
                      <a:r>
                        <a:rPr lang="en-US" sz="1200" b="0" i="0" u="none" strike="noStrike">
                          <a:solidFill>
                            <a:srgbClr val="000000"/>
                          </a:solidFill>
                          <a:effectLst/>
                          <a:latin typeface="+mn-lt"/>
                          <a:ea typeface="+mn-ea"/>
                          <a:cs typeface="+mn-cs"/>
                        </a:rPr>
                        <a:t>&gt; 7</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Large</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mn-lt"/>
                          <a:ea typeface="+mn-ea"/>
                          <a:cs typeface="+mn-cs"/>
                        </a:rPr>
                        <a:t>&gt; 4 months</a:t>
                      </a:r>
                    </a:p>
                  </a:txBody>
                  <a:tcPr marL="3482" marR="3482" marT="348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2082132"/>
                  </a:ext>
                </a:extLst>
              </a:tr>
            </a:tbl>
          </a:graphicData>
        </a:graphic>
      </p:graphicFrame>
      <p:sp>
        <p:nvSpPr>
          <p:cNvPr id="101" name="TextBox 100">
            <a:extLst>
              <a:ext uri="{FF2B5EF4-FFF2-40B4-BE49-F238E27FC236}">
                <a16:creationId xmlns:a16="http://schemas.microsoft.com/office/drawing/2014/main" id="{EE2C0146-591A-38C1-043A-C3ACF76020F8}"/>
              </a:ext>
            </a:extLst>
          </p:cNvPr>
          <p:cNvSpPr txBox="1">
            <a:spLocks/>
          </p:cNvSpPr>
          <p:nvPr/>
        </p:nvSpPr>
        <p:spPr>
          <a:xfrm>
            <a:off x="3695702" y="324581"/>
            <a:ext cx="7941558"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Each IT change will be sized basis structured underlying levers to determine effort</a:t>
            </a:r>
          </a:p>
        </p:txBody>
      </p:sp>
      <p:cxnSp>
        <p:nvCxnSpPr>
          <p:cNvPr id="102" name="LineBasicStrong 25">
            <a:extLst>
              <a:ext uri="{FF2B5EF4-FFF2-40B4-BE49-F238E27FC236}">
                <a16:creationId xmlns:a16="http://schemas.microsoft.com/office/drawing/2014/main" id="{C14F1534-8D29-2BE1-B467-391E9669F639}"/>
              </a:ext>
            </a:extLst>
          </p:cNvPr>
          <p:cNvCxnSpPr>
            <a:cxnSpLocks/>
          </p:cNvCxnSpPr>
          <p:nvPr>
            <p:custDataLst>
              <p:tags r:id="rId2"/>
            </p:custDataLst>
          </p:nvPr>
        </p:nvCxnSpPr>
        <p:spPr>
          <a:xfrm>
            <a:off x="3695702" y="529757"/>
            <a:ext cx="794155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90B419E-6002-BBF2-C464-083FE3146FA0}"/>
              </a:ext>
            </a:extLst>
          </p:cNvPr>
          <p:cNvSpPr txBox="1">
            <a:spLocks/>
          </p:cNvSpPr>
          <p:nvPr/>
        </p:nvSpPr>
        <p:spPr>
          <a:xfrm>
            <a:off x="3695702" y="582260"/>
            <a:ext cx="2377262"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cs typeface="+mn-cs"/>
              </a:rPr>
              <a:t>Criteria</a:t>
            </a:r>
          </a:p>
        </p:txBody>
      </p:sp>
      <p:cxnSp>
        <p:nvCxnSpPr>
          <p:cNvPr id="115" name="GreyLineSeparatorStrong 115">
            <a:extLst>
              <a:ext uri="{FF2B5EF4-FFF2-40B4-BE49-F238E27FC236}">
                <a16:creationId xmlns:a16="http://schemas.microsoft.com/office/drawing/2014/main" id="{27E5F0CD-5C95-DE09-8C65-4239E356574B}"/>
              </a:ext>
            </a:extLst>
          </p:cNvPr>
          <p:cNvCxnSpPr>
            <a:cxnSpLocks/>
          </p:cNvCxnSpPr>
          <p:nvPr>
            <p:custDataLst>
              <p:tags r:id="rId3"/>
            </p:custDataLst>
          </p:nvPr>
        </p:nvCxnSpPr>
        <p:spPr>
          <a:xfrm>
            <a:off x="3695701" y="1103316"/>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1" name="GreyLineSeparatorStrong 115">
            <a:extLst>
              <a:ext uri="{FF2B5EF4-FFF2-40B4-BE49-F238E27FC236}">
                <a16:creationId xmlns:a16="http://schemas.microsoft.com/office/drawing/2014/main" id="{03E0C675-9546-DDDD-6839-7945382C58E1}"/>
              </a:ext>
            </a:extLst>
          </p:cNvPr>
          <p:cNvCxnSpPr>
            <a:cxnSpLocks/>
          </p:cNvCxnSpPr>
          <p:nvPr>
            <p:custDataLst>
              <p:tags r:id="rId4"/>
            </p:custDataLst>
          </p:nvPr>
        </p:nvCxnSpPr>
        <p:spPr>
          <a:xfrm>
            <a:off x="3695701" y="1598727"/>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GreyLineSeparatorStrong 115">
            <a:extLst>
              <a:ext uri="{FF2B5EF4-FFF2-40B4-BE49-F238E27FC236}">
                <a16:creationId xmlns:a16="http://schemas.microsoft.com/office/drawing/2014/main" id="{6C29E8C2-FE51-1842-29F9-DB106CF46426}"/>
              </a:ext>
            </a:extLst>
          </p:cNvPr>
          <p:cNvCxnSpPr>
            <a:cxnSpLocks/>
          </p:cNvCxnSpPr>
          <p:nvPr>
            <p:custDataLst>
              <p:tags r:id="rId5"/>
            </p:custDataLst>
          </p:nvPr>
        </p:nvCxnSpPr>
        <p:spPr>
          <a:xfrm>
            <a:off x="3695701" y="2586581"/>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9" name="GreyLineSeparatorStrong 115">
            <a:extLst>
              <a:ext uri="{FF2B5EF4-FFF2-40B4-BE49-F238E27FC236}">
                <a16:creationId xmlns:a16="http://schemas.microsoft.com/office/drawing/2014/main" id="{95C89D01-3517-E5F0-838F-9663FA699164}"/>
              </a:ext>
            </a:extLst>
          </p:cNvPr>
          <p:cNvCxnSpPr>
            <a:cxnSpLocks/>
          </p:cNvCxnSpPr>
          <p:nvPr>
            <p:custDataLst>
              <p:tags r:id="rId6"/>
            </p:custDataLst>
          </p:nvPr>
        </p:nvCxnSpPr>
        <p:spPr>
          <a:xfrm>
            <a:off x="3695701" y="3081992"/>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GreyLineSeparatorStrong 115">
            <a:extLst>
              <a:ext uri="{FF2B5EF4-FFF2-40B4-BE49-F238E27FC236}">
                <a16:creationId xmlns:a16="http://schemas.microsoft.com/office/drawing/2014/main" id="{7AC91B3A-5530-A28F-8F0E-24643DAE3C79}"/>
              </a:ext>
            </a:extLst>
          </p:cNvPr>
          <p:cNvCxnSpPr>
            <a:cxnSpLocks/>
          </p:cNvCxnSpPr>
          <p:nvPr>
            <p:custDataLst>
              <p:tags r:id="rId7"/>
            </p:custDataLst>
          </p:nvPr>
        </p:nvCxnSpPr>
        <p:spPr>
          <a:xfrm>
            <a:off x="3695701" y="3577403"/>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5" name="GreyLineSeparatorStrong 115">
            <a:extLst>
              <a:ext uri="{FF2B5EF4-FFF2-40B4-BE49-F238E27FC236}">
                <a16:creationId xmlns:a16="http://schemas.microsoft.com/office/drawing/2014/main" id="{63D06904-883E-D1C4-BF9A-5DE30BD98F43}"/>
              </a:ext>
            </a:extLst>
          </p:cNvPr>
          <p:cNvCxnSpPr>
            <a:cxnSpLocks/>
          </p:cNvCxnSpPr>
          <p:nvPr>
            <p:custDataLst>
              <p:tags r:id="rId8"/>
            </p:custDataLst>
          </p:nvPr>
        </p:nvCxnSpPr>
        <p:spPr>
          <a:xfrm>
            <a:off x="3695701" y="4072814"/>
            <a:ext cx="7941559"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BF4C5CE-429A-F370-EE38-60E18A155E46}"/>
              </a:ext>
            </a:extLst>
          </p:cNvPr>
          <p:cNvSpPr txBox="1">
            <a:spLocks/>
          </p:cNvSpPr>
          <p:nvPr/>
        </p:nvSpPr>
        <p:spPr>
          <a:xfrm>
            <a:off x="7179925" y="582260"/>
            <a:ext cx="3946019"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cs typeface="+mn-cs"/>
              </a:rPr>
              <a:t>Value</a:t>
            </a:r>
          </a:p>
        </p:txBody>
      </p:sp>
      <p:sp>
        <p:nvSpPr>
          <p:cNvPr id="6" name="TextBox 5">
            <a:extLst>
              <a:ext uri="{FF2B5EF4-FFF2-40B4-BE49-F238E27FC236}">
                <a16:creationId xmlns:a16="http://schemas.microsoft.com/office/drawing/2014/main" id="{C878BC01-A82A-183B-7B62-71401C49FBD5}"/>
              </a:ext>
            </a:extLst>
          </p:cNvPr>
          <p:cNvSpPr txBox="1">
            <a:spLocks/>
          </p:cNvSpPr>
          <p:nvPr/>
        </p:nvSpPr>
        <p:spPr>
          <a:xfrm>
            <a:off x="11197785" y="582260"/>
            <a:ext cx="439475"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Score</a:t>
            </a:r>
          </a:p>
        </p:txBody>
      </p:sp>
      <p:grpSp>
        <p:nvGrpSpPr>
          <p:cNvPr id="60" name="Group 59">
            <a:extLst>
              <a:ext uri="{FF2B5EF4-FFF2-40B4-BE49-F238E27FC236}">
                <a16:creationId xmlns:a16="http://schemas.microsoft.com/office/drawing/2014/main" id="{3F8AC951-E885-4325-C466-72C15808EFD6}"/>
              </a:ext>
            </a:extLst>
          </p:cNvPr>
          <p:cNvGrpSpPr/>
          <p:nvPr/>
        </p:nvGrpSpPr>
        <p:grpSpPr>
          <a:xfrm>
            <a:off x="7179925" y="958287"/>
            <a:ext cx="4457335" cy="124921"/>
            <a:chOff x="7179925" y="982895"/>
            <a:chExt cx="4457335" cy="124921"/>
          </a:xfrm>
        </p:grpSpPr>
        <p:sp>
          <p:nvSpPr>
            <p:cNvPr id="14" name="TextBox 13">
              <a:extLst>
                <a:ext uri="{FF2B5EF4-FFF2-40B4-BE49-F238E27FC236}">
                  <a16:creationId xmlns:a16="http://schemas.microsoft.com/office/drawing/2014/main" id="{18C3179C-C099-6A30-D8DD-765A5DC3D76F}"/>
                </a:ext>
              </a:extLst>
            </p:cNvPr>
            <p:cNvSpPr txBox="1">
              <a:spLocks/>
            </p:cNvSpPr>
            <p:nvPr/>
          </p:nvSpPr>
          <p:spPr>
            <a:xfrm>
              <a:off x="7179925" y="982895"/>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No</a:t>
              </a:r>
            </a:p>
          </p:txBody>
        </p:sp>
        <p:sp>
          <p:nvSpPr>
            <p:cNvPr id="15" name="TextBox 14">
              <a:extLst>
                <a:ext uri="{FF2B5EF4-FFF2-40B4-BE49-F238E27FC236}">
                  <a16:creationId xmlns:a16="http://schemas.microsoft.com/office/drawing/2014/main" id="{02BA2A56-2231-B6B0-77CA-1F048C9DC0EA}"/>
                </a:ext>
              </a:extLst>
            </p:cNvPr>
            <p:cNvSpPr txBox="1">
              <a:spLocks/>
            </p:cNvSpPr>
            <p:nvPr/>
          </p:nvSpPr>
          <p:spPr>
            <a:xfrm>
              <a:off x="11197785" y="982895"/>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0</a:t>
              </a:r>
            </a:p>
          </p:txBody>
        </p:sp>
      </p:grpSp>
      <p:grpSp>
        <p:nvGrpSpPr>
          <p:cNvPr id="68" name="Group 67">
            <a:extLst>
              <a:ext uri="{FF2B5EF4-FFF2-40B4-BE49-F238E27FC236}">
                <a16:creationId xmlns:a16="http://schemas.microsoft.com/office/drawing/2014/main" id="{95C93540-52AE-9B58-006D-8FACE698B1ED}"/>
              </a:ext>
            </a:extLst>
          </p:cNvPr>
          <p:cNvGrpSpPr/>
          <p:nvPr/>
        </p:nvGrpSpPr>
        <p:grpSpPr>
          <a:xfrm>
            <a:off x="7179925" y="1288561"/>
            <a:ext cx="4457335" cy="124921"/>
            <a:chOff x="7179925" y="1333809"/>
            <a:chExt cx="4457335" cy="124921"/>
          </a:xfrm>
        </p:grpSpPr>
        <p:sp>
          <p:nvSpPr>
            <p:cNvPr id="22" name="TextBox 21">
              <a:extLst>
                <a:ext uri="{FF2B5EF4-FFF2-40B4-BE49-F238E27FC236}">
                  <a16:creationId xmlns:a16="http://schemas.microsoft.com/office/drawing/2014/main" id="{3432B10F-15B3-7BD5-D5BC-51BFEE3AD6CB}"/>
                </a:ext>
              </a:extLst>
            </p:cNvPr>
            <p:cNvSpPr txBox="1">
              <a:spLocks/>
            </p:cNvSpPr>
            <p:nvPr/>
          </p:nvSpPr>
          <p:spPr>
            <a:xfrm>
              <a:off x="7179925" y="1333809"/>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1000 - 5000</a:t>
              </a:r>
            </a:p>
          </p:txBody>
        </p:sp>
        <p:sp>
          <p:nvSpPr>
            <p:cNvPr id="23" name="TextBox 22">
              <a:extLst>
                <a:ext uri="{FF2B5EF4-FFF2-40B4-BE49-F238E27FC236}">
                  <a16:creationId xmlns:a16="http://schemas.microsoft.com/office/drawing/2014/main" id="{4D9756BA-A4BA-BAFD-D06A-5DA2EB6EAF1D}"/>
                </a:ext>
              </a:extLst>
            </p:cNvPr>
            <p:cNvSpPr txBox="1">
              <a:spLocks/>
            </p:cNvSpPr>
            <p:nvPr/>
          </p:nvSpPr>
          <p:spPr>
            <a:xfrm>
              <a:off x="11197785" y="1333809"/>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a:t>
              </a:r>
            </a:p>
          </p:txBody>
        </p:sp>
      </p:grpSp>
      <p:grpSp>
        <p:nvGrpSpPr>
          <p:cNvPr id="69" name="Group 68">
            <a:extLst>
              <a:ext uri="{FF2B5EF4-FFF2-40B4-BE49-F238E27FC236}">
                <a16:creationId xmlns:a16="http://schemas.microsoft.com/office/drawing/2014/main" id="{38A49EBC-156D-B207-171C-E2F2B84BD217}"/>
              </a:ext>
            </a:extLst>
          </p:cNvPr>
          <p:cNvGrpSpPr/>
          <p:nvPr/>
        </p:nvGrpSpPr>
        <p:grpSpPr>
          <a:xfrm>
            <a:off x="7179925" y="1453698"/>
            <a:ext cx="4457335" cy="124921"/>
            <a:chOff x="7179925" y="1509266"/>
            <a:chExt cx="4457335" cy="124921"/>
          </a:xfrm>
        </p:grpSpPr>
        <p:sp>
          <p:nvSpPr>
            <p:cNvPr id="26" name="TextBox 25">
              <a:extLst>
                <a:ext uri="{FF2B5EF4-FFF2-40B4-BE49-F238E27FC236}">
                  <a16:creationId xmlns:a16="http://schemas.microsoft.com/office/drawing/2014/main" id="{00C0A64D-5E85-D909-8745-5091624F3AEA}"/>
                </a:ext>
              </a:extLst>
            </p:cNvPr>
            <p:cNvSpPr txBox="1">
              <a:spLocks/>
            </p:cNvSpPr>
            <p:nvPr/>
          </p:nvSpPr>
          <p:spPr>
            <a:xfrm>
              <a:off x="7179925" y="1509266"/>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&lt;1000</a:t>
              </a:r>
            </a:p>
          </p:txBody>
        </p:sp>
        <p:sp>
          <p:nvSpPr>
            <p:cNvPr id="27" name="TextBox 26">
              <a:extLst>
                <a:ext uri="{FF2B5EF4-FFF2-40B4-BE49-F238E27FC236}">
                  <a16:creationId xmlns:a16="http://schemas.microsoft.com/office/drawing/2014/main" id="{6265FEE4-4E07-843D-631B-C7D6310CFEF6}"/>
                </a:ext>
              </a:extLst>
            </p:cNvPr>
            <p:cNvSpPr txBox="1">
              <a:spLocks/>
            </p:cNvSpPr>
            <p:nvPr/>
          </p:nvSpPr>
          <p:spPr>
            <a:xfrm>
              <a:off x="11197785" y="1509266"/>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a:t>
              </a:r>
            </a:p>
          </p:txBody>
        </p:sp>
      </p:grpSp>
      <p:grpSp>
        <p:nvGrpSpPr>
          <p:cNvPr id="73" name="Group 72">
            <a:extLst>
              <a:ext uri="{FF2B5EF4-FFF2-40B4-BE49-F238E27FC236}">
                <a16:creationId xmlns:a16="http://schemas.microsoft.com/office/drawing/2014/main" id="{9BAD2CF0-3BAF-7856-25C9-08103EAC5F5F}"/>
              </a:ext>
            </a:extLst>
          </p:cNvPr>
          <p:cNvGrpSpPr/>
          <p:nvPr/>
        </p:nvGrpSpPr>
        <p:grpSpPr>
          <a:xfrm>
            <a:off x="7179925" y="2030193"/>
            <a:ext cx="4457335" cy="248032"/>
            <a:chOff x="7179925" y="2106401"/>
            <a:chExt cx="4457335" cy="248032"/>
          </a:xfrm>
        </p:grpSpPr>
        <p:sp>
          <p:nvSpPr>
            <p:cNvPr id="34" name="TextBox 33">
              <a:extLst>
                <a:ext uri="{FF2B5EF4-FFF2-40B4-BE49-F238E27FC236}">
                  <a16:creationId xmlns:a16="http://schemas.microsoft.com/office/drawing/2014/main" id="{9A8DFA15-B8E6-C347-AFCD-A4F27F22AD98}"/>
                </a:ext>
              </a:extLst>
            </p:cNvPr>
            <p:cNvSpPr txBox="1">
              <a:spLocks/>
            </p:cNvSpPr>
            <p:nvPr/>
          </p:nvSpPr>
          <p:spPr>
            <a:xfrm>
              <a:off x="7179925" y="2106401"/>
              <a:ext cx="3946019" cy="248032"/>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Adding a new feature in an existing module/</a:t>
              </a:r>
              <a:br>
                <a:rPr lang="en-US" sz="800">
                  <a:cs typeface="+mn-cs"/>
                </a:rPr>
              </a:br>
              <a:r>
                <a:rPr lang="en-US" sz="800">
                  <a:cs typeface="+mn-cs"/>
                </a:rPr>
                <a:t>Modifying existing function/API or database schema</a:t>
              </a:r>
              <a:endParaRPr lang="en-US" sz="800">
                <a:solidFill>
                  <a:srgbClr val="FF0000"/>
                </a:solidFill>
                <a:cs typeface="+mn-cs"/>
              </a:endParaRPr>
            </a:p>
          </p:txBody>
        </p:sp>
        <p:sp>
          <p:nvSpPr>
            <p:cNvPr id="35" name="TextBox 34">
              <a:extLst>
                <a:ext uri="{FF2B5EF4-FFF2-40B4-BE49-F238E27FC236}">
                  <a16:creationId xmlns:a16="http://schemas.microsoft.com/office/drawing/2014/main" id="{2AD4E1D6-209F-3C04-39E6-56A221B72C12}"/>
                </a:ext>
              </a:extLst>
            </p:cNvPr>
            <p:cNvSpPr txBox="1">
              <a:spLocks/>
            </p:cNvSpPr>
            <p:nvPr/>
          </p:nvSpPr>
          <p:spPr>
            <a:xfrm>
              <a:off x="11197785" y="2106401"/>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a:t>
              </a:r>
            </a:p>
          </p:txBody>
        </p:sp>
      </p:grpSp>
      <p:grpSp>
        <p:nvGrpSpPr>
          <p:cNvPr id="79" name="Group 78">
            <a:extLst>
              <a:ext uri="{FF2B5EF4-FFF2-40B4-BE49-F238E27FC236}">
                <a16:creationId xmlns:a16="http://schemas.microsoft.com/office/drawing/2014/main" id="{270215F4-92B1-26B0-EBB5-134954E9333F}"/>
              </a:ext>
            </a:extLst>
          </p:cNvPr>
          <p:cNvGrpSpPr/>
          <p:nvPr/>
        </p:nvGrpSpPr>
        <p:grpSpPr>
          <a:xfrm>
            <a:off x="7179925" y="2318441"/>
            <a:ext cx="4457335" cy="248032"/>
            <a:chOff x="7179925" y="2404969"/>
            <a:chExt cx="4457335" cy="248032"/>
          </a:xfrm>
        </p:grpSpPr>
        <p:sp>
          <p:nvSpPr>
            <p:cNvPr id="38" name="TextBox 37">
              <a:extLst>
                <a:ext uri="{FF2B5EF4-FFF2-40B4-BE49-F238E27FC236}">
                  <a16:creationId xmlns:a16="http://schemas.microsoft.com/office/drawing/2014/main" id="{71C06A09-891D-EE82-7B31-7D6F759B14F4}"/>
                </a:ext>
              </a:extLst>
            </p:cNvPr>
            <p:cNvSpPr txBox="1">
              <a:spLocks/>
            </p:cNvSpPr>
            <p:nvPr/>
          </p:nvSpPr>
          <p:spPr>
            <a:xfrm>
              <a:off x="7179925" y="2404969"/>
              <a:ext cx="3946019" cy="248032"/>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Bug fixes/ minor enhancements/ cosmetic adjustments/ Refactoring a small section of code for clarity/ updating comments or documentation</a:t>
              </a:r>
            </a:p>
          </p:txBody>
        </p:sp>
        <p:sp>
          <p:nvSpPr>
            <p:cNvPr id="39" name="TextBox 38">
              <a:extLst>
                <a:ext uri="{FF2B5EF4-FFF2-40B4-BE49-F238E27FC236}">
                  <a16:creationId xmlns:a16="http://schemas.microsoft.com/office/drawing/2014/main" id="{DC391B29-E8CA-A946-5EB6-69D2B84E6060}"/>
                </a:ext>
              </a:extLst>
            </p:cNvPr>
            <p:cNvSpPr txBox="1">
              <a:spLocks/>
            </p:cNvSpPr>
            <p:nvPr/>
          </p:nvSpPr>
          <p:spPr>
            <a:xfrm>
              <a:off x="11197785" y="2404969"/>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a:t>
              </a:r>
            </a:p>
          </p:txBody>
        </p:sp>
      </p:grpSp>
      <p:grpSp>
        <p:nvGrpSpPr>
          <p:cNvPr id="84" name="Group 83">
            <a:extLst>
              <a:ext uri="{FF2B5EF4-FFF2-40B4-BE49-F238E27FC236}">
                <a16:creationId xmlns:a16="http://schemas.microsoft.com/office/drawing/2014/main" id="{B404DC43-11D9-C7DB-1EF0-403BD440C3AB}"/>
              </a:ext>
            </a:extLst>
          </p:cNvPr>
          <p:cNvGrpSpPr/>
          <p:nvPr/>
        </p:nvGrpSpPr>
        <p:grpSpPr>
          <a:xfrm>
            <a:off x="7179925" y="2771826"/>
            <a:ext cx="4457335" cy="124921"/>
            <a:chOff x="7179925" y="2878994"/>
            <a:chExt cx="4457335" cy="124921"/>
          </a:xfrm>
        </p:grpSpPr>
        <p:sp>
          <p:nvSpPr>
            <p:cNvPr id="46" name="TextBox 45">
              <a:extLst>
                <a:ext uri="{FF2B5EF4-FFF2-40B4-BE49-F238E27FC236}">
                  <a16:creationId xmlns:a16="http://schemas.microsoft.com/office/drawing/2014/main" id="{B15C0BAD-88F6-1AB0-84F6-1755C29F54BA}"/>
                </a:ext>
              </a:extLst>
            </p:cNvPr>
            <p:cNvSpPr txBox="1">
              <a:spLocks/>
            </p:cNvSpPr>
            <p:nvPr/>
          </p:nvSpPr>
          <p:spPr>
            <a:xfrm>
              <a:off x="7179925" y="2878994"/>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50-200</a:t>
              </a:r>
            </a:p>
          </p:txBody>
        </p:sp>
        <p:sp>
          <p:nvSpPr>
            <p:cNvPr id="47" name="TextBox 46">
              <a:extLst>
                <a:ext uri="{FF2B5EF4-FFF2-40B4-BE49-F238E27FC236}">
                  <a16:creationId xmlns:a16="http://schemas.microsoft.com/office/drawing/2014/main" id="{CEC9C08C-034E-6BF7-1FE7-5A69035BDAC5}"/>
                </a:ext>
              </a:extLst>
            </p:cNvPr>
            <p:cNvSpPr txBox="1">
              <a:spLocks/>
            </p:cNvSpPr>
            <p:nvPr/>
          </p:nvSpPr>
          <p:spPr>
            <a:xfrm>
              <a:off x="11197785" y="2878994"/>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a:t>
              </a:r>
            </a:p>
          </p:txBody>
        </p:sp>
      </p:grpSp>
      <p:grpSp>
        <p:nvGrpSpPr>
          <p:cNvPr id="87" name="Group 86">
            <a:extLst>
              <a:ext uri="{FF2B5EF4-FFF2-40B4-BE49-F238E27FC236}">
                <a16:creationId xmlns:a16="http://schemas.microsoft.com/office/drawing/2014/main" id="{1D14A469-6783-5CC6-BEDB-E5490A352C35}"/>
              </a:ext>
            </a:extLst>
          </p:cNvPr>
          <p:cNvGrpSpPr/>
          <p:nvPr/>
        </p:nvGrpSpPr>
        <p:grpSpPr>
          <a:xfrm>
            <a:off x="7179925" y="2936963"/>
            <a:ext cx="4457335" cy="124921"/>
            <a:chOff x="7179925" y="3054451"/>
            <a:chExt cx="4457335" cy="124921"/>
          </a:xfrm>
        </p:grpSpPr>
        <p:sp>
          <p:nvSpPr>
            <p:cNvPr id="50" name="TextBox 49">
              <a:extLst>
                <a:ext uri="{FF2B5EF4-FFF2-40B4-BE49-F238E27FC236}">
                  <a16:creationId xmlns:a16="http://schemas.microsoft.com/office/drawing/2014/main" id="{45C692B2-691A-1F55-D98D-79E6B869A7D4}"/>
                </a:ext>
              </a:extLst>
            </p:cNvPr>
            <p:cNvSpPr txBox="1">
              <a:spLocks/>
            </p:cNvSpPr>
            <p:nvPr/>
          </p:nvSpPr>
          <p:spPr>
            <a:xfrm>
              <a:off x="7179925" y="3054451"/>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&lt;50</a:t>
              </a:r>
            </a:p>
          </p:txBody>
        </p:sp>
        <p:sp>
          <p:nvSpPr>
            <p:cNvPr id="51" name="TextBox 50">
              <a:extLst>
                <a:ext uri="{FF2B5EF4-FFF2-40B4-BE49-F238E27FC236}">
                  <a16:creationId xmlns:a16="http://schemas.microsoft.com/office/drawing/2014/main" id="{BCEC6539-1DF6-0AC6-C44B-FADE3188DD81}"/>
                </a:ext>
              </a:extLst>
            </p:cNvPr>
            <p:cNvSpPr txBox="1">
              <a:spLocks/>
            </p:cNvSpPr>
            <p:nvPr/>
          </p:nvSpPr>
          <p:spPr>
            <a:xfrm>
              <a:off x="11197785" y="3054451"/>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a:t>
              </a:r>
            </a:p>
          </p:txBody>
        </p:sp>
      </p:grpSp>
      <p:grpSp>
        <p:nvGrpSpPr>
          <p:cNvPr id="89" name="Group 88">
            <a:extLst>
              <a:ext uri="{FF2B5EF4-FFF2-40B4-BE49-F238E27FC236}">
                <a16:creationId xmlns:a16="http://schemas.microsoft.com/office/drawing/2014/main" id="{7D1892FA-A4D5-CB98-2554-9E2B8A9D3E4C}"/>
              </a:ext>
            </a:extLst>
          </p:cNvPr>
          <p:cNvGrpSpPr/>
          <p:nvPr/>
        </p:nvGrpSpPr>
        <p:grpSpPr>
          <a:xfrm>
            <a:off x="7179925" y="3267237"/>
            <a:ext cx="4457335" cy="124921"/>
            <a:chOff x="7179925" y="3405365"/>
            <a:chExt cx="4457335" cy="124921"/>
          </a:xfrm>
        </p:grpSpPr>
        <p:sp>
          <p:nvSpPr>
            <p:cNvPr id="58" name="TextBox 57">
              <a:extLst>
                <a:ext uri="{FF2B5EF4-FFF2-40B4-BE49-F238E27FC236}">
                  <a16:creationId xmlns:a16="http://schemas.microsoft.com/office/drawing/2014/main" id="{B6413AF9-0DD3-532B-6CBC-88B34757288D}"/>
                </a:ext>
              </a:extLst>
            </p:cNvPr>
            <p:cNvSpPr txBox="1">
              <a:spLocks/>
            </p:cNvSpPr>
            <p:nvPr/>
          </p:nvSpPr>
          <p:spPr>
            <a:xfrm>
              <a:off x="7179925" y="3405365"/>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2-4</a:t>
              </a:r>
            </a:p>
          </p:txBody>
        </p:sp>
        <p:sp>
          <p:nvSpPr>
            <p:cNvPr id="59" name="TextBox 58">
              <a:extLst>
                <a:ext uri="{FF2B5EF4-FFF2-40B4-BE49-F238E27FC236}">
                  <a16:creationId xmlns:a16="http://schemas.microsoft.com/office/drawing/2014/main" id="{572FE3B0-35EB-793D-4C6C-234BACBFC2F5}"/>
                </a:ext>
              </a:extLst>
            </p:cNvPr>
            <p:cNvSpPr txBox="1">
              <a:spLocks/>
            </p:cNvSpPr>
            <p:nvPr/>
          </p:nvSpPr>
          <p:spPr>
            <a:xfrm>
              <a:off x="11197785" y="3405365"/>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a:t>
              </a:r>
            </a:p>
          </p:txBody>
        </p:sp>
      </p:grpSp>
      <p:grpSp>
        <p:nvGrpSpPr>
          <p:cNvPr id="90" name="Group 89">
            <a:extLst>
              <a:ext uri="{FF2B5EF4-FFF2-40B4-BE49-F238E27FC236}">
                <a16:creationId xmlns:a16="http://schemas.microsoft.com/office/drawing/2014/main" id="{11163E7A-1406-1EC6-C867-C2FCE0546C90}"/>
              </a:ext>
            </a:extLst>
          </p:cNvPr>
          <p:cNvGrpSpPr/>
          <p:nvPr/>
        </p:nvGrpSpPr>
        <p:grpSpPr>
          <a:xfrm>
            <a:off x="7179925" y="3432374"/>
            <a:ext cx="4457335" cy="124921"/>
            <a:chOff x="7179925" y="3580822"/>
            <a:chExt cx="4457335" cy="124921"/>
          </a:xfrm>
        </p:grpSpPr>
        <p:sp>
          <p:nvSpPr>
            <p:cNvPr id="62" name="TextBox 61">
              <a:extLst>
                <a:ext uri="{FF2B5EF4-FFF2-40B4-BE49-F238E27FC236}">
                  <a16:creationId xmlns:a16="http://schemas.microsoft.com/office/drawing/2014/main" id="{CBC9A1E0-DBA1-B174-16C4-4081FC3BAC88}"/>
                </a:ext>
              </a:extLst>
            </p:cNvPr>
            <p:cNvSpPr txBox="1">
              <a:spLocks/>
            </p:cNvSpPr>
            <p:nvPr/>
          </p:nvSpPr>
          <p:spPr>
            <a:xfrm>
              <a:off x="7179925" y="3580822"/>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1</a:t>
              </a:r>
            </a:p>
          </p:txBody>
        </p:sp>
        <p:sp>
          <p:nvSpPr>
            <p:cNvPr id="63" name="TextBox 62">
              <a:extLst>
                <a:ext uri="{FF2B5EF4-FFF2-40B4-BE49-F238E27FC236}">
                  <a16:creationId xmlns:a16="http://schemas.microsoft.com/office/drawing/2014/main" id="{F245F7F8-8DC7-E6D8-54C5-0019B53477AB}"/>
                </a:ext>
              </a:extLst>
            </p:cNvPr>
            <p:cNvSpPr txBox="1">
              <a:spLocks/>
            </p:cNvSpPr>
            <p:nvPr/>
          </p:nvSpPr>
          <p:spPr>
            <a:xfrm>
              <a:off x="11197785" y="3580822"/>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a:t>
              </a:r>
            </a:p>
          </p:txBody>
        </p:sp>
      </p:grpSp>
      <p:grpSp>
        <p:nvGrpSpPr>
          <p:cNvPr id="92" name="Group 91">
            <a:extLst>
              <a:ext uri="{FF2B5EF4-FFF2-40B4-BE49-F238E27FC236}">
                <a16:creationId xmlns:a16="http://schemas.microsoft.com/office/drawing/2014/main" id="{36776227-18CB-8E66-6525-616FF5CA7CD6}"/>
              </a:ext>
            </a:extLst>
          </p:cNvPr>
          <p:cNvGrpSpPr/>
          <p:nvPr/>
        </p:nvGrpSpPr>
        <p:grpSpPr>
          <a:xfrm>
            <a:off x="7179925" y="3762648"/>
            <a:ext cx="4457335" cy="124921"/>
            <a:chOff x="7179925" y="3931736"/>
            <a:chExt cx="4457335" cy="124921"/>
          </a:xfrm>
        </p:grpSpPr>
        <p:sp>
          <p:nvSpPr>
            <p:cNvPr id="70" name="TextBox 69">
              <a:extLst>
                <a:ext uri="{FF2B5EF4-FFF2-40B4-BE49-F238E27FC236}">
                  <a16:creationId xmlns:a16="http://schemas.microsoft.com/office/drawing/2014/main" id="{BA774345-4DAA-011C-D60D-C42FA16043D2}"/>
                </a:ext>
              </a:extLst>
            </p:cNvPr>
            <p:cNvSpPr txBox="1">
              <a:spLocks/>
            </p:cNvSpPr>
            <p:nvPr/>
          </p:nvSpPr>
          <p:spPr>
            <a:xfrm>
              <a:off x="7179925" y="3931736"/>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1-2</a:t>
              </a:r>
            </a:p>
          </p:txBody>
        </p:sp>
        <p:sp>
          <p:nvSpPr>
            <p:cNvPr id="71" name="TextBox 70">
              <a:extLst>
                <a:ext uri="{FF2B5EF4-FFF2-40B4-BE49-F238E27FC236}">
                  <a16:creationId xmlns:a16="http://schemas.microsoft.com/office/drawing/2014/main" id="{175ADFFF-8AD5-218F-82F7-1D3121C8B7AB}"/>
                </a:ext>
              </a:extLst>
            </p:cNvPr>
            <p:cNvSpPr txBox="1">
              <a:spLocks/>
            </p:cNvSpPr>
            <p:nvPr/>
          </p:nvSpPr>
          <p:spPr>
            <a:xfrm>
              <a:off x="11197785" y="3931736"/>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a:t>
              </a:r>
            </a:p>
          </p:txBody>
        </p:sp>
      </p:grpSp>
      <p:grpSp>
        <p:nvGrpSpPr>
          <p:cNvPr id="93" name="Group 92">
            <a:extLst>
              <a:ext uri="{FF2B5EF4-FFF2-40B4-BE49-F238E27FC236}">
                <a16:creationId xmlns:a16="http://schemas.microsoft.com/office/drawing/2014/main" id="{E128E189-EDBB-E19E-9F48-222FFECF68EE}"/>
              </a:ext>
            </a:extLst>
          </p:cNvPr>
          <p:cNvGrpSpPr/>
          <p:nvPr/>
        </p:nvGrpSpPr>
        <p:grpSpPr>
          <a:xfrm>
            <a:off x="7179925" y="3927785"/>
            <a:ext cx="4457335" cy="124921"/>
            <a:chOff x="7179925" y="4107193"/>
            <a:chExt cx="4457335" cy="124921"/>
          </a:xfrm>
        </p:grpSpPr>
        <p:sp>
          <p:nvSpPr>
            <p:cNvPr id="75" name="TextBox 74">
              <a:extLst>
                <a:ext uri="{FF2B5EF4-FFF2-40B4-BE49-F238E27FC236}">
                  <a16:creationId xmlns:a16="http://schemas.microsoft.com/office/drawing/2014/main" id="{ECC179C8-9CAA-AFD8-307F-C6D768CD276B}"/>
                </a:ext>
              </a:extLst>
            </p:cNvPr>
            <p:cNvSpPr txBox="1">
              <a:spLocks/>
            </p:cNvSpPr>
            <p:nvPr/>
          </p:nvSpPr>
          <p:spPr>
            <a:xfrm>
              <a:off x="7179925" y="4107193"/>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0</a:t>
              </a:r>
            </a:p>
          </p:txBody>
        </p:sp>
        <p:sp>
          <p:nvSpPr>
            <p:cNvPr id="76" name="TextBox 75">
              <a:extLst>
                <a:ext uri="{FF2B5EF4-FFF2-40B4-BE49-F238E27FC236}">
                  <a16:creationId xmlns:a16="http://schemas.microsoft.com/office/drawing/2014/main" id="{E9DE1FA0-CEB4-FF44-28A6-D633A9EDD460}"/>
                </a:ext>
              </a:extLst>
            </p:cNvPr>
            <p:cNvSpPr txBox="1">
              <a:spLocks/>
            </p:cNvSpPr>
            <p:nvPr/>
          </p:nvSpPr>
          <p:spPr>
            <a:xfrm>
              <a:off x="11197785" y="4107193"/>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0</a:t>
              </a:r>
            </a:p>
          </p:txBody>
        </p:sp>
      </p:grpSp>
      <p:grpSp>
        <p:nvGrpSpPr>
          <p:cNvPr id="99" name="Group 98">
            <a:extLst>
              <a:ext uri="{FF2B5EF4-FFF2-40B4-BE49-F238E27FC236}">
                <a16:creationId xmlns:a16="http://schemas.microsoft.com/office/drawing/2014/main" id="{72F44E7C-78CC-43CE-34AE-E97B37F06A11}"/>
              </a:ext>
            </a:extLst>
          </p:cNvPr>
          <p:cNvGrpSpPr/>
          <p:nvPr/>
        </p:nvGrpSpPr>
        <p:grpSpPr>
          <a:xfrm>
            <a:off x="7179925" y="4258075"/>
            <a:ext cx="4457335" cy="124921"/>
            <a:chOff x="7179925" y="4458107"/>
            <a:chExt cx="4457335" cy="124921"/>
          </a:xfrm>
        </p:grpSpPr>
        <p:sp>
          <p:nvSpPr>
            <p:cNvPr id="85" name="TextBox 84">
              <a:extLst>
                <a:ext uri="{FF2B5EF4-FFF2-40B4-BE49-F238E27FC236}">
                  <a16:creationId xmlns:a16="http://schemas.microsoft.com/office/drawing/2014/main" id="{89ED6D04-2953-C143-FA06-465301BEB80D}"/>
                </a:ext>
              </a:extLst>
            </p:cNvPr>
            <p:cNvSpPr txBox="1">
              <a:spLocks/>
            </p:cNvSpPr>
            <p:nvPr/>
          </p:nvSpPr>
          <p:spPr>
            <a:xfrm>
              <a:off x="7179925" y="4458107"/>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No</a:t>
              </a:r>
            </a:p>
          </p:txBody>
        </p:sp>
        <p:sp>
          <p:nvSpPr>
            <p:cNvPr id="86" name="TextBox 85">
              <a:extLst>
                <a:ext uri="{FF2B5EF4-FFF2-40B4-BE49-F238E27FC236}">
                  <a16:creationId xmlns:a16="http://schemas.microsoft.com/office/drawing/2014/main" id="{CDE1BEC5-FBCE-4D6E-415C-C2C3ED14F21B}"/>
                </a:ext>
              </a:extLst>
            </p:cNvPr>
            <p:cNvSpPr txBox="1">
              <a:spLocks/>
            </p:cNvSpPr>
            <p:nvPr/>
          </p:nvSpPr>
          <p:spPr>
            <a:xfrm>
              <a:off x="11197785" y="4458107"/>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0</a:t>
              </a:r>
            </a:p>
          </p:txBody>
        </p:sp>
      </p:grpSp>
      <p:cxnSp>
        <p:nvCxnSpPr>
          <p:cNvPr id="118" name="GreyLineSeparatorStrong 115">
            <a:extLst>
              <a:ext uri="{FF2B5EF4-FFF2-40B4-BE49-F238E27FC236}">
                <a16:creationId xmlns:a16="http://schemas.microsoft.com/office/drawing/2014/main" id="{2C40E872-6B31-0F44-773B-F9A06DE28EFF}"/>
              </a:ext>
            </a:extLst>
          </p:cNvPr>
          <p:cNvCxnSpPr>
            <a:cxnSpLocks/>
          </p:cNvCxnSpPr>
          <p:nvPr>
            <p:custDataLst>
              <p:tags r:id="rId9"/>
            </p:custDataLst>
          </p:nvPr>
        </p:nvCxnSpPr>
        <p:spPr>
          <a:xfrm>
            <a:off x="7179925" y="938179"/>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9" name="GreyLineSeparatorStrong 115">
            <a:extLst>
              <a:ext uri="{FF2B5EF4-FFF2-40B4-BE49-F238E27FC236}">
                <a16:creationId xmlns:a16="http://schemas.microsoft.com/office/drawing/2014/main" id="{8D0866C5-47D7-C1F8-CE83-54820BC284E8}"/>
              </a:ext>
            </a:extLst>
          </p:cNvPr>
          <p:cNvCxnSpPr>
            <a:cxnSpLocks/>
          </p:cNvCxnSpPr>
          <p:nvPr>
            <p:custDataLst>
              <p:tags r:id="rId10"/>
            </p:custDataLst>
          </p:nvPr>
        </p:nvCxnSpPr>
        <p:spPr>
          <a:xfrm>
            <a:off x="7179925" y="1268453"/>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GreyLineSeparatorStrong 115">
            <a:extLst>
              <a:ext uri="{FF2B5EF4-FFF2-40B4-BE49-F238E27FC236}">
                <a16:creationId xmlns:a16="http://schemas.microsoft.com/office/drawing/2014/main" id="{A55F5A36-AAC8-BD31-3913-BD68BAF5DA40}"/>
              </a:ext>
            </a:extLst>
          </p:cNvPr>
          <p:cNvCxnSpPr>
            <a:cxnSpLocks/>
          </p:cNvCxnSpPr>
          <p:nvPr>
            <p:custDataLst>
              <p:tags r:id="rId11"/>
            </p:custDataLst>
          </p:nvPr>
        </p:nvCxnSpPr>
        <p:spPr>
          <a:xfrm>
            <a:off x="7179925" y="1433590"/>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2" name="GreyLineSeparatorStrong 115">
            <a:extLst>
              <a:ext uri="{FF2B5EF4-FFF2-40B4-BE49-F238E27FC236}">
                <a16:creationId xmlns:a16="http://schemas.microsoft.com/office/drawing/2014/main" id="{1C4EF707-BF5C-6078-CB08-EA7625D8F1F0}"/>
              </a:ext>
            </a:extLst>
          </p:cNvPr>
          <p:cNvCxnSpPr>
            <a:cxnSpLocks/>
          </p:cNvCxnSpPr>
          <p:nvPr>
            <p:custDataLst>
              <p:tags r:id="rId12"/>
            </p:custDataLst>
          </p:nvPr>
        </p:nvCxnSpPr>
        <p:spPr>
          <a:xfrm>
            <a:off x="7179925" y="2010085"/>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3" name="GreyLineSeparatorStrong 115">
            <a:extLst>
              <a:ext uri="{FF2B5EF4-FFF2-40B4-BE49-F238E27FC236}">
                <a16:creationId xmlns:a16="http://schemas.microsoft.com/office/drawing/2014/main" id="{F6FD8716-2C7E-FBA7-0EFD-A5017D20382B}"/>
              </a:ext>
            </a:extLst>
          </p:cNvPr>
          <p:cNvCxnSpPr>
            <a:cxnSpLocks/>
          </p:cNvCxnSpPr>
          <p:nvPr>
            <p:custDataLst>
              <p:tags r:id="rId13"/>
            </p:custDataLst>
          </p:nvPr>
        </p:nvCxnSpPr>
        <p:spPr>
          <a:xfrm>
            <a:off x="7179925" y="2298333"/>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GreyLineSeparatorStrong 115">
            <a:extLst>
              <a:ext uri="{FF2B5EF4-FFF2-40B4-BE49-F238E27FC236}">
                <a16:creationId xmlns:a16="http://schemas.microsoft.com/office/drawing/2014/main" id="{E0A0DD8A-1298-F79F-88E7-08A55B0B24DA}"/>
              </a:ext>
            </a:extLst>
          </p:cNvPr>
          <p:cNvCxnSpPr>
            <a:cxnSpLocks/>
          </p:cNvCxnSpPr>
          <p:nvPr>
            <p:custDataLst>
              <p:tags r:id="rId14"/>
            </p:custDataLst>
          </p:nvPr>
        </p:nvCxnSpPr>
        <p:spPr>
          <a:xfrm>
            <a:off x="7179925" y="2751718"/>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8" name="GreyLineSeparatorStrong 115">
            <a:extLst>
              <a:ext uri="{FF2B5EF4-FFF2-40B4-BE49-F238E27FC236}">
                <a16:creationId xmlns:a16="http://schemas.microsoft.com/office/drawing/2014/main" id="{C4386207-27B5-2FC7-334F-26D3E1979499}"/>
              </a:ext>
            </a:extLst>
          </p:cNvPr>
          <p:cNvCxnSpPr>
            <a:cxnSpLocks/>
          </p:cNvCxnSpPr>
          <p:nvPr>
            <p:custDataLst>
              <p:tags r:id="rId15"/>
            </p:custDataLst>
          </p:nvPr>
        </p:nvCxnSpPr>
        <p:spPr>
          <a:xfrm>
            <a:off x="7179925" y="2916855"/>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0" name="GreyLineSeparatorStrong 115">
            <a:extLst>
              <a:ext uri="{FF2B5EF4-FFF2-40B4-BE49-F238E27FC236}">
                <a16:creationId xmlns:a16="http://schemas.microsoft.com/office/drawing/2014/main" id="{F81EBB86-E4E7-EE62-1C5A-D07175F136BC}"/>
              </a:ext>
            </a:extLst>
          </p:cNvPr>
          <p:cNvCxnSpPr>
            <a:cxnSpLocks/>
          </p:cNvCxnSpPr>
          <p:nvPr>
            <p:custDataLst>
              <p:tags r:id="rId16"/>
            </p:custDataLst>
          </p:nvPr>
        </p:nvCxnSpPr>
        <p:spPr>
          <a:xfrm>
            <a:off x="7179925" y="3247129"/>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1" name="GreyLineSeparatorStrong 115">
            <a:extLst>
              <a:ext uri="{FF2B5EF4-FFF2-40B4-BE49-F238E27FC236}">
                <a16:creationId xmlns:a16="http://schemas.microsoft.com/office/drawing/2014/main" id="{19B8AEE9-361A-D6E5-9B14-83ABC7DB0B3B}"/>
              </a:ext>
            </a:extLst>
          </p:cNvPr>
          <p:cNvCxnSpPr>
            <a:cxnSpLocks/>
          </p:cNvCxnSpPr>
          <p:nvPr>
            <p:custDataLst>
              <p:tags r:id="rId17"/>
            </p:custDataLst>
          </p:nvPr>
        </p:nvCxnSpPr>
        <p:spPr>
          <a:xfrm>
            <a:off x="7179925" y="3412266"/>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3" name="GreyLineSeparatorStrong 115">
            <a:extLst>
              <a:ext uri="{FF2B5EF4-FFF2-40B4-BE49-F238E27FC236}">
                <a16:creationId xmlns:a16="http://schemas.microsoft.com/office/drawing/2014/main" id="{14586FFA-86DB-F94D-A5EC-D0AFC7FD65A9}"/>
              </a:ext>
            </a:extLst>
          </p:cNvPr>
          <p:cNvCxnSpPr>
            <a:cxnSpLocks/>
          </p:cNvCxnSpPr>
          <p:nvPr>
            <p:custDataLst>
              <p:tags r:id="rId18"/>
            </p:custDataLst>
          </p:nvPr>
        </p:nvCxnSpPr>
        <p:spPr>
          <a:xfrm>
            <a:off x="7179925" y="3742540"/>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4" name="GreyLineSeparatorStrong 115">
            <a:extLst>
              <a:ext uri="{FF2B5EF4-FFF2-40B4-BE49-F238E27FC236}">
                <a16:creationId xmlns:a16="http://schemas.microsoft.com/office/drawing/2014/main" id="{A86DCE2D-F029-CFD7-9A36-87BA99B75F65}"/>
              </a:ext>
            </a:extLst>
          </p:cNvPr>
          <p:cNvCxnSpPr>
            <a:cxnSpLocks/>
          </p:cNvCxnSpPr>
          <p:nvPr>
            <p:custDataLst>
              <p:tags r:id="rId19"/>
            </p:custDataLst>
          </p:nvPr>
        </p:nvCxnSpPr>
        <p:spPr>
          <a:xfrm>
            <a:off x="7179925" y="3907677"/>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6" name="GreyLineSeparatorStrong 115">
            <a:extLst>
              <a:ext uri="{FF2B5EF4-FFF2-40B4-BE49-F238E27FC236}">
                <a16:creationId xmlns:a16="http://schemas.microsoft.com/office/drawing/2014/main" id="{945DE092-4927-9D83-E6CA-A29C4B2BBB1E}"/>
              </a:ext>
            </a:extLst>
          </p:cNvPr>
          <p:cNvCxnSpPr>
            <a:cxnSpLocks/>
          </p:cNvCxnSpPr>
          <p:nvPr>
            <p:custDataLst>
              <p:tags r:id="rId20"/>
            </p:custDataLst>
          </p:nvPr>
        </p:nvCxnSpPr>
        <p:spPr>
          <a:xfrm>
            <a:off x="7179925" y="4237951"/>
            <a:ext cx="445733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1" name="GreyLineSeparatorStrong 115">
            <a:extLst>
              <a:ext uri="{FF2B5EF4-FFF2-40B4-BE49-F238E27FC236}">
                <a16:creationId xmlns:a16="http://schemas.microsoft.com/office/drawing/2014/main" id="{13CE5F97-5C58-D771-0A9F-3F6B70B24A69}"/>
              </a:ext>
            </a:extLst>
          </p:cNvPr>
          <p:cNvCxnSpPr>
            <a:cxnSpLocks/>
          </p:cNvCxnSpPr>
          <p:nvPr>
            <p:custDataLst>
              <p:tags r:id="rId21"/>
            </p:custDataLst>
          </p:nvPr>
        </p:nvCxnSpPr>
        <p:spPr>
          <a:xfrm>
            <a:off x="3695701" y="758539"/>
            <a:ext cx="7941559"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93E87A26-8AE1-E017-C4DD-99FA2FFF274A}"/>
              </a:ext>
            </a:extLst>
          </p:cNvPr>
          <p:cNvGrpSpPr/>
          <p:nvPr/>
        </p:nvGrpSpPr>
        <p:grpSpPr>
          <a:xfrm>
            <a:off x="8868916" y="4457009"/>
            <a:ext cx="2768344" cy="170347"/>
            <a:chOff x="8868916" y="4628090"/>
            <a:chExt cx="2768344" cy="170347"/>
          </a:xfrm>
        </p:grpSpPr>
        <p:sp>
          <p:nvSpPr>
            <p:cNvPr id="20" name="TextBox 19">
              <a:extLst>
                <a:ext uri="{FF2B5EF4-FFF2-40B4-BE49-F238E27FC236}">
                  <a16:creationId xmlns:a16="http://schemas.microsoft.com/office/drawing/2014/main" id="{C951C62E-3D83-327F-1C1C-146D340E498C}"/>
                </a:ext>
              </a:extLst>
            </p:cNvPr>
            <p:cNvSpPr txBox="1"/>
            <p:nvPr>
              <p:custDataLst>
                <p:tags r:id="rId31"/>
              </p:custDataLst>
            </p:nvPr>
          </p:nvSpPr>
          <p:spPr>
            <a:xfrm>
              <a:off x="8868916" y="4651708"/>
              <a:ext cx="2257028" cy="123111"/>
            </a:xfrm>
            <a:prstGeom prst="rect">
              <a:avLst/>
            </a:prstGeom>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r>
                <a:rPr lang="en-US" sz="800" b="1" dirty="0">
                  <a:cs typeface="+mn-cs"/>
                </a:rPr>
                <a:t>Weighted avg. score across all 7 categories </a:t>
              </a:r>
            </a:p>
          </p:txBody>
        </p:sp>
        <p:sp>
          <p:nvSpPr>
            <p:cNvPr id="21" name="Oval 20">
              <a:extLst>
                <a:ext uri="{FF2B5EF4-FFF2-40B4-BE49-F238E27FC236}">
                  <a16:creationId xmlns:a16="http://schemas.microsoft.com/office/drawing/2014/main" id="{59DFED57-96A4-0BE7-357E-779B58DB7B2F}"/>
                </a:ext>
              </a:extLst>
            </p:cNvPr>
            <p:cNvSpPr>
              <a:spLocks/>
            </p:cNvSpPr>
            <p:nvPr/>
          </p:nvSpPr>
          <p:spPr>
            <a:xfrm>
              <a:off x="11197785" y="4628090"/>
              <a:ext cx="439475" cy="170347"/>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3</a:t>
              </a:r>
            </a:p>
          </p:txBody>
        </p:sp>
      </p:grpSp>
      <p:sp>
        <p:nvSpPr>
          <p:cNvPr id="4" name="TextBox 3">
            <a:extLst>
              <a:ext uri="{FF2B5EF4-FFF2-40B4-BE49-F238E27FC236}">
                <a16:creationId xmlns:a16="http://schemas.microsoft.com/office/drawing/2014/main" id="{CEDAC8FE-FA34-C48E-FC30-61FA43D72BD2}"/>
              </a:ext>
            </a:extLst>
          </p:cNvPr>
          <p:cNvSpPr txBox="1">
            <a:spLocks/>
          </p:cNvSpPr>
          <p:nvPr/>
        </p:nvSpPr>
        <p:spPr>
          <a:xfrm>
            <a:off x="6219777" y="582260"/>
            <a:ext cx="813335" cy="155699"/>
          </a:xfrm>
          <a:prstGeom prst="rect">
            <a:avLst/>
          </a:prstGeom>
          <a:noFill/>
          <a:ln w="6350" cmpd="sng">
            <a:noFill/>
          </a:ln>
        </p:spPr>
        <p:txBody>
          <a:bodyPr vert="horz" wrap="square" lIns="1793" tIns="1793" rIns="1793"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a:cs typeface="+mn-cs"/>
              </a:rPr>
              <a:t>Weightage</a:t>
            </a:r>
          </a:p>
        </p:txBody>
      </p:sp>
      <p:grpSp>
        <p:nvGrpSpPr>
          <p:cNvPr id="57" name="Group 56">
            <a:extLst>
              <a:ext uri="{FF2B5EF4-FFF2-40B4-BE49-F238E27FC236}">
                <a16:creationId xmlns:a16="http://schemas.microsoft.com/office/drawing/2014/main" id="{5E43370D-4550-9E51-7038-396F9AD12D85}"/>
              </a:ext>
            </a:extLst>
          </p:cNvPr>
          <p:cNvGrpSpPr/>
          <p:nvPr/>
        </p:nvGrpSpPr>
        <p:grpSpPr>
          <a:xfrm>
            <a:off x="3695702" y="793150"/>
            <a:ext cx="7941558" cy="124921"/>
            <a:chOff x="3695702" y="807438"/>
            <a:chExt cx="7941558" cy="124921"/>
          </a:xfrm>
        </p:grpSpPr>
        <p:sp>
          <p:nvSpPr>
            <p:cNvPr id="7" name="TextBox 6">
              <a:extLst>
                <a:ext uri="{FF2B5EF4-FFF2-40B4-BE49-F238E27FC236}">
                  <a16:creationId xmlns:a16="http://schemas.microsoft.com/office/drawing/2014/main" id="{07D02E43-B724-5845-361E-CD482598772F}"/>
                </a:ext>
              </a:extLst>
            </p:cNvPr>
            <p:cNvSpPr txBox="1">
              <a:spLocks/>
            </p:cNvSpPr>
            <p:nvPr/>
          </p:nvSpPr>
          <p:spPr>
            <a:xfrm>
              <a:off x="3695702" y="807438"/>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Any impact on critical path of application </a:t>
              </a:r>
            </a:p>
          </p:txBody>
        </p:sp>
        <p:sp>
          <p:nvSpPr>
            <p:cNvPr id="9" name="TextBox 8">
              <a:extLst>
                <a:ext uri="{FF2B5EF4-FFF2-40B4-BE49-F238E27FC236}">
                  <a16:creationId xmlns:a16="http://schemas.microsoft.com/office/drawing/2014/main" id="{80C65B37-EA57-A18F-3942-BF0F764C41CD}"/>
                </a:ext>
              </a:extLst>
            </p:cNvPr>
            <p:cNvSpPr txBox="1">
              <a:spLocks/>
            </p:cNvSpPr>
            <p:nvPr/>
          </p:nvSpPr>
          <p:spPr>
            <a:xfrm>
              <a:off x="7179925" y="807438"/>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Yes</a:t>
              </a:r>
            </a:p>
          </p:txBody>
        </p:sp>
        <p:sp>
          <p:nvSpPr>
            <p:cNvPr id="11" name="TextBox 10">
              <a:extLst>
                <a:ext uri="{FF2B5EF4-FFF2-40B4-BE49-F238E27FC236}">
                  <a16:creationId xmlns:a16="http://schemas.microsoft.com/office/drawing/2014/main" id="{454681B8-E944-9410-7D1C-AFDAB2B6D249}"/>
                </a:ext>
              </a:extLst>
            </p:cNvPr>
            <p:cNvSpPr txBox="1">
              <a:spLocks/>
            </p:cNvSpPr>
            <p:nvPr/>
          </p:nvSpPr>
          <p:spPr>
            <a:xfrm>
              <a:off x="11197785" y="807438"/>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8" name="TextBox 7">
              <a:extLst>
                <a:ext uri="{FF2B5EF4-FFF2-40B4-BE49-F238E27FC236}">
                  <a16:creationId xmlns:a16="http://schemas.microsoft.com/office/drawing/2014/main" id="{300CE6A6-5E90-ACAE-332F-59AAC680A069}"/>
                </a:ext>
              </a:extLst>
            </p:cNvPr>
            <p:cNvSpPr txBox="1">
              <a:spLocks/>
            </p:cNvSpPr>
            <p:nvPr/>
          </p:nvSpPr>
          <p:spPr>
            <a:xfrm>
              <a:off x="6219777" y="807438"/>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20%</a:t>
              </a:r>
            </a:p>
          </p:txBody>
        </p:sp>
      </p:grpSp>
      <p:grpSp>
        <p:nvGrpSpPr>
          <p:cNvPr id="61" name="Group 60">
            <a:extLst>
              <a:ext uri="{FF2B5EF4-FFF2-40B4-BE49-F238E27FC236}">
                <a16:creationId xmlns:a16="http://schemas.microsoft.com/office/drawing/2014/main" id="{A1F80CE4-5F00-7E9D-3953-9F2BC2B2DC54}"/>
              </a:ext>
            </a:extLst>
          </p:cNvPr>
          <p:cNvGrpSpPr/>
          <p:nvPr/>
        </p:nvGrpSpPr>
        <p:grpSpPr>
          <a:xfrm>
            <a:off x="3695702" y="1123424"/>
            <a:ext cx="7941558" cy="124921"/>
            <a:chOff x="3695702" y="1154036"/>
            <a:chExt cx="7941558" cy="124921"/>
          </a:xfrm>
        </p:grpSpPr>
        <p:sp>
          <p:nvSpPr>
            <p:cNvPr id="16" name="TextBox 15">
              <a:extLst>
                <a:ext uri="{FF2B5EF4-FFF2-40B4-BE49-F238E27FC236}">
                  <a16:creationId xmlns:a16="http://schemas.microsoft.com/office/drawing/2014/main" id="{EC946A5F-9E0C-894B-730B-956527657C28}"/>
                </a:ext>
              </a:extLst>
            </p:cNvPr>
            <p:cNvSpPr txBox="1">
              <a:spLocks/>
            </p:cNvSpPr>
            <p:nvPr/>
          </p:nvSpPr>
          <p:spPr>
            <a:xfrm>
              <a:off x="3695702" y="1154036"/>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Number of lines of code being changed</a:t>
              </a:r>
            </a:p>
          </p:txBody>
        </p:sp>
        <p:sp>
          <p:nvSpPr>
            <p:cNvPr id="18" name="TextBox 17">
              <a:extLst>
                <a:ext uri="{FF2B5EF4-FFF2-40B4-BE49-F238E27FC236}">
                  <a16:creationId xmlns:a16="http://schemas.microsoft.com/office/drawing/2014/main" id="{234C9369-0E55-5C00-8CEC-4E15D53A58AC}"/>
                </a:ext>
              </a:extLst>
            </p:cNvPr>
            <p:cNvSpPr txBox="1">
              <a:spLocks/>
            </p:cNvSpPr>
            <p:nvPr/>
          </p:nvSpPr>
          <p:spPr>
            <a:xfrm>
              <a:off x="7179925" y="1154036"/>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&gt;5000</a:t>
              </a:r>
            </a:p>
          </p:txBody>
        </p:sp>
        <p:sp>
          <p:nvSpPr>
            <p:cNvPr id="19" name="TextBox 18">
              <a:extLst>
                <a:ext uri="{FF2B5EF4-FFF2-40B4-BE49-F238E27FC236}">
                  <a16:creationId xmlns:a16="http://schemas.microsoft.com/office/drawing/2014/main" id="{2F863497-C490-379B-B33B-602368397440}"/>
                </a:ext>
              </a:extLst>
            </p:cNvPr>
            <p:cNvSpPr txBox="1">
              <a:spLocks/>
            </p:cNvSpPr>
            <p:nvPr/>
          </p:nvSpPr>
          <p:spPr>
            <a:xfrm>
              <a:off x="11197785" y="1154036"/>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17" name="TextBox 16">
              <a:extLst>
                <a:ext uri="{FF2B5EF4-FFF2-40B4-BE49-F238E27FC236}">
                  <a16:creationId xmlns:a16="http://schemas.microsoft.com/office/drawing/2014/main" id="{B304A211-CD59-AD61-DFD9-3B43C57D96D5}"/>
                </a:ext>
              </a:extLst>
            </p:cNvPr>
            <p:cNvSpPr txBox="1">
              <a:spLocks/>
            </p:cNvSpPr>
            <p:nvPr/>
          </p:nvSpPr>
          <p:spPr>
            <a:xfrm>
              <a:off x="6219777" y="1154036"/>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20%</a:t>
              </a:r>
            </a:p>
          </p:txBody>
        </p:sp>
      </p:grpSp>
      <p:grpSp>
        <p:nvGrpSpPr>
          <p:cNvPr id="72" name="Group 71">
            <a:extLst>
              <a:ext uri="{FF2B5EF4-FFF2-40B4-BE49-F238E27FC236}">
                <a16:creationId xmlns:a16="http://schemas.microsoft.com/office/drawing/2014/main" id="{209586CA-6AF2-B15D-E001-803612DC8CEC}"/>
              </a:ext>
            </a:extLst>
          </p:cNvPr>
          <p:cNvGrpSpPr/>
          <p:nvPr/>
        </p:nvGrpSpPr>
        <p:grpSpPr>
          <a:xfrm>
            <a:off x="3695702" y="1618835"/>
            <a:ext cx="7941558" cy="371142"/>
            <a:chOff x="3695702" y="1673931"/>
            <a:chExt cx="7941558" cy="371142"/>
          </a:xfrm>
        </p:grpSpPr>
        <p:sp>
          <p:nvSpPr>
            <p:cNvPr id="28" name="TextBox 27">
              <a:extLst>
                <a:ext uri="{FF2B5EF4-FFF2-40B4-BE49-F238E27FC236}">
                  <a16:creationId xmlns:a16="http://schemas.microsoft.com/office/drawing/2014/main" id="{8B000F89-703D-741F-B1AC-5F7F02055CE6}"/>
                </a:ext>
              </a:extLst>
            </p:cNvPr>
            <p:cNvSpPr txBox="1">
              <a:spLocks/>
            </p:cNvSpPr>
            <p:nvPr/>
          </p:nvSpPr>
          <p:spPr>
            <a:xfrm>
              <a:off x="3695702" y="1673931"/>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Type of code change being done</a:t>
              </a:r>
            </a:p>
          </p:txBody>
        </p:sp>
        <p:sp>
          <p:nvSpPr>
            <p:cNvPr id="30" name="TextBox 29">
              <a:extLst>
                <a:ext uri="{FF2B5EF4-FFF2-40B4-BE49-F238E27FC236}">
                  <a16:creationId xmlns:a16="http://schemas.microsoft.com/office/drawing/2014/main" id="{CC0E6526-14EF-52EF-E9CB-B0C872A62CBE}"/>
                </a:ext>
              </a:extLst>
            </p:cNvPr>
            <p:cNvSpPr txBox="1">
              <a:spLocks/>
            </p:cNvSpPr>
            <p:nvPr/>
          </p:nvSpPr>
          <p:spPr>
            <a:xfrm>
              <a:off x="7179925" y="1673931"/>
              <a:ext cx="3946019" cy="371142"/>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Architecture change/</a:t>
              </a:r>
              <a:br>
                <a:rPr lang="en-US" sz="800">
                  <a:cs typeface="+mn-cs"/>
                </a:rPr>
              </a:br>
              <a:r>
                <a:rPr lang="en-US" sz="800">
                  <a:cs typeface="+mn-cs"/>
                </a:rPr>
                <a:t>Introducing a new module from scratch/</a:t>
              </a:r>
              <a:br>
                <a:rPr lang="en-US" sz="800">
                  <a:cs typeface="+mn-cs"/>
                </a:rPr>
              </a:br>
              <a:r>
                <a:rPr lang="en-US" sz="800">
                  <a:cs typeface="+mn-cs"/>
                </a:rPr>
                <a:t>Rewriting a critical component with substantial changes</a:t>
              </a:r>
            </a:p>
          </p:txBody>
        </p:sp>
        <p:sp>
          <p:nvSpPr>
            <p:cNvPr id="31" name="TextBox 30">
              <a:extLst>
                <a:ext uri="{FF2B5EF4-FFF2-40B4-BE49-F238E27FC236}">
                  <a16:creationId xmlns:a16="http://schemas.microsoft.com/office/drawing/2014/main" id="{687BCA5A-9677-7EB1-5CA4-DC7C602B942C}"/>
                </a:ext>
              </a:extLst>
            </p:cNvPr>
            <p:cNvSpPr txBox="1">
              <a:spLocks/>
            </p:cNvSpPr>
            <p:nvPr/>
          </p:nvSpPr>
          <p:spPr>
            <a:xfrm>
              <a:off x="11197785" y="1673931"/>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29" name="TextBox 28">
              <a:extLst>
                <a:ext uri="{FF2B5EF4-FFF2-40B4-BE49-F238E27FC236}">
                  <a16:creationId xmlns:a16="http://schemas.microsoft.com/office/drawing/2014/main" id="{51F86003-1480-917D-CECF-2938DD12A631}"/>
                </a:ext>
              </a:extLst>
            </p:cNvPr>
            <p:cNvSpPr txBox="1">
              <a:spLocks/>
            </p:cNvSpPr>
            <p:nvPr/>
          </p:nvSpPr>
          <p:spPr>
            <a:xfrm>
              <a:off x="6219777" y="1673931"/>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20%</a:t>
              </a:r>
            </a:p>
          </p:txBody>
        </p:sp>
      </p:grpSp>
      <p:grpSp>
        <p:nvGrpSpPr>
          <p:cNvPr id="83" name="Group 82">
            <a:extLst>
              <a:ext uri="{FF2B5EF4-FFF2-40B4-BE49-F238E27FC236}">
                <a16:creationId xmlns:a16="http://schemas.microsoft.com/office/drawing/2014/main" id="{39393C49-25B0-72F4-F22E-61A4ECDF2566}"/>
              </a:ext>
            </a:extLst>
          </p:cNvPr>
          <p:cNvGrpSpPr/>
          <p:nvPr/>
        </p:nvGrpSpPr>
        <p:grpSpPr>
          <a:xfrm>
            <a:off x="3695702" y="2606689"/>
            <a:ext cx="7941558" cy="124921"/>
            <a:chOff x="3695702" y="2703537"/>
            <a:chExt cx="7941558" cy="124921"/>
          </a:xfrm>
        </p:grpSpPr>
        <p:sp>
          <p:nvSpPr>
            <p:cNvPr id="40" name="TextBox 39">
              <a:extLst>
                <a:ext uri="{FF2B5EF4-FFF2-40B4-BE49-F238E27FC236}">
                  <a16:creationId xmlns:a16="http://schemas.microsoft.com/office/drawing/2014/main" id="{789B9043-618D-2605-119C-79586190CA12}"/>
                </a:ext>
              </a:extLst>
            </p:cNvPr>
            <p:cNvSpPr txBox="1">
              <a:spLocks/>
            </p:cNvSpPr>
            <p:nvPr/>
          </p:nvSpPr>
          <p:spPr>
            <a:xfrm>
              <a:off x="3695702" y="2703537"/>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Number of test cases/scenarios to be tested</a:t>
              </a:r>
            </a:p>
          </p:txBody>
        </p:sp>
        <p:sp>
          <p:nvSpPr>
            <p:cNvPr id="42" name="TextBox 41">
              <a:extLst>
                <a:ext uri="{FF2B5EF4-FFF2-40B4-BE49-F238E27FC236}">
                  <a16:creationId xmlns:a16="http://schemas.microsoft.com/office/drawing/2014/main" id="{36A3E0D9-BE05-12F0-65FC-BCEF9A6B0D43}"/>
                </a:ext>
              </a:extLst>
            </p:cNvPr>
            <p:cNvSpPr txBox="1">
              <a:spLocks/>
            </p:cNvSpPr>
            <p:nvPr/>
          </p:nvSpPr>
          <p:spPr>
            <a:xfrm>
              <a:off x="7179925" y="2703537"/>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&gt;200</a:t>
              </a:r>
            </a:p>
          </p:txBody>
        </p:sp>
        <p:sp>
          <p:nvSpPr>
            <p:cNvPr id="43" name="TextBox 42">
              <a:extLst>
                <a:ext uri="{FF2B5EF4-FFF2-40B4-BE49-F238E27FC236}">
                  <a16:creationId xmlns:a16="http://schemas.microsoft.com/office/drawing/2014/main" id="{240503D0-FBE2-164C-4A37-DC5C0A757CC5}"/>
                </a:ext>
              </a:extLst>
            </p:cNvPr>
            <p:cNvSpPr txBox="1">
              <a:spLocks/>
            </p:cNvSpPr>
            <p:nvPr/>
          </p:nvSpPr>
          <p:spPr>
            <a:xfrm>
              <a:off x="11197785" y="2703537"/>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41" name="TextBox 40">
              <a:extLst>
                <a:ext uri="{FF2B5EF4-FFF2-40B4-BE49-F238E27FC236}">
                  <a16:creationId xmlns:a16="http://schemas.microsoft.com/office/drawing/2014/main" id="{C496BF9F-BAD7-1D62-CD2C-FB1ED6BAB924}"/>
                </a:ext>
              </a:extLst>
            </p:cNvPr>
            <p:cNvSpPr txBox="1">
              <a:spLocks/>
            </p:cNvSpPr>
            <p:nvPr/>
          </p:nvSpPr>
          <p:spPr>
            <a:xfrm>
              <a:off x="6219777" y="2703537"/>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10%</a:t>
              </a:r>
            </a:p>
          </p:txBody>
        </p:sp>
      </p:grpSp>
      <p:grpSp>
        <p:nvGrpSpPr>
          <p:cNvPr id="88" name="Group 87">
            <a:extLst>
              <a:ext uri="{FF2B5EF4-FFF2-40B4-BE49-F238E27FC236}">
                <a16:creationId xmlns:a16="http://schemas.microsoft.com/office/drawing/2014/main" id="{5CF40296-9307-7B52-0486-A141EE997EDD}"/>
              </a:ext>
            </a:extLst>
          </p:cNvPr>
          <p:cNvGrpSpPr/>
          <p:nvPr/>
        </p:nvGrpSpPr>
        <p:grpSpPr>
          <a:xfrm>
            <a:off x="3695702" y="3102100"/>
            <a:ext cx="7941558" cy="124921"/>
            <a:chOff x="3695702" y="3229908"/>
            <a:chExt cx="7941558" cy="124921"/>
          </a:xfrm>
        </p:grpSpPr>
        <p:sp>
          <p:nvSpPr>
            <p:cNvPr id="52" name="TextBox 51">
              <a:extLst>
                <a:ext uri="{FF2B5EF4-FFF2-40B4-BE49-F238E27FC236}">
                  <a16:creationId xmlns:a16="http://schemas.microsoft.com/office/drawing/2014/main" id="{914CDF9E-4AC4-57EA-FF43-B28A39560971}"/>
                </a:ext>
              </a:extLst>
            </p:cNvPr>
            <p:cNvSpPr txBox="1">
              <a:spLocks/>
            </p:cNvSpPr>
            <p:nvPr/>
          </p:nvSpPr>
          <p:spPr>
            <a:xfrm>
              <a:off x="3695702" y="3229908"/>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Number of sub-components of application impacted  </a:t>
              </a:r>
            </a:p>
          </p:txBody>
        </p:sp>
        <p:sp>
          <p:nvSpPr>
            <p:cNvPr id="54" name="TextBox 53">
              <a:extLst>
                <a:ext uri="{FF2B5EF4-FFF2-40B4-BE49-F238E27FC236}">
                  <a16:creationId xmlns:a16="http://schemas.microsoft.com/office/drawing/2014/main" id="{D14C371F-E213-23F9-726D-0AFEECE2140C}"/>
                </a:ext>
              </a:extLst>
            </p:cNvPr>
            <p:cNvSpPr txBox="1">
              <a:spLocks/>
            </p:cNvSpPr>
            <p:nvPr/>
          </p:nvSpPr>
          <p:spPr>
            <a:xfrm>
              <a:off x="7179925" y="3229908"/>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&gt;4</a:t>
              </a:r>
            </a:p>
          </p:txBody>
        </p:sp>
        <p:sp>
          <p:nvSpPr>
            <p:cNvPr id="55" name="TextBox 54">
              <a:extLst>
                <a:ext uri="{FF2B5EF4-FFF2-40B4-BE49-F238E27FC236}">
                  <a16:creationId xmlns:a16="http://schemas.microsoft.com/office/drawing/2014/main" id="{FF37461A-9753-CDDA-C3A7-640594D00AAE}"/>
                </a:ext>
              </a:extLst>
            </p:cNvPr>
            <p:cNvSpPr txBox="1">
              <a:spLocks/>
            </p:cNvSpPr>
            <p:nvPr/>
          </p:nvSpPr>
          <p:spPr>
            <a:xfrm>
              <a:off x="11197785" y="3229908"/>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53" name="TextBox 52">
              <a:extLst>
                <a:ext uri="{FF2B5EF4-FFF2-40B4-BE49-F238E27FC236}">
                  <a16:creationId xmlns:a16="http://schemas.microsoft.com/office/drawing/2014/main" id="{8DCCDFF3-704A-6000-CC86-026696CB7D31}"/>
                </a:ext>
              </a:extLst>
            </p:cNvPr>
            <p:cNvSpPr txBox="1">
              <a:spLocks/>
            </p:cNvSpPr>
            <p:nvPr/>
          </p:nvSpPr>
          <p:spPr>
            <a:xfrm>
              <a:off x="6219777" y="3229908"/>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10%</a:t>
              </a:r>
            </a:p>
          </p:txBody>
        </p:sp>
      </p:grpSp>
      <p:grpSp>
        <p:nvGrpSpPr>
          <p:cNvPr id="91" name="Group 90">
            <a:extLst>
              <a:ext uri="{FF2B5EF4-FFF2-40B4-BE49-F238E27FC236}">
                <a16:creationId xmlns:a16="http://schemas.microsoft.com/office/drawing/2014/main" id="{D0CE642C-140D-BE00-5CBD-9306E699EE6D}"/>
              </a:ext>
            </a:extLst>
          </p:cNvPr>
          <p:cNvGrpSpPr/>
          <p:nvPr/>
        </p:nvGrpSpPr>
        <p:grpSpPr>
          <a:xfrm>
            <a:off x="3695702" y="3597511"/>
            <a:ext cx="7941558" cy="124921"/>
            <a:chOff x="3695702" y="3756279"/>
            <a:chExt cx="7941558" cy="124921"/>
          </a:xfrm>
        </p:grpSpPr>
        <p:sp>
          <p:nvSpPr>
            <p:cNvPr id="64" name="TextBox 63">
              <a:extLst>
                <a:ext uri="{FF2B5EF4-FFF2-40B4-BE49-F238E27FC236}">
                  <a16:creationId xmlns:a16="http://schemas.microsoft.com/office/drawing/2014/main" id="{21F412B1-100F-23B8-9C57-4A1B956C3DD7}"/>
                </a:ext>
              </a:extLst>
            </p:cNvPr>
            <p:cNvSpPr txBox="1">
              <a:spLocks/>
            </p:cNvSpPr>
            <p:nvPr/>
          </p:nvSpPr>
          <p:spPr>
            <a:xfrm>
              <a:off x="3695702" y="3756279"/>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Number of internal interfaces impacted?</a:t>
              </a:r>
            </a:p>
          </p:txBody>
        </p:sp>
        <p:sp>
          <p:nvSpPr>
            <p:cNvPr id="66" name="TextBox 65">
              <a:extLst>
                <a:ext uri="{FF2B5EF4-FFF2-40B4-BE49-F238E27FC236}">
                  <a16:creationId xmlns:a16="http://schemas.microsoft.com/office/drawing/2014/main" id="{FC996E4D-F57D-16E5-B469-57589A779544}"/>
                </a:ext>
              </a:extLst>
            </p:cNvPr>
            <p:cNvSpPr txBox="1">
              <a:spLocks/>
            </p:cNvSpPr>
            <p:nvPr/>
          </p:nvSpPr>
          <p:spPr>
            <a:xfrm>
              <a:off x="7179925" y="3756279"/>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&gt;2</a:t>
              </a:r>
            </a:p>
          </p:txBody>
        </p:sp>
        <p:sp>
          <p:nvSpPr>
            <p:cNvPr id="67" name="TextBox 66">
              <a:extLst>
                <a:ext uri="{FF2B5EF4-FFF2-40B4-BE49-F238E27FC236}">
                  <a16:creationId xmlns:a16="http://schemas.microsoft.com/office/drawing/2014/main" id="{8AFD27E1-DB82-69AF-D4EC-0475C540B054}"/>
                </a:ext>
              </a:extLst>
            </p:cNvPr>
            <p:cNvSpPr txBox="1">
              <a:spLocks/>
            </p:cNvSpPr>
            <p:nvPr/>
          </p:nvSpPr>
          <p:spPr>
            <a:xfrm>
              <a:off x="11197785" y="3756279"/>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65" name="TextBox 64">
              <a:extLst>
                <a:ext uri="{FF2B5EF4-FFF2-40B4-BE49-F238E27FC236}">
                  <a16:creationId xmlns:a16="http://schemas.microsoft.com/office/drawing/2014/main" id="{FC5607CF-F6B8-3623-3CE3-9F8AE0123E25}"/>
                </a:ext>
              </a:extLst>
            </p:cNvPr>
            <p:cNvSpPr txBox="1">
              <a:spLocks/>
            </p:cNvSpPr>
            <p:nvPr/>
          </p:nvSpPr>
          <p:spPr>
            <a:xfrm>
              <a:off x="6219777" y="3756279"/>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10%</a:t>
              </a:r>
            </a:p>
          </p:txBody>
        </p:sp>
      </p:grpSp>
      <p:grpSp>
        <p:nvGrpSpPr>
          <p:cNvPr id="94" name="Group 93">
            <a:extLst>
              <a:ext uri="{FF2B5EF4-FFF2-40B4-BE49-F238E27FC236}">
                <a16:creationId xmlns:a16="http://schemas.microsoft.com/office/drawing/2014/main" id="{A92900CF-82C5-11D0-08D6-90CB75DA8F99}"/>
              </a:ext>
            </a:extLst>
          </p:cNvPr>
          <p:cNvGrpSpPr/>
          <p:nvPr/>
        </p:nvGrpSpPr>
        <p:grpSpPr>
          <a:xfrm>
            <a:off x="3695702" y="4092922"/>
            <a:ext cx="7941558" cy="124921"/>
            <a:chOff x="3695702" y="4276657"/>
            <a:chExt cx="7941558" cy="124921"/>
          </a:xfrm>
        </p:grpSpPr>
        <p:sp>
          <p:nvSpPr>
            <p:cNvPr id="77" name="TextBox 76">
              <a:extLst>
                <a:ext uri="{FF2B5EF4-FFF2-40B4-BE49-F238E27FC236}">
                  <a16:creationId xmlns:a16="http://schemas.microsoft.com/office/drawing/2014/main" id="{C68718AD-5B9F-13A2-C661-3B60FC68CD84}"/>
                </a:ext>
              </a:extLst>
            </p:cNvPr>
            <p:cNvSpPr txBox="1">
              <a:spLocks/>
            </p:cNvSpPr>
            <p:nvPr/>
          </p:nvSpPr>
          <p:spPr>
            <a:xfrm>
              <a:off x="3695702" y="4276657"/>
              <a:ext cx="2377262"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Impact on any external interface? </a:t>
              </a:r>
            </a:p>
          </p:txBody>
        </p:sp>
        <p:sp>
          <p:nvSpPr>
            <p:cNvPr id="81" name="TextBox 80">
              <a:extLst>
                <a:ext uri="{FF2B5EF4-FFF2-40B4-BE49-F238E27FC236}">
                  <a16:creationId xmlns:a16="http://schemas.microsoft.com/office/drawing/2014/main" id="{7335D50A-D7FB-BE31-A620-92FACF587282}"/>
                </a:ext>
              </a:extLst>
            </p:cNvPr>
            <p:cNvSpPr txBox="1">
              <a:spLocks/>
            </p:cNvSpPr>
            <p:nvPr/>
          </p:nvSpPr>
          <p:spPr>
            <a:xfrm>
              <a:off x="7179925" y="4276657"/>
              <a:ext cx="3946019"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Yes</a:t>
              </a:r>
            </a:p>
          </p:txBody>
        </p:sp>
        <p:sp>
          <p:nvSpPr>
            <p:cNvPr id="82" name="TextBox 81">
              <a:extLst>
                <a:ext uri="{FF2B5EF4-FFF2-40B4-BE49-F238E27FC236}">
                  <a16:creationId xmlns:a16="http://schemas.microsoft.com/office/drawing/2014/main" id="{0B82D12D-9023-7135-E239-4558E607D889}"/>
                </a:ext>
              </a:extLst>
            </p:cNvPr>
            <p:cNvSpPr txBox="1">
              <a:spLocks/>
            </p:cNvSpPr>
            <p:nvPr/>
          </p:nvSpPr>
          <p:spPr>
            <a:xfrm>
              <a:off x="11197785" y="4276657"/>
              <a:ext cx="43947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3</a:t>
              </a:r>
            </a:p>
          </p:txBody>
        </p:sp>
        <p:sp>
          <p:nvSpPr>
            <p:cNvPr id="80" name="TextBox 79">
              <a:extLst>
                <a:ext uri="{FF2B5EF4-FFF2-40B4-BE49-F238E27FC236}">
                  <a16:creationId xmlns:a16="http://schemas.microsoft.com/office/drawing/2014/main" id="{C119AC7C-21F4-4099-D864-B0AE59AB06F4}"/>
                </a:ext>
              </a:extLst>
            </p:cNvPr>
            <p:cNvSpPr txBox="1">
              <a:spLocks/>
            </p:cNvSpPr>
            <p:nvPr/>
          </p:nvSpPr>
          <p:spPr>
            <a:xfrm>
              <a:off x="6219777" y="4276657"/>
              <a:ext cx="813335" cy="124921"/>
            </a:xfrm>
            <a:prstGeom prst="rect">
              <a:avLst/>
            </a:prstGeom>
            <a:noFill/>
            <a:ln w="6350" cmpd="sng">
              <a:noFill/>
            </a:ln>
          </p:spPr>
          <p:txBody>
            <a:bodyPr vert="horz" wrap="square" lIns="1793" tIns="1793" rIns="1793"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a:cs typeface="+mn-cs"/>
                </a:rPr>
                <a:t>10%</a:t>
              </a:r>
            </a:p>
          </p:txBody>
        </p:sp>
      </p:grpSp>
      <p:sp>
        <p:nvSpPr>
          <p:cNvPr id="95" name="Rectangle 94">
            <a:extLst>
              <a:ext uri="{FF2B5EF4-FFF2-40B4-BE49-F238E27FC236}">
                <a16:creationId xmlns:a16="http://schemas.microsoft.com/office/drawing/2014/main" id="{88A7CABD-2E57-B66C-99AA-4783C8622799}"/>
              </a:ext>
            </a:extLst>
          </p:cNvPr>
          <p:cNvSpPr/>
          <p:nvPr/>
        </p:nvSpPr>
        <p:spPr>
          <a:xfrm>
            <a:off x="6215094" y="579121"/>
            <a:ext cx="822701" cy="3820160"/>
          </a:xfrm>
          <a:prstGeom prst="rect">
            <a:avLst/>
          </a:prstGeom>
          <a:noFill/>
          <a:ln w="12700" cap="sq">
            <a:solidFill>
              <a:srgbClr val="7F7F7F"/>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97" name="GreyLineSeparatorStrong 115">
            <a:extLst>
              <a:ext uri="{FF2B5EF4-FFF2-40B4-BE49-F238E27FC236}">
                <a16:creationId xmlns:a16="http://schemas.microsoft.com/office/drawing/2014/main" id="{DEDCBBBE-F505-0311-E81D-0D26C7F7BEBF}"/>
              </a:ext>
            </a:extLst>
          </p:cNvPr>
          <p:cNvCxnSpPr>
            <a:cxnSpLocks/>
          </p:cNvCxnSpPr>
          <p:nvPr>
            <p:custDataLst>
              <p:tags r:id="rId22"/>
            </p:custDataLst>
          </p:nvPr>
        </p:nvCxnSpPr>
        <p:spPr>
          <a:xfrm>
            <a:off x="6625610" y="4407610"/>
            <a:ext cx="0" cy="11105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240899BE-38BB-44FA-C897-6E4BDD7871EE}"/>
              </a:ext>
            </a:extLst>
          </p:cNvPr>
          <p:cNvGrpSpPr/>
          <p:nvPr/>
        </p:nvGrpSpPr>
        <p:grpSpPr>
          <a:xfrm>
            <a:off x="6049804" y="4519575"/>
            <a:ext cx="1129445" cy="267270"/>
            <a:chOff x="6049804" y="4576900"/>
            <a:chExt cx="1129445" cy="267270"/>
          </a:xfrm>
        </p:grpSpPr>
        <p:cxnSp>
          <p:nvCxnSpPr>
            <p:cNvPr id="96" name="GreyLineSeparatorStrong 115">
              <a:extLst>
                <a:ext uri="{FF2B5EF4-FFF2-40B4-BE49-F238E27FC236}">
                  <a16:creationId xmlns:a16="http://schemas.microsoft.com/office/drawing/2014/main" id="{6DCACDF3-5E01-73FF-CCDB-3DC3F0C512FF}"/>
                </a:ext>
              </a:extLst>
            </p:cNvPr>
            <p:cNvCxnSpPr>
              <a:cxnSpLocks/>
            </p:cNvCxnSpPr>
            <p:nvPr>
              <p:custDataLst>
                <p:tags r:id="rId30"/>
              </p:custDataLst>
            </p:nvPr>
          </p:nvCxnSpPr>
          <p:spPr>
            <a:xfrm flipH="1">
              <a:off x="6049804" y="4576900"/>
              <a:ext cx="112944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3F896DA9-BB09-DD72-30D2-E07559492C70}"/>
                </a:ext>
              </a:extLst>
            </p:cNvPr>
            <p:cNvSpPr txBox="1">
              <a:spLocks/>
            </p:cNvSpPr>
            <p:nvPr/>
          </p:nvSpPr>
          <p:spPr>
            <a:xfrm>
              <a:off x="6049804" y="4593918"/>
              <a:ext cx="1129445" cy="250252"/>
            </a:xfrm>
            <a:prstGeom prst="rect">
              <a:avLst/>
            </a:prstGeom>
            <a:noFill/>
            <a:ln w="6350" cmpd="sng">
              <a:noFill/>
            </a:ln>
          </p:spPr>
          <p:txBody>
            <a:bodyPr vert="horz" wrap="square" lIns="3992" tIns="3992" rIns="3992"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Weightage values to be configurable by IT team</a:t>
              </a:r>
            </a:p>
          </p:txBody>
        </p:sp>
      </p:grpSp>
      <p:sp>
        <p:nvSpPr>
          <p:cNvPr id="145" name="TextBox 144">
            <a:extLst>
              <a:ext uri="{FF2B5EF4-FFF2-40B4-BE49-F238E27FC236}">
                <a16:creationId xmlns:a16="http://schemas.microsoft.com/office/drawing/2014/main" id="{D3166973-87EB-9255-C436-ACD8FF42444B}"/>
              </a:ext>
            </a:extLst>
          </p:cNvPr>
          <p:cNvSpPr txBox="1">
            <a:spLocks/>
          </p:cNvSpPr>
          <p:nvPr/>
        </p:nvSpPr>
        <p:spPr>
          <a:xfrm>
            <a:off x="6339119" y="5193039"/>
            <a:ext cx="1211429" cy="157404"/>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cs typeface="+mn-cs"/>
              </a:rPr>
              <a:t>Effort</a:t>
            </a:r>
          </a:p>
        </p:txBody>
      </p:sp>
      <p:sp>
        <p:nvSpPr>
          <p:cNvPr id="146" name="TextBox 145">
            <a:extLst>
              <a:ext uri="{FF2B5EF4-FFF2-40B4-BE49-F238E27FC236}">
                <a16:creationId xmlns:a16="http://schemas.microsoft.com/office/drawing/2014/main" id="{C9E2696E-352E-E2FB-E270-4FFF3EC44734}"/>
              </a:ext>
            </a:extLst>
          </p:cNvPr>
          <p:cNvSpPr txBox="1">
            <a:spLocks/>
          </p:cNvSpPr>
          <p:nvPr/>
        </p:nvSpPr>
        <p:spPr>
          <a:xfrm>
            <a:off x="7997517" y="5193039"/>
            <a:ext cx="2493471" cy="157404"/>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cs typeface="+mn-cs"/>
              </a:rPr>
              <a:t>Expected time till UAT release</a:t>
            </a:r>
          </a:p>
        </p:txBody>
      </p:sp>
      <p:sp>
        <p:nvSpPr>
          <p:cNvPr id="148" name="TextBox 147">
            <a:extLst>
              <a:ext uri="{FF2B5EF4-FFF2-40B4-BE49-F238E27FC236}">
                <a16:creationId xmlns:a16="http://schemas.microsoft.com/office/drawing/2014/main" id="{A9E8A5B2-5F43-5260-10E4-167341A3BE7E}"/>
              </a:ext>
            </a:extLst>
          </p:cNvPr>
          <p:cNvSpPr txBox="1">
            <a:spLocks/>
          </p:cNvSpPr>
          <p:nvPr/>
        </p:nvSpPr>
        <p:spPr>
          <a:xfrm>
            <a:off x="3695700" y="5400101"/>
            <a:ext cx="219644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&lt;= 1</a:t>
            </a:r>
          </a:p>
        </p:txBody>
      </p:sp>
      <p:sp>
        <p:nvSpPr>
          <p:cNvPr id="149" name="TextBox 148">
            <a:extLst>
              <a:ext uri="{FF2B5EF4-FFF2-40B4-BE49-F238E27FC236}">
                <a16:creationId xmlns:a16="http://schemas.microsoft.com/office/drawing/2014/main" id="{D67DCE79-F4D2-08D8-CEA8-9BC487626B1F}"/>
              </a:ext>
            </a:extLst>
          </p:cNvPr>
          <p:cNvSpPr txBox="1">
            <a:spLocks/>
          </p:cNvSpPr>
          <p:nvPr/>
        </p:nvSpPr>
        <p:spPr>
          <a:xfrm>
            <a:off x="6339117" y="5400101"/>
            <a:ext cx="121142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Small</a:t>
            </a:r>
          </a:p>
        </p:txBody>
      </p:sp>
      <p:sp>
        <p:nvSpPr>
          <p:cNvPr id="150" name="TextBox 149">
            <a:extLst>
              <a:ext uri="{FF2B5EF4-FFF2-40B4-BE49-F238E27FC236}">
                <a16:creationId xmlns:a16="http://schemas.microsoft.com/office/drawing/2014/main" id="{F2A14537-D9E6-9353-D8F4-69A4D48C5BED}"/>
              </a:ext>
            </a:extLst>
          </p:cNvPr>
          <p:cNvSpPr txBox="1">
            <a:spLocks/>
          </p:cNvSpPr>
          <p:nvPr/>
        </p:nvSpPr>
        <p:spPr>
          <a:xfrm>
            <a:off x="7997512" y="5400101"/>
            <a:ext cx="2493471"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&lt; 30 days</a:t>
            </a:r>
          </a:p>
        </p:txBody>
      </p:sp>
      <p:sp>
        <p:nvSpPr>
          <p:cNvPr id="152" name="TextBox 151">
            <a:extLst>
              <a:ext uri="{FF2B5EF4-FFF2-40B4-BE49-F238E27FC236}">
                <a16:creationId xmlns:a16="http://schemas.microsoft.com/office/drawing/2014/main" id="{2A1041F7-75B2-738B-2A30-EEDF71582533}"/>
              </a:ext>
            </a:extLst>
          </p:cNvPr>
          <p:cNvSpPr txBox="1">
            <a:spLocks/>
          </p:cNvSpPr>
          <p:nvPr/>
        </p:nvSpPr>
        <p:spPr>
          <a:xfrm>
            <a:off x="3695700" y="5577594"/>
            <a:ext cx="219644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800">
                <a:cs typeface="+mn-cs"/>
              </a:rPr>
              <a:t>&gt; 1 &amp; &lt;= 2</a:t>
            </a:r>
          </a:p>
        </p:txBody>
      </p:sp>
      <p:sp>
        <p:nvSpPr>
          <p:cNvPr id="153" name="TextBox 152">
            <a:extLst>
              <a:ext uri="{FF2B5EF4-FFF2-40B4-BE49-F238E27FC236}">
                <a16:creationId xmlns:a16="http://schemas.microsoft.com/office/drawing/2014/main" id="{D8289152-E3F8-28F1-4F49-5DC9CA6D182F}"/>
              </a:ext>
            </a:extLst>
          </p:cNvPr>
          <p:cNvSpPr txBox="1">
            <a:spLocks/>
          </p:cNvSpPr>
          <p:nvPr/>
        </p:nvSpPr>
        <p:spPr>
          <a:xfrm>
            <a:off x="6339117" y="5577594"/>
            <a:ext cx="121142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Medium</a:t>
            </a:r>
          </a:p>
        </p:txBody>
      </p:sp>
      <p:sp>
        <p:nvSpPr>
          <p:cNvPr id="154" name="TextBox 153">
            <a:extLst>
              <a:ext uri="{FF2B5EF4-FFF2-40B4-BE49-F238E27FC236}">
                <a16:creationId xmlns:a16="http://schemas.microsoft.com/office/drawing/2014/main" id="{B8843997-A923-F9BA-493A-30212385E5AB}"/>
              </a:ext>
            </a:extLst>
          </p:cNvPr>
          <p:cNvSpPr txBox="1">
            <a:spLocks/>
          </p:cNvSpPr>
          <p:nvPr/>
        </p:nvSpPr>
        <p:spPr>
          <a:xfrm>
            <a:off x="7997512" y="5577594"/>
            <a:ext cx="2493471"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30 – 60 days</a:t>
            </a:r>
          </a:p>
        </p:txBody>
      </p:sp>
      <p:sp>
        <p:nvSpPr>
          <p:cNvPr id="144" name="TextBox 143">
            <a:extLst>
              <a:ext uri="{FF2B5EF4-FFF2-40B4-BE49-F238E27FC236}">
                <a16:creationId xmlns:a16="http://schemas.microsoft.com/office/drawing/2014/main" id="{82EEB80B-609A-A5A5-7162-1CEEF3CE591F}"/>
              </a:ext>
            </a:extLst>
          </p:cNvPr>
          <p:cNvSpPr txBox="1">
            <a:spLocks/>
          </p:cNvSpPr>
          <p:nvPr/>
        </p:nvSpPr>
        <p:spPr>
          <a:xfrm>
            <a:off x="3695701" y="5193039"/>
            <a:ext cx="2196450" cy="157404"/>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cs typeface="+mn-cs"/>
              </a:rPr>
              <a:t>Weighted average score </a:t>
            </a:r>
          </a:p>
        </p:txBody>
      </p:sp>
      <p:sp>
        <p:nvSpPr>
          <p:cNvPr id="156" name="TextBox 155">
            <a:extLst>
              <a:ext uri="{FF2B5EF4-FFF2-40B4-BE49-F238E27FC236}">
                <a16:creationId xmlns:a16="http://schemas.microsoft.com/office/drawing/2014/main" id="{D66D574D-1B17-633F-1331-BF2CC26A6BDD}"/>
              </a:ext>
            </a:extLst>
          </p:cNvPr>
          <p:cNvSpPr txBox="1">
            <a:spLocks/>
          </p:cNvSpPr>
          <p:nvPr/>
        </p:nvSpPr>
        <p:spPr>
          <a:xfrm>
            <a:off x="3695700" y="5755087"/>
            <a:ext cx="219644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 2</a:t>
            </a:r>
          </a:p>
        </p:txBody>
      </p:sp>
      <p:sp>
        <p:nvSpPr>
          <p:cNvPr id="157" name="TextBox 156">
            <a:extLst>
              <a:ext uri="{FF2B5EF4-FFF2-40B4-BE49-F238E27FC236}">
                <a16:creationId xmlns:a16="http://schemas.microsoft.com/office/drawing/2014/main" id="{EF299C9D-AEF4-EE59-9BE0-3EDF67F74F37}"/>
              </a:ext>
            </a:extLst>
          </p:cNvPr>
          <p:cNvSpPr txBox="1">
            <a:spLocks/>
          </p:cNvSpPr>
          <p:nvPr/>
        </p:nvSpPr>
        <p:spPr>
          <a:xfrm>
            <a:off x="6339117" y="5755087"/>
            <a:ext cx="1211429"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Large</a:t>
            </a:r>
          </a:p>
        </p:txBody>
      </p:sp>
      <p:sp>
        <p:nvSpPr>
          <p:cNvPr id="158" name="TextBox 157">
            <a:extLst>
              <a:ext uri="{FF2B5EF4-FFF2-40B4-BE49-F238E27FC236}">
                <a16:creationId xmlns:a16="http://schemas.microsoft.com/office/drawing/2014/main" id="{D7A2C77C-BFCF-B213-1E61-828BDDB48977}"/>
              </a:ext>
            </a:extLst>
          </p:cNvPr>
          <p:cNvSpPr txBox="1">
            <a:spLocks/>
          </p:cNvSpPr>
          <p:nvPr/>
        </p:nvSpPr>
        <p:spPr>
          <a:xfrm>
            <a:off x="7997512" y="5755087"/>
            <a:ext cx="2493471" cy="126627"/>
          </a:xfrm>
          <a:prstGeom prst="rect">
            <a:avLst/>
          </a:prstGeom>
          <a:noFill/>
          <a:ln w="6350" cmpd="sng">
            <a:noFill/>
          </a:ln>
        </p:spPr>
        <p:txBody>
          <a:bodyPr vert="horz" wrap="square" lIns="3482" tIns="3482" rIns="3482"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cs typeface="+mn-cs"/>
              </a:rPr>
              <a:t>&gt; 60 days</a:t>
            </a:r>
          </a:p>
        </p:txBody>
      </p:sp>
      <p:cxnSp>
        <p:nvCxnSpPr>
          <p:cNvPr id="162" name="GreyLineSeparatorStrong 115">
            <a:extLst>
              <a:ext uri="{FF2B5EF4-FFF2-40B4-BE49-F238E27FC236}">
                <a16:creationId xmlns:a16="http://schemas.microsoft.com/office/drawing/2014/main" id="{274FE790-738F-F9F1-6A70-C4C300F8A924}"/>
              </a:ext>
            </a:extLst>
          </p:cNvPr>
          <p:cNvCxnSpPr>
            <a:cxnSpLocks/>
          </p:cNvCxnSpPr>
          <p:nvPr>
            <p:custDataLst>
              <p:tags r:id="rId23"/>
            </p:custDataLst>
          </p:nvPr>
        </p:nvCxnSpPr>
        <p:spPr>
          <a:xfrm>
            <a:off x="3695701" y="5374668"/>
            <a:ext cx="6795287"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5" name="GreyLineSeparatorStrong 115">
            <a:extLst>
              <a:ext uri="{FF2B5EF4-FFF2-40B4-BE49-F238E27FC236}">
                <a16:creationId xmlns:a16="http://schemas.microsoft.com/office/drawing/2014/main" id="{76B562DC-67EB-F293-1258-0F84F9C94675}"/>
              </a:ext>
            </a:extLst>
          </p:cNvPr>
          <p:cNvCxnSpPr>
            <a:cxnSpLocks/>
          </p:cNvCxnSpPr>
          <p:nvPr>
            <p:custDataLst>
              <p:tags r:id="rId24"/>
            </p:custDataLst>
          </p:nvPr>
        </p:nvCxnSpPr>
        <p:spPr>
          <a:xfrm>
            <a:off x="3695701" y="5552161"/>
            <a:ext cx="6795287"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6" name="GreyLineSeparatorStrong 115">
            <a:extLst>
              <a:ext uri="{FF2B5EF4-FFF2-40B4-BE49-F238E27FC236}">
                <a16:creationId xmlns:a16="http://schemas.microsoft.com/office/drawing/2014/main" id="{8EE479A2-F83E-2825-A797-4CC75F89A93B}"/>
              </a:ext>
            </a:extLst>
          </p:cNvPr>
          <p:cNvCxnSpPr>
            <a:cxnSpLocks/>
          </p:cNvCxnSpPr>
          <p:nvPr>
            <p:custDataLst>
              <p:tags r:id="rId25"/>
            </p:custDataLst>
          </p:nvPr>
        </p:nvCxnSpPr>
        <p:spPr>
          <a:xfrm>
            <a:off x="3695701" y="5729654"/>
            <a:ext cx="6795287"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C38788D8-7FC7-C423-9380-637C930F4036}"/>
              </a:ext>
            </a:extLst>
          </p:cNvPr>
          <p:cNvSpPr txBox="1">
            <a:spLocks/>
          </p:cNvSpPr>
          <p:nvPr/>
        </p:nvSpPr>
        <p:spPr>
          <a:xfrm>
            <a:off x="10823925" y="5346151"/>
            <a:ext cx="813335" cy="369332"/>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Tx/>
              <a:buSzTx/>
              <a:buNone/>
              <a:defRPr/>
            </a:pPr>
            <a:r>
              <a:rPr kumimoji="0" lang="en-US" sz="800" b="0" i="0" u="none" strike="noStrike" kern="1200" cap="none" spc="0" normalizeH="0" baseline="0" noProof="0">
                <a:ln>
                  <a:noFill/>
                </a:ln>
                <a:effectLst/>
                <a:uLnTx/>
                <a:uFillTx/>
                <a:cs typeface="+mn-cs"/>
              </a:rPr>
              <a:t>This may vary as per skill level of team resources</a:t>
            </a:r>
          </a:p>
        </p:txBody>
      </p:sp>
      <p:cxnSp>
        <p:nvCxnSpPr>
          <p:cNvPr id="196" name="GreyLineSeparatorStrong 115">
            <a:extLst>
              <a:ext uri="{FF2B5EF4-FFF2-40B4-BE49-F238E27FC236}">
                <a16:creationId xmlns:a16="http://schemas.microsoft.com/office/drawing/2014/main" id="{9072D85C-6AEE-865C-857D-AAC2944B2959}"/>
              </a:ext>
            </a:extLst>
          </p:cNvPr>
          <p:cNvCxnSpPr>
            <a:cxnSpLocks/>
          </p:cNvCxnSpPr>
          <p:nvPr>
            <p:custDataLst>
              <p:tags r:id="rId26"/>
            </p:custDataLst>
          </p:nvPr>
        </p:nvCxnSpPr>
        <p:spPr>
          <a:xfrm>
            <a:off x="10748473" y="5206091"/>
            <a:ext cx="0" cy="649448"/>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8" name="GreyLineSeparatorStrong 115">
            <a:extLst>
              <a:ext uri="{FF2B5EF4-FFF2-40B4-BE49-F238E27FC236}">
                <a16:creationId xmlns:a16="http://schemas.microsoft.com/office/drawing/2014/main" id="{BD4B03F1-BA73-CAE6-3863-FFEE363CD934}"/>
              </a:ext>
            </a:extLst>
          </p:cNvPr>
          <p:cNvCxnSpPr>
            <a:cxnSpLocks/>
          </p:cNvCxnSpPr>
          <p:nvPr>
            <p:custDataLst>
              <p:tags r:id="rId27"/>
            </p:custDataLst>
          </p:nvPr>
        </p:nvCxnSpPr>
        <p:spPr>
          <a:xfrm>
            <a:off x="10490988" y="5267407"/>
            <a:ext cx="257485"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AFD8D4D-B160-4B61-6409-F83DEB8C7588}"/>
              </a:ext>
            </a:extLst>
          </p:cNvPr>
          <p:cNvSpPr txBox="1">
            <a:spLocks/>
          </p:cNvSpPr>
          <p:nvPr/>
        </p:nvSpPr>
        <p:spPr>
          <a:xfrm>
            <a:off x="3695702" y="4950018"/>
            <a:ext cx="7941558" cy="18466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Weighted average scores will determine overall effort required for the IT change  </a:t>
            </a:r>
          </a:p>
        </p:txBody>
      </p:sp>
      <p:cxnSp>
        <p:nvCxnSpPr>
          <p:cNvPr id="37" name="LineBasicStrong 25">
            <a:extLst>
              <a:ext uri="{FF2B5EF4-FFF2-40B4-BE49-F238E27FC236}">
                <a16:creationId xmlns:a16="http://schemas.microsoft.com/office/drawing/2014/main" id="{DBC150E0-7650-D57D-31E6-42801CA22535}"/>
              </a:ext>
            </a:extLst>
          </p:cNvPr>
          <p:cNvCxnSpPr>
            <a:cxnSpLocks/>
          </p:cNvCxnSpPr>
          <p:nvPr>
            <p:custDataLst>
              <p:tags r:id="rId28"/>
            </p:custDataLst>
          </p:nvPr>
        </p:nvCxnSpPr>
        <p:spPr>
          <a:xfrm>
            <a:off x="3695702" y="5163327"/>
            <a:ext cx="794155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40F37E9-7DEE-362E-1EA2-EB953E6B64FF}"/>
              </a:ext>
            </a:extLst>
          </p:cNvPr>
          <p:cNvSpPr txBox="1">
            <a:spLocks/>
          </p:cNvSpPr>
          <p:nvPr/>
        </p:nvSpPr>
        <p:spPr>
          <a:xfrm>
            <a:off x="3695702" y="6057145"/>
            <a:ext cx="7941558"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cs typeface="+mn-cs"/>
              </a:rPr>
              <a:t>These frameworks follow standard review/ version control processes to make updates to the parameters on</a:t>
            </a:r>
            <a:br>
              <a:rPr lang="en-US" sz="1000" b="1" dirty="0">
                <a:cs typeface="+mn-cs"/>
              </a:rPr>
            </a:br>
            <a:r>
              <a:rPr lang="en-US" sz="1000" b="1" dirty="0">
                <a:cs typeface="+mn-cs"/>
              </a:rPr>
              <a:t>an annual/bi-annual basis</a:t>
            </a:r>
          </a:p>
        </p:txBody>
      </p:sp>
      <p:cxnSp>
        <p:nvCxnSpPr>
          <p:cNvPr id="48" name="LineBasicStrong 25">
            <a:extLst>
              <a:ext uri="{FF2B5EF4-FFF2-40B4-BE49-F238E27FC236}">
                <a16:creationId xmlns:a16="http://schemas.microsoft.com/office/drawing/2014/main" id="{E920F147-80BC-54A8-9A58-42BBB2A403E2}"/>
              </a:ext>
            </a:extLst>
          </p:cNvPr>
          <p:cNvCxnSpPr>
            <a:cxnSpLocks/>
          </p:cNvCxnSpPr>
          <p:nvPr>
            <p:custDataLst>
              <p:tags r:id="rId29"/>
            </p:custDataLst>
          </p:nvPr>
        </p:nvCxnSpPr>
        <p:spPr>
          <a:xfrm>
            <a:off x="3695702" y="6001576"/>
            <a:ext cx="7941558" cy="0"/>
          </a:xfrm>
          <a:prstGeom prst="straightConnector1">
            <a:avLst/>
          </a:prstGeom>
          <a:ln w="190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8" name="Sticker">
            <a:extLst>
              <a:ext uri="{FF2B5EF4-FFF2-40B4-BE49-F238E27FC236}">
                <a16:creationId xmlns:a16="http://schemas.microsoft.com/office/drawing/2014/main" id="{66DF695F-BC3A-3BDB-BDFA-9B5066D09FE1}"/>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t>ILLUSTRATIVE</a:t>
            </a:r>
          </a:p>
        </p:txBody>
      </p:sp>
    </p:spTree>
    <p:extLst>
      <p:ext uri="{BB962C8B-B14F-4D97-AF65-F5344CB8AC3E}">
        <p14:creationId xmlns:p14="http://schemas.microsoft.com/office/powerpoint/2010/main" val="3128480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Object 2" hidden="1">
            <a:extLst>
              <a:ext uri="{FF2B5EF4-FFF2-40B4-BE49-F238E27FC236}">
                <a16:creationId xmlns:a16="http://schemas.microsoft.com/office/drawing/2014/main" id="{0030DCB8-A15D-4EC8-A6B9-21EFBEB73A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395" imgH="396" progId="TCLayout.ActiveDocument.1">
                  <p:embed/>
                </p:oleObj>
              </mc:Choice>
              <mc:Fallback>
                <p:oleObj name="think-cell Slide" r:id="rId53" imgW="395" imgH="396" progId="TCLayout.ActiveDocument.1">
                  <p:embed/>
                  <p:pic>
                    <p:nvPicPr>
                      <p:cNvPr id="78" name="Object 2" hidden="1">
                        <a:extLst>
                          <a:ext uri="{FF2B5EF4-FFF2-40B4-BE49-F238E27FC236}">
                            <a16:creationId xmlns:a16="http://schemas.microsoft.com/office/drawing/2014/main" id="{0030DCB8-A15D-4EC8-A6B9-21EFBEB73A18}"/>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BBC1FF24-8E5E-4EE3-9B22-C71D227370F8}"/>
              </a:ext>
            </a:extLst>
          </p:cNvPr>
          <p:cNvSpPr>
            <a:spLocks noGrp="1"/>
          </p:cNvSpPr>
          <p:nvPr>
            <p:ph type="title"/>
            <p:custDataLst>
              <p:tags r:id="rId2"/>
            </p:custDataLst>
          </p:nvPr>
        </p:nvSpPr>
        <p:spPr>
          <a:xfrm>
            <a:off x="554736" y="953992"/>
            <a:ext cx="2653284" cy="2769989"/>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sz="2000" dirty="0"/>
              <a:t>3. Requirement pipeline discussions should follow an iterative method of prioritizing demands, considering development capacity </a:t>
            </a:r>
          </a:p>
        </p:txBody>
      </p:sp>
      <p:sp>
        <p:nvSpPr>
          <p:cNvPr id="4" name="Freeform: Shape 3">
            <a:extLst>
              <a:ext uri="{FF2B5EF4-FFF2-40B4-BE49-F238E27FC236}">
                <a16:creationId xmlns:a16="http://schemas.microsoft.com/office/drawing/2014/main" id="{6451D20C-D1C9-2E24-389E-3404BBCA55DD}"/>
              </a:ext>
            </a:extLst>
          </p:cNvPr>
          <p:cNvSpPr/>
          <p:nvPr/>
        </p:nvSpPr>
        <p:spPr>
          <a:xfrm>
            <a:off x="2340651" y="6534487"/>
            <a:ext cx="657678" cy="167173"/>
          </a:xfrm>
          <a:custGeom>
            <a:avLst/>
            <a:gdLst>
              <a:gd name="connsiteX0" fmla="*/ 5257 w 414573"/>
              <a:gd name="connsiteY0" fmla="*/ 0 h 105379"/>
              <a:gd name="connsiteX1" fmla="*/ 0 w 414573"/>
              <a:gd name="connsiteY1" fmla="*/ 104267 h 105379"/>
              <a:gd name="connsiteX2" fmla="*/ 414573 w 414573"/>
              <a:gd name="connsiteY2" fmla="*/ 105380 h 105379"/>
              <a:gd name="connsiteX3" fmla="*/ 396690 w 414573"/>
              <a:gd name="connsiteY3" fmla="*/ 46051 h 105379"/>
            </a:gdLst>
            <a:ahLst/>
            <a:cxnLst>
              <a:cxn ang="0">
                <a:pos x="connsiteX0" y="connsiteY0"/>
              </a:cxn>
              <a:cxn ang="0">
                <a:pos x="connsiteX1" y="connsiteY1"/>
              </a:cxn>
              <a:cxn ang="0">
                <a:pos x="connsiteX2" y="connsiteY2"/>
              </a:cxn>
              <a:cxn ang="0">
                <a:pos x="connsiteX3" y="connsiteY3"/>
              </a:cxn>
            </a:cxnLst>
            <a:rect l="l" t="t" r="r" b="b"/>
            <a:pathLst>
              <a:path w="414573" h="105379">
                <a:moveTo>
                  <a:pt x="5257" y="0"/>
                </a:moveTo>
                <a:lnTo>
                  <a:pt x="0" y="104267"/>
                </a:lnTo>
                <a:lnTo>
                  <a:pt x="414573" y="105380"/>
                </a:lnTo>
                <a:lnTo>
                  <a:pt x="396690" y="46051"/>
                </a:ln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 name="Freeform: Shape 4">
            <a:extLst>
              <a:ext uri="{FF2B5EF4-FFF2-40B4-BE49-F238E27FC236}">
                <a16:creationId xmlns:a16="http://schemas.microsoft.com/office/drawing/2014/main" id="{0B19694C-805B-82FC-F4B7-FC96952AC507}"/>
              </a:ext>
            </a:extLst>
          </p:cNvPr>
          <p:cNvSpPr/>
          <p:nvPr/>
        </p:nvSpPr>
        <p:spPr>
          <a:xfrm>
            <a:off x="2284032" y="5489246"/>
            <a:ext cx="192803" cy="659754"/>
          </a:xfrm>
          <a:custGeom>
            <a:avLst/>
            <a:gdLst>
              <a:gd name="connsiteX0" fmla="*/ 108757 w 121535"/>
              <a:gd name="connsiteY0" fmla="*/ 5 h 415882"/>
              <a:gd name="connsiteX1" fmla="*/ 58868 w 121535"/>
              <a:gd name="connsiteY1" fmla="*/ 91033 h 415882"/>
              <a:gd name="connsiteX2" fmla="*/ 60787 w 121535"/>
              <a:gd name="connsiteY2" fmla="*/ 241274 h 415882"/>
              <a:gd name="connsiteX3" fmla="*/ 0 w 121535"/>
              <a:gd name="connsiteY3" fmla="*/ 309889 h 415882"/>
              <a:gd name="connsiteX4" fmla="*/ 77365 w 121535"/>
              <a:gd name="connsiteY4" fmla="*/ 415883 h 415882"/>
              <a:gd name="connsiteX5" fmla="*/ 121536 w 121535"/>
              <a:gd name="connsiteY5" fmla="*/ 333951 h 415882"/>
              <a:gd name="connsiteX6" fmla="*/ 119579 w 121535"/>
              <a:gd name="connsiteY6" fmla="*/ 216713 h 415882"/>
              <a:gd name="connsiteX7" fmla="*/ 108757 w 121535"/>
              <a:gd name="connsiteY7" fmla="*/ 5 h 41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35" h="415882">
                <a:moveTo>
                  <a:pt x="108757" y="5"/>
                </a:moveTo>
                <a:cubicBezTo>
                  <a:pt x="108757" y="5"/>
                  <a:pt x="46933" y="-2336"/>
                  <a:pt x="58868" y="91033"/>
                </a:cubicBezTo>
                <a:cubicBezTo>
                  <a:pt x="58868" y="91033"/>
                  <a:pt x="66927" y="222776"/>
                  <a:pt x="60787" y="241274"/>
                </a:cubicBezTo>
                <a:cubicBezTo>
                  <a:pt x="60787" y="241274"/>
                  <a:pt x="38875" y="287631"/>
                  <a:pt x="0" y="309889"/>
                </a:cubicBezTo>
                <a:cubicBezTo>
                  <a:pt x="0" y="309889"/>
                  <a:pt x="7368" y="394316"/>
                  <a:pt x="77365" y="415883"/>
                </a:cubicBezTo>
                <a:cubicBezTo>
                  <a:pt x="77365" y="415883"/>
                  <a:pt x="118811" y="378774"/>
                  <a:pt x="121536" y="333951"/>
                </a:cubicBezTo>
                <a:lnTo>
                  <a:pt x="119579" y="216713"/>
                </a:lnTo>
                <a:cubicBezTo>
                  <a:pt x="119540" y="216751"/>
                  <a:pt x="66582" y="29862"/>
                  <a:pt x="108757" y="5"/>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8" name="Freeform: Shape 7">
            <a:extLst>
              <a:ext uri="{FF2B5EF4-FFF2-40B4-BE49-F238E27FC236}">
                <a16:creationId xmlns:a16="http://schemas.microsoft.com/office/drawing/2014/main" id="{355F913C-BFF8-505E-69AD-EBF7EECBC8B3}"/>
              </a:ext>
            </a:extLst>
          </p:cNvPr>
          <p:cNvSpPr/>
          <p:nvPr/>
        </p:nvSpPr>
        <p:spPr>
          <a:xfrm>
            <a:off x="2283972" y="5917320"/>
            <a:ext cx="174531" cy="234091"/>
          </a:xfrm>
          <a:custGeom>
            <a:avLst/>
            <a:gdLst>
              <a:gd name="connsiteX0" fmla="*/ 21145 w 110017"/>
              <a:gd name="connsiteY0" fmla="*/ 2709 h 147561"/>
              <a:gd name="connsiteX1" fmla="*/ 0 w 110017"/>
              <a:gd name="connsiteY1" fmla="*/ 40049 h 147561"/>
              <a:gd name="connsiteX2" fmla="*/ 69000 w 110017"/>
              <a:gd name="connsiteY2" fmla="*/ 144853 h 147561"/>
              <a:gd name="connsiteX3" fmla="*/ 98511 w 110017"/>
              <a:gd name="connsiteY3" fmla="*/ 137638 h 147561"/>
              <a:gd name="connsiteX4" fmla="*/ 109716 w 110017"/>
              <a:gd name="connsiteY4" fmla="*/ 94504 h 147561"/>
              <a:gd name="connsiteX5" fmla="*/ 40410 w 110017"/>
              <a:gd name="connsiteY5" fmla="*/ 9003 h 147561"/>
              <a:gd name="connsiteX6" fmla="*/ 21145 w 110017"/>
              <a:gd name="connsiteY6" fmla="*/ 2709 h 147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017" h="147561">
                <a:moveTo>
                  <a:pt x="21145" y="2709"/>
                </a:moveTo>
                <a:cubicBezTo>
                  <a:pt x="13048" y="9233"/>
                  <a:pt x="4106" y="20592"/>
                  <a:pt x="0" y="40049"/>
                </a:cubicBezTo>
                <a:cubicBezTo>
                  <a:pt x="0" y="40049"/>
                  <a:pt x="7138" y="111197"/>
                  <a:pt x="69000" y="144853"/>
                </a:cubicBezTo>
                <a:cubicBezTo>
                  <a:pt x="79131" y="150379"/>
                  <a:pt x="92025" y="147194"/>
                  <a:pt x="98511" y="137638"/>
                </a:cubicBezTo>
                <a:cubicBezTo>
                  <a:pt x="105188" y="127852"/>
                  <a:pt x="111482" y="113270"/>
                  <a:pt x="109716" y="94504"/>
                </a:cubicBezTo>
                <a:cubicBezTo>
                  <a:pt x="109716" y="94504"/>
                  <a:pt x="56528" y="68408"/>
                  <a:pt x="40410" y="9003"/>
                </a:cubicBezTo>
                <a:cubicBezTo>
                  <a:pt x="38146" y="522"/>
                  <a:pt x="27976" y="-2817"/>
                  <a:pt x="21145" y="2709"/>
                </a:cubicBezTo>
                <a:close/>
              </a:path>
            </a:pathLst>
          </a:custGeom>
          <a:solidFill>
            <a:schemeClr val="accent2">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9" name="Freeform: Shape 8">
            <a:extLst>
              <a:ext uri="{FF2B5EF4-FFF2-40B4-BE49-F238E27FC236}">
                <a16:creationId xmlns:a16="http://schemas.microsoft.com/office/drawing/2014/main" id="{7AE49E5F-8D71-3D00-853A-A81C2E992437}"/>
              </a:ext>
            </a:extLst>
          </p:cNvPr>
          <p:cNvSpPr/>
          <p:nvPr/>
        </p:nvSpPr>
        <p:spPr>
          <a:xfrm>
            <a:off x="1737941" y="5560785"/>
            <a:ext cx="634609" cy="662528"/>
          </a:xfrm>
          <a:custGeom>
            <a:avLst/>
            <a:gdLst>
              <a:gd name="connsiteX0" fmla="*/ 344195 w 400031"/>
              <a:gd name="connsiteY0" fmla="*/ 264794 h 417630"/>
              <a:gd name="connsiteX1" fmla="*/ 297530 w 400031"/>
              <a:gd name="connsiteY1" fmla="*/ 291887 h 417630"/>
              <a:gd name="connsiteX2" fmla="*/ 272164 w 400031"/>
              <a:gd name="connsiteY2" fmla="*/ 287704 h 417630"/>
              <a:gd name="connsiteX3" fmla="*/ 165748 w 400031"/>
              <a:gd name="connsiteY3" fmla="*/ 165708 h 417630"/>
              <a:gd name="connsiteX4" fmla="*/ 145217 w 400031"/>
              <a:gd name="connsiteY4" fmla="*/ 69768 h 417630"/>
              <a:gd name="connsiteX5" fmla="*/ 115207 w 400031"/>
              <a:gd name="connsiteY5" fmla="*/ 21185 h 417630"/>
              <a:gd name="connsiteX6" fmla="*/ 105997 w 400031"/>
              <a:gd name="connsiteY6" fmla="*/ 22029 h 417630"/>
              <a:gd name="connsiteX7" fmla="*/ 118315 w 400031"/>
              <a:gd name="connsiteY7" fmla="*/ 77597 h 417630"/>
              <a:gd name="connsiteX8" fmla="*/ 40106 w 400031"/>
              <a:gd name="connsiteY8" fmla="*/ 3187 h 417630"/>
              <a:gd name="connsiteX9" fmla="*/ 20572 w 400031"/>
              <a:gd name="connsiteY9" fmla="*/ 6180 h 417630"/>
              <a:gd name="connsiteX10" fmla="*/ 4953 w 400031"/>
              <a:gd name="connsiteY10" fmla="*/ 31508 h 417630"/>
              <a:gd name="connsiteX11" fmla="*/ 7256 w 400031"/>
              <a:gd name="connsiteY11" fmla="*/ 69884 h 417630"/>
              <a:gd name="connsiteX12" fmla="*/ 68811 w 400031"/>
              <a:gd name="connsiteY12" fmla="*/ 147249 h 417630"/>
              <a:gd name="connsiteX13" fmla="*/ 139115 w 400031"/>
              <a:gd name="connsiteY13" fmla="*/ 212603 h 417630"/>
              <a:gd name="connsiteX14" fmla="*/ 237741 w 400031"/>
              <a:gd name="connsiteY14" fmla="*/ 390436 h 417630"/>
              <a:gd name="connsiteX15" fmla="*/ 309312 w 400031"/>
              <a:gd name="connsiteY15" fmla="*/ 411120 h 417630"/>
              <a:gd name="connsiteX16" fmla="*/ 400032 w 400031"/>
              <a:gd name="connsiteY16" fmla="*/ 361347 h 417630"/>
              <a:gd name="connsiteX17" fmla="*/ 344195 w 400031"/>
              <a:gd name="connsiteY17" fmla="*/ 264794 h 41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0031" h="417630">
                <a:moveTo>
                  <a:pt x="344195" y="264794"/>
                </a:moveTo>
                <a:lnTo>
                  <a:pt x="297530" y="291887"/>
                </a:lnTo>
                <a:cubicBezTo>
                  <a:pt x="289164" y="296761"/>
                  <a:pt x="278534" y="294995"/>
                  <a:pt x="272164" y="287704"/>
                </a:cubicBezTo>
                <a:lnTo>
                  <a:pt x="165748" y="165708"/>
                </a:lnTo>
                <a:lnTo>
                  <a:pt x="145217" y="69768"/>
                </a:lnTo>
                <a:lnTo>
                  <a:pt x="115207" y="21185"/>
                </a:lnTo>
                <a:cubicBezTo>
                  <a:pt x="112981" y="17539"/>
                  <a:pt x="107378" y="18000"/>
                  <a:pt x="105997" y="22029"/>
                </a:cubicBezTo>
                <a:cubicBezTo>
                  <a:pt x="103349" y="29819"/>
                  <a:pt x="103963" y="51617"/>
                  <a:pt x="118315" y="77597"/>
                </a:cubicBezTo>
                <a:lnTo>
                  <a:pt x="40106" y="3187"/>
                </a:lnTo>
                <a:cubicBezTo>
                  <a:pt x="34081" y="-2071"/>
                  <a:pt x="24755" y="-651"/>
                  <a:pt x="20572" y="6180"/>
                </a:cubicBezTo>
                <a:lnTo>
                  <a:pt x="4953" y="31508"/>
                </a:lnTo>
                <a:cubicBezTo>
                  <a:pt x="-2415" y="43519"/>
                  <a:pt x="-1494" y="58831"/>
                  <a:pt x="7256" y="69884"/>
                </a:cubicBezTo>
                <a:lnTo>
                  <a:pt x="68811" y="147249"/>
                </a:lnTo>
                <a:lnTo>
                  <a:pt x="139115" y="212603"/>
                </a:lnTo>
                <a:lnTo>
                  <a:pt x="237741" y="390436"/>
                </a:lnTo>
                <a:cubicBezTo>
                  <a:pt x="251825" y="415841"/>
                  <a:pt x="283830" y="425089"/>
                  <a:pt x="309312" y="411120"/>
                </a:cubicBezTo>
                <a:lnTo>
                  <a:pt x="400032" y="361347"/>
                </a:lnTo>
                <a:cubicBezTo>
                  <a:pt x="400070" y="361347"/>
                  <a:pt x="357780" y="341392"/>
                  <a:pt x="344195" y="264794"/>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0" name="Freeform: Shape 9">
            <a:extLst>
              <a:ext uri="{FF2B5EF4-FFF2-40B4-BE49-F238E27FC236}">
                <a16:creationId xmlns:a16="http://schemas.microsoft.com/office/drawing/2014/main" id="{CC7E7B66-1986-16B0-7FD6-D894F247B379}"/>
              </a:ext>
            </a:extLst>
          </p:cNvPr>
          <p:cNvSpPr/>
          <p:nvPr/>
        </p:nvSpPr>
        <p:spPr>
          <a:xfrm>
            <a:off x="2346982" y="5440916"/>
            <a:ext cx="656683" cy="1197052"/>
          </a:xfrm>
          <a:custGeom>
            <a:avLst/>
            <a:gdLst>
              <a:gd name="connsiteX0" fmla="*/ 240923 w 413946"/>
              <a:gd name="connsiteY0" fmla="*/ 0 h 754572"/>
              <a:gd name="connsiteX1" fmla="*/ 374893 w 413946"/>
              <a:gd name="connsiteY1" fmla="*/ 62744 h 754572"/>
              <a:gd name="connsiteX2" fmla="*/ 394963 w 413946"/>
              <a:gd name="connsiteY2" fmla="*/ 724648 h 754572"/>
              <a:gd name="connsiteX3" fmla="*/ 0 w 413946"/>
              <a:gd name="connsiteY3" fmla="*/ 688806 h 754572"/>
              <a:gd name="connsiteX4" fmla="*/ 63704 w 413946"/>
              <a:gd name="connsiteY4" fmla="*/ 264140 h 754572"/>
              <a:gd name="connsiteX5" fmla="*/ 69076 w 413946"/>
              <a:gd name="connsiteY5" fmla="*/ 30432 h 754572"/>
              <a:gd name="connsiteX6" fmla="*/ 98280 w 413946"/>
              <a:gd name="connsiteY6" fmla="*/ 16386 h 754572"/>
              <a:gd name="connsiteX7" fmla="*/ 240923 w 413946"/>
              <a:gd name="connsiteY7" fmla="*/ 0 h 75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3946" h="754572">
                <a:moveTo>
                  <a:pt x="240923" y="0"/>
                </a:moveTo>
                <a:cubicBezTo>
                  <a:pt x="240923" y="0"/>
                  <a:pt x="357701" y="46972"/>
                  <a:pt x="374893" y="62744"/>
                </a:cubicBezTo>
                <a:cubicBezTo>
                  <a:pt x="374893" y="62744"/>
                  <a:pt x="447270" y="192492"/>
                  <a:pt x="394963" y="724648"/>
                </a:cubicBezTo>
                <a:cubicBezTo>
                  <a:pt x="394963" y="724648"/>
                  <a:pt x="215019" y="811723"/>
                  <a:pt x="0" y="688806"/>
                </a:cubicBezTo>
                <a:cubicBezTo>
                  <a:pt x="0" y="688806"/>
                  <a:pt x="87458" y="513697"/>
                  <a:pt x="63704" y="264140"/>
                </a:cubicBezTo>
                <a:cubicBezTo>
                  <a:pt x="63704" y="264140"/>
                  <a:pt x="26403" y="61286"/>
                  <a:pt x="69076" y="30432"/>
                </a:cubicBezTo>
                <a:lnTo>
                  <a:pt x="98280" y="16386"/>
                </a:lnTo>
                <a:lnTo>
                  <a:pt x="240923" y="0"/>
                </a:lnTo>
                <a:close/>
              </a:path>
            </a:pathLst>
          </a:custGeom>
          <a:solidFill>
            <a:srgbClr val="24AE5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1" name="Freeform: Shape 10">
            <a:extLst>
              <a:ext uri="{FF2B5EF4-FFF2-40B4-BE49-F238E27FC236}">
                <a16:creationId xmlns:a16="http://schemas.microsoft.com/office/drawing/2014/main" id="{4341B09E-3CC5-93BF-571C-840D70134418}"/>
              </a:ext>
            </a:extLst>
          </p:cNvPr>
          <p:cNvSpPr/>
          <p:nvPr/>
        </p:nvSpPr>
        <p:spPr>
          <a:xfrm>
            <a:off x="2430442" y="4946401"/>
            <a:ext cx="344437" cy="593729"/>
          </a:xfrm>
          <a:custGeom>
            <a:avLst/>
            <a:gdLst>
              <a:gd name="connsiteX0" fmla="*/ 216173 w 217119"/>
              <a:gd name="connsiteY0" fmla="*/ 98775 h 374262"/>
              <a:gd name="connsiteX1" fmla="*/ 177030 w 217119"/>
              <a:gd name="connsiteY1" fmla="*/ 213518 h 374262"/>
              <a:gd name="connsiteX2" fmla="*/ 188351 w 217119"/>
              <a:gd name="connsiteY2" fmla="*/ 311722 h 374262"/>
              <a:gd name="connsiteX3" fmla="*/ 104231 w 217119"/>
              <a:gd name="connsiteY3" fmla="*/ 373775 h 374262"/>
              <a:gd name="connsiteX4" fmla="*/ 45708 w 217119"/>
              <a:gd name="connsiteY4" fmla="*/ 328185 h 374262"/>
              <a:gd name="connsiteX5" fmla="*/ 62210 w 217119"/>
              <a:gd name="connsiteY5" fmla="*/ 278642 h 374262"/>
              <a:gd name="connsiteX6" fmla="*/ 54880 w 217119"/>
              <a:gd name="connsiteY6" fmla="*/ 271120 h 374262"/>
              <a:gd name="connsiteX7" fmla="*/ 310 w 217119"/>
              <a:gd name="connsiteY7" fmla="*/ 107678 h 374262"/>
              <a:gd name="connsiteX8" fmla="*/ 14432 w 217119"/>
              <a:gd name="connsiteY8" fmla="*/ 58979 h 374262"/>
              <a:gd name="connsiteX9" fmla="*/ 97861 w 217119"/>
              <a:gd name="connsiteY9" fmla="*/ 725 h 374262"/>
              <a:gd name="connsiteX10" fmla="*/ 216173 w 217119"/>
              <a:gd name="connsiteY10" fmla="*/ 98775 h 37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119" h="374262">
                <a:moveTo>
                  <a:pt x="216173" y="98775"/>
                </a:moveTo>
                <a:cubicBezTo>
                  <a:pt x="219857" y="137151"/>
                  <a:pt x="213986" y="182626"/>
                  <a:pt x="177030" y="213518"/>
                </a:cubicBezTo>
                <a:lnTo>
                  <a:pt x="188351" y="311722"/>
                </a:lnTo>
                <a:cubicBezTo>
                  <a:pt x="176838" y="352745"/>
                  <a:pt x="139652" y="378150"/>
                  <a:pt x="104231" y="373775"/>
                </a:cubicBezTo>
                <a:cubicBezTo>
                  <a:pt x="65433" y="368978"/>
                  <a:pt x="46898" y="330718"/>
                  <a:pt x="45708" y="328185"/>
                </a:cubicBezTo>
                <a:cubicBezTo>
                  <a:pt x="45708" y="328185"/>
                  <a:pt x="69117" y="312911"/>
                  <a:pt x="62210" y="278642"/>
                </a:cubicBezTo>
                <a:cubicBezTo>
                  <a:pt x="61442" y="274919"/>
                  <a:pt x="58564" y="272080"/>
                  <a:pt x="54880" y="271120"/>
                </a:cubicBezTo>
                <a:cubicBezTo>
                  <a:pt x="39108" y="266899"/>
                  <a:pt x="-4065" y="243029"/>
                  <a:pt x="310" y="107678"/>
                </a:cubicBezTo>
                <a:cubicBezTo>
                  <a:pt x="847" y="90524"/>
                  <a:pt x="5605" y="73715"/>
                  <a:pt x="14432" y="58979"/>
                </a:cubicBezTo>
                <a:cubicBezTo>
                  <a:pt x="28324" y="35800"/>
                  <a:pt x="54381" y="5790"/>
                  <a:pt x="97861" y="725"/>
                </a:cubicBezTo>
                <a:cubicBezTo>
                  <a:pt x="157458" y="-6336"/>
                  <a:pt x="210455" y="39062"/>
                  <a:pt x="216173" y="98775"/>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2" name="Freeform: Shape 11">
            <a:extLst>
              <a:ext uri="{FF2B5EF4-FFF2-40B4-BE49-F238E27FC236}">
                <a16:creationId xmlns:a16="http://schemas.microsoft.com/office/drawing/2014/main" id="{E68903F0-E2F2-C613-B104-E64CCD3EA819}"/>
              </a:ext>
            </a:extLst>
          </p:cNvPr>
          <p:cNvSpPr/>
          <p:nvPr/>
        </p:nvSpPr>
        <p:spPr>
          <a:xfrm>
            <a:off x="2445159" y="5192347"/>
            <a:ext cx="271249" cy="268308"/>
          </a:xfrm>
          <a:custGeom>
            <a:avLst/>
            <a:gdLst>
              <a:gd name="connsiteX0" fmla="*/ 142847 w 170984"/>
              <a:gd name="connsiteY0" fmla="*/ 1036 h 169130"/>
              <a:gd name="connsiteX1" fmla="*/ 93573 w 170984"/>
              <a:gd name="connsiteY1" fmla="*/ 66237 h 169130"/>
              <a:gd name="connsiteX2" fmla="*/ 2124 w 170984"/>
              <a:gd name="connsiteY2" fmla="*/ 65699 h 169130"/>
              <a:gd name="connsiteX3" fmla="*/ 320 w 170984"/>
              <a:gd name="connsiteY3" fmla="*/ 126678 h 169130"/>
              <a:gd name="connsiteX4" fmla="*/ 30637 w 170984"/>
              <a:gd name="connsiteY4" fmla="*/ 165476 h 169130"/>
              <a:gd name="connsiteX5" fmla="*/ 143999 w 170984"/>
              <a:gd name="connsiteY5" fmla="*/ 150970 h 169130"/>
              <a:gd name="connsiteX6" fmla="*/ 168828 w 170984"/>
              <a:gd name="connsiteY6" fmla="*/ 121651 h 169130"/>
              <a:gd name="connsiteX7" fmla="*/ 168713 w 170984"/>
              <a:gd name="connsiteY7" fmla="*/ 67580 h 169130"/>
              <a:gd name="connsiteX8" fmla="*/ 161229 w 170984"/>
              <a:gd name="connsiteY8" fmla="*/ 0 h 169130"/>
              <a:gd name="connsiteX9" fmla="*/ 142847 w 170984"/>
              <a:gd name="connsiteY9" fmla="*/ 1036 h 169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984" h="169130">
                <a:moveTo>
                  <a:pt x="142847" y="1036"/>
                </a:moveTo>
                <a:cubicBezTo>
                  <a:pt x="142847" y="1036"/>
                  <a:pt x="156701" y="58945"/>
                  <a:pt x="93573" y="66237"/>
                </a:cubicBezTo>
                <a:cubicBezTo>
                  <a:pt x="93573" y="66237"/>
                  <a:pt x="40845" y="24944"/>
                  <a:pt x="2124" y="65699"/>
                </a:cubicBezTo>
                <a:cubicBezTo>
                  <a:pt x="2124" y="65699"/>
                  <a:pt x="-985" y="93483"/>
                  <a:pt x="320" y="126678"/>
                </a:cubicBezTo>
                <a:cubicBezTo>
                  <a:pt x="1049" y="144753"/>
                  <a:pt x="13214" y="160602"/>
                  <a:pt x="30637" y="165476"/>
                </a:cubicBezTo>
                <a:cubicBezTo>
                  <a:pt x="51974" y="171424"/>
                  <a:pt x="87548" y="172307"/>
                  <a:pt x="143999" y="150970"/>
                </a:cubicBezTo>
                <a:cubicBezTo>
                  <a:pt x="156816" y="146135"/>
                  <a:pt x="166218" y="135083"/>
                  <a:pt x="168828" y="121651"/>
                </a:cubicBezTo>
                <a:cubicBezTo>
                  <a:pt x="171207" y="109601"/>
                  <a:pt x="172205" y="92102"/>
                  <a:pt x="168713" y="67580"/>
                </a:cubicBezTo>
                <a:lnTo>
                  <a:pt x="161229" y="0"/>
                </a:lnTo>
                <a:lnTo>
                  <a:pt x="142847" y="1036"/>
                </a:ln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3" name="Freeform: Shape 12">
            <a:extLst>
              <a:ext uri="{FF2B5EF4-FFF2-40B4-BE49-F238E27FC236}">
                <a16:creationId xmlns:a16="http://schemas.microsoft.com/office/drawing/2014/main" id="{4768AFB5-0E75-4DF0-3E6C-3A1D85B2A231}"/>
              </a:ext>
            </a:extLst>
          </p:cNvPr>
          <p:cNvSpPr/>
          <p:nvPr/>
        </p:nvSpPr>
        <p:spPr>
          <a:xfrm>
            <a:off x="2466925" y="5289523"/>
            <a:ext cx="108421" cy="44053"/>
          </a:xfrm>
          <a:custGeom>
            <a:avLst/>
            <a:gdLst>
              <a:gd name="connsiteX0" fmla="*/ 68148 w 68344"/>
              <a:gd name="connsiteY0" fmla="*/ 16800 h 27769"/>
              <a:gd name="connsiteX1" fmla="*/ 1528 w 68344"/>
              <a:gd name="connsiteY1" fmla="*/ 14459 h 27769"/>
              <a:gd name="connsiteX2" fmla="*/ 799 w 68344"/>
              <a:gd name="connsiteY2" fmla="*/ 20829 h 27769"/>
              <a:gd name="connsiteX3" fmla="*/ 33879 w 68344"/>
              <a:gd name="connsiteY3" fmla="*/ 27545 h 27769"/>
              <a:gd name="connsiteX4" fmla="*/ 68148 w 68344"/>
              <a:gd name="connsiteY4" fmla="*/ 16800 h 27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44" h="27769">
                <a:moveTo>
                  <a:pt x="68148" y="16800"/>
                </a:moveTo>
                <a:cubicBezTo>
                  <a:pt x="67880" y="16070"/>
                  <a:pt x="34186" y="-19043"/>
                  <a:pt x="1528" y="14459"/>
                </a:cubicBezTo>
                <a:cubicBezTo>
                  <a:pt x="-122" y="16147"/>
                  <a:pt x="-544" y="18872"/>
                  <a:pt x="799" y="20829"/>
                </a:cubicBezTo>
                <a:cubicBezTo>
                  <a:pt x="3293" y="24475"/>
                  <a:pt x="10969" y="28811"/>
                  <a:pt x="33879" y="27545"/>
                </a:cubicBezTo>
                <a:cubicBezTo>
                  <a:pt x="33879" y="27545"/>
                  <a:pt x="71372" y="26240"/>
                  <a:pt x="68148" y="16800"/>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4" name="Freeform: Shape 13">
            <a:extLst>
              <a:ext uri="{FF2B5EF4-FFF2-40B4-BE49-F238E27FC236}">
                <a16:creationId xmlns:a16="http://schemas.microsoft.com/office/drawing/2014/main" id="{25DCF4ED-8CB2-1C20-EF20-1B14DA301076}"/>
              </a:ext>
            </a:extLst>
          </p:cNvPr>
          <p:cNvSpPr/>
          <p:nvPr/>
        </p:nvSpPr>
        <p:spPr>
          <a:xfrm>
            <a:off x="2340613" y="4915035"/>
            <a:ext cx="485452" cy="382343"/>
          </a:xfrm>
          <a:custGeom>
            <a:avLst/>
            <a:gdLst>
              <a:gd name="connsiteX0" fmla="*/ 169414 w 306009"/>
              <a:gd name="connsiteY0" fmla="*/ 72150 h 241013"/>
              <a:gd name="connsiteX1" fmla="*/ 4936 w 306009"/>
              <a:gd name="connsiteY1" fmla="*/ 72035 h 241013"/>
              <a:gd name="connsiteX2" fmla="*/ 1405 w 306009"/>
              <a:gd name="connsiteY2" fmla="*/ 48933 h 241013"/>
              <a:gd name="connsiteX3" fmla="*/ 54134 w 306009"/>
              <a:gd name="connsiteY3" fmla="*/ 12284 h 241013"/>
              <a:gd name="connsiteX4" fmla="*/ 171870 w 306009"/>
              <a:gd name="connsiteY4" fmla="*/ 2690 h 241013"/>
              <a:gd name="connsiteX5" fmla="*/ 295747 w 306009"/>
              <a:gd name="connsiteY5" fmla="*/ 73686 h 241013"/>
              <a:gd name="connsiteX6" fmla="*/ 252920 w 306009"/>
              <a:gd name="connsiteY6" fmla="*/ 238509 h 241013"/>
              <a:gd name="connsiteX7" fmla="*/ 235651 w 306009"/>
              <a:gd name="connsiteY7" fmla="*/ 232216 h 241013"/>
              <a:gd name="connsiteX8" fmla="*/ 259559 w 306009"/>
              <a:gd name="connsiteY8" fmla="*/ 176417 h 241013"/>
              <a:gd name="connsiteX9" fmla="*/ 261248 w 306009"/>
              <a:gd name="connsiteY9" fmla="*/ 147981 h 241013"/>
              <a:gd name="connsiteX10" fmla="*/ 254724 w 306009"/>
              <a:gd name="connsiteY10" fmla="*/ 137773 h 241013"/>
              <a:gd name="connsiteX11" fmla="*/ 230048 w 306009"/>
              <a:gd name="connsiteY11" fmla="*/ 143721 h 241013"/>
              <a:gd name="connsiteX12" fmla="*/ 227362 w 306009"/>
              <a:gd name="connsiteY12" fmla="*/ 176302 h 241013"/>
              <a:gd name="connsiteX13" fmla="*/ 209287 w 306009"/>
              <a:gd name="connsiteY13" fmla="*/ 178566 h 241013"/>
              <a:gd name="connsiteX14" fmla="*/ 178049 w 306009"/>
              <a:gd name="connsiteY14" fmla="*/ 77139 h 241013"/>
              <a:gd name="connsiteX15" fmla="*/ 169414 w 306009"/>
              <a:gd name="connsiteY15" fmla="*/ 72150 h 24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6009" h="241013">
                <a:moveTo>
                  <a:pt x="169414" y="72150"/>
                </a:moveTo>
                <a:cubicBezTo>
                  <a:pt x="139865" y="88383"/>
                  <a:pt x="48723" y="131441"/>
                  <a:pt x="4936" y="72035"/>
                </a:cubicBezTo>
                <a:cubicBezTo>
                  <a:pt x="24" y="65396"/>
                  <a:pt x="-1358" y="56723"/>
                  <a:pt x="1405" y="48933"/>
                </a:cubicBezTo>
                <a:cubicBezTo>
                  <a:pt x="6739" y="34082"/>
                  <a:pt x="20440" y="11363"/>
                  <a:pt x="54134" y="12284"/>
                </a:cubicBezTo>
                <a:cubicBezTo>
                  <a:pt x="54134" y="12284"/>
                  <a:pt x="129580" y="14856"/>
                  <a:pt x="171870" y="2690"/>
                </a:cubicBezTo>
                <a:cubicBezTo>
                  <a:pt x="199002" y="-5100"/>
                  <a:pt x="270688" y="-34"/>
                  <a:pt x="295747" y="73686"/>
                </a:cubicBezTo>
                <a:cubicBezTo>
                  <a:pt x="295747" y="73686"/>
                  <a:pt x="337385" y="174729"/>
                  <a:pt x="252920" y="238509"/>
                </a:cubicBezTo>
                <a:cubicBezTo>
                  <a:pt x="246166" y="243613"/>
                  <a:pt x="236687" y="240620"/>
                  <a:pt x="235651" y="232216"/>
                </a:cubicBezTo>
                <a:cubicBezTo>
                  <a:pt x="234730" y="224924"/>
                  <a:pt x="249466" y="197102"/>
                  <a:pt x="259559" y="176417"/>
                </a:cubicBezTo>
                <a:cubicBezTo>
                  <a:pt x="263895" y="167552"/>
                  <a:pt x="264778" y="157191"/>
                  <a:pt x="261248" y="147981"/>
                </a:cubicBezTo>
                <a:cubicBezTo>
                  <a:pt x="259789" y="144220"/>
                  <a:pt x="257717" y="140574"/>
                  <a:pt x="254724" y="137773"/>
                </a:cubicBezTo>
                <a:cubicBezTo>
                  <a:pt x="246857" y="130443"/>
                  <a:pt x="234193" y="133782"/>
                  <a:pt x="230048" y="143721"/>
                </a:cubicBezTo>
                <a:cubicBezTo>
                  <a:pt x="227170" y="150629"/>
                  <a:pt x="225366" y="162141"/>
                  <a:pt x="227362" y="176302"/>
                </a:cubicBezTo>
                <a:lnTo>
                  <a:pt x="209287" y="178566"/>
                </a:lnTo>
                <a:cubicBezTo>
                  <a:pt x="203645" y="161451"/>
                  <a:pt x="177358" y="114402"/>
                  <a:pt x="178049" y="77139"/>
                </a:cubicBezTo>
                <a:cubicBezTo>
                  <a:pt x="178087" y="72803"/>
                  <a:pt x="173290" y="70040"/>
                  <a:pt x="169414" y="72150"/>
                </a:cubicBez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5" name="Freeform: Shape 14">
            <a:extLst>
              <a:ext uri="{FF2B5EF4-FFF2-40B4-BE49-F238E27FC236}">
                <a16:creationId xmlns:a16="http://schemas.microsoft.com/office/drawing/2014/main" id="{88DB308F-E043-003A-F668-4BD275BA4BB3}"/>
              </a:ext>
            </a:extLst>
          </p:cNvPr>
          <p:cNvSpPr/>
          <p:nvPr/>
        </p:nvSpPr>
        <p:spPr>
          <a:xfrm>
            <a:off x="2030760" y="6192043"/>
            <a:ext cx="859934" cy="176035"/>
          </a:xfrm>
          <a:custGeom>
            <a:avLst/>
            <a:gdLst>
              <a:gd name="connsiteX0" fmla="*/ 442789 w 542067"/>
              <a:gd name="connsiteY0" fmla="*/ 0 h 110965"/>
              <a:gd name="connsiteX1" fmla="*/ 215374 w 542067"/>
              <a:gd name="connsiteY1" fmla="*/ 18228 h 110965"/>
              <a:gd name="connsiteX2" fmla="*/ 82748 w 542067"/>
              <a:gd name="connsiteY2" fmla="*/ 41484 h 110965"/>
              <a:gd name="connsiteX3" fmla="*/ 623 w 542067"/>
              <a:gd name="connsiteY3" fmla="*/ 88303 h 110965"/>
              <a:gd name="connsiteX4" fmla="*/ 46444 w 542067"/>
              <a:gd name="connsiteY4" fmla="*/ 79553 h 110965"/>
              <a:gd name="connsiteX5" fmla="*/ 106042 w 542067"/>
              <a:gd name="connsiteY5" fmla="*/ 72684 h 110965"/>
              <a:gd name="connsiteX6" fmla="*/ 123733 w 542067"/>
              <a:gd name="connsiteY6" fmla="*/ 105150 h 110965"/>
              <a:gd name="connsiteX7" fmla="*/ 142268 w 542067"/>
              <a:gd name="connsiteY7" fmla="*/ 109409 h 110965"/>
              <a:gd name="connsiteX8" fmla="*/ 221399 w 542067"/>
              <a:gd name="connsiteY8" fmla="*/ 70496 h 110965"/>
              <a:gd name="connsiteX9" fmla="*/ 542067 w 542067"/>
              <a:gd name="connsiteY9" fmla="*/ 90336 h 110965"/>
              <a:gd name="connsiteX10" fmla="*/ 442789 w 542067"/>
              <a:gd name="connsiteY10" fmla="*/ 0 h 11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067" h="110965">
                <a:moveTo>
                  <a:pt x="442789" y="0"/>
                </a:moveTo>
                <a:lnTo>
                  <a:pt x="215374" y="18228"/>
                </a:lnTo>
                <a:lnTo>
                  <a:pt x="82748" y="41484"/>
                </a:lnTo>
                <a:cubicBezTo>
                  <a:pt x="82748" y="41484"/>
                  <a:pt x="2849" y="75485"/>
                  <a:pt x="623" y="88303"/>
                </a:cubicBezTo>
                <a:cubicBezTo>
                  <a:pt x="623" y="88303"/>
                  <a:pt x="-8894" y="101964"/>
                  <a:pt x="46444" y="79553"/>
                </a:cubicBezTo>
                <a:lnTo>
                  <a:pt x="106042" y="72684"/>
                </a:lnTo>
                <a:cubicBezTo>
                  <a:pt x="106042" y="72684"/>
                  <a:pt x="114062" y="92562"/>
                  <a:pt x="123733" y="105150"/>
                </a:cubicBezTo>
                <a:cubicBezTo>
                  <a:pt x="128069" y="110829"/>
                  <a:pt x="135860" y="112556"/>
                  <a:pt x="142268" y="109409"/>
                </a:cubicBezTo>
                <a:lnTo>
                  <a:pt x="221399" y="70496"/>
                </a:lnTo>
                <a:cubicBezTo>
                  <a:pt x="221399" y="70496"/>
                  <a:pt x="476713" y="99201"/>
                  <a:pt x="542067" y="90336"/>
                </a:cubicBezTo>
                <a:cubicBezTo>
                  <a:pt x="542067" y="90375"/>
                  <a:pt x="488878" y="15005"/>
                  <a:pt x="442789" y="0"/>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6" name="Freeform: Shape 15">
            <a:extLst>
              <a:ext uri="{FF2B5EF4-FFF2-40B4-BE49-F238E27FC236}">
                <a16:creationId xmlns:a16="http://schemas.microsoft.com/office/drawing/2014/main" id="{31C2E47D-3620-5BFF-8954-9156FAC66226}"/>
              </a:ext>
            </a:extLst>
          </p:cNvPr>
          <p:cNvSpPr/>
          <p:nvPr/>
        </p:nvSpPr>
        <p:spPr>
          <a:xfrm>
            <a:off x="2755908" y="5531397"/>
            <a:ext cx="300212" cy="707036"/>
          </a:xfrm>
          <a:custGeom>
            <a:avLst/>
            <a:gdLst>
              <a:gd name="connsiteX0" fmla="*/ 175646 w 189241"/>
              <a:gd name="connsiteY0" fmla="*/ 48728 h 445686"/>
              <a:gd name="connsiteX1" fmla="*/ 84312 w 189241"/>
              <a:gd name="connsiteY1" fmla="*/ 5556 h 445686"/>
              <a:gd name="connsiteX2" fmla="*/ 22220 w 189241"/>
              <a:gd name="connsiteY2" fmla="*/ 103414 h 445686"/>
              <a:gd name="connsiteX3" fmla="*/ 0 w 189241"/>
              <a:gd name="connsiteY3" fmla="*/ 376956 h 445686"/>
              <a:gd name="connsiteX4" fmla="*/ 133471 w 189241"/>
              <a:gd name="connsiteY4" fmla="*/ 445687 h 445686"/>
              <a:gd name="connsiteX5" fmla="*/ 175646 w 189241"/>
              <a:gd name="connsiteY5" fmla="*/ 48728 h 44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41" h="445686">
                <a:moveTo>
                  <a:pt x="175646" y="48728"/>
                </a:moveTo>
                <a:cubicBezTo>
                  <a:pt x="175646" y="48728"/>
                  <a:pt x="134545" y="-19581"/>
                  <a:pt x="84312" y="5556"/>
                </a:cubicBezTo>
                <a:cubicBezTo>
                  <a:pt x="62821" y="16301"/>
                  <a:pt x="23486" y="45927"/>
                  <a:pt x="22220" y="103414"/>
                </a:cubicBezTo>
                <a:cubicBezTo>
                  <a:pt x="19955" y="206107"/>
                  <a:pt x="42520" y="330905"/>
                  <a:pt x="0" y="376956"/>
                </a:cubicBezTo>
                <a:cubicBezTo>
                  <a:pt x="0" y="376956"/>
                  <a:pt x="66121" y="436860"/>
                  <a:pt x="133471" y="445687"/>
                </a:cubicBezTo>
                <a:cubicBezTo>
                  <a:pt x="133471" y="445687"/>
                  <a:pt x="222426" y="124137"/>
                  <a:pt x="175646" y="48728"/>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7" name="Freeform: Shape 16">
            <a:extLst>
              <a:ext uri="{FF2B5EF4-FFF2-40B4-BE49-F238E27FC236}">
                <a16:creationId xmlns:a16="http://schemas.microsoft.com/office/drawing/2014/main" id="{6457A5B5-E152-1E3F-90E3-864D1BC7F3D8}"/>
              </a:ext>
            </a:extLst>
          </p:cNvPr>
          <p:cNvSpPr/>
          <p:nvPr/>
        </p:nvSpPr>
        <p:spPr>
          <a:xfrm>
            <a:off x="2720620" y="6119049"/>
            <a:ext cx="252195" cy="222261"/>
          </a:xfrm>
          <a:custGeom>
            <a:avLst/>
            <a:gdLst>
              <a:gd name="connsiteX0" fmla="*/ 155714 w 158973"/>
              <a:gd name="connsiteY0" fmla="*/ 75255 h 140104"/>
              <a:gd name="connsiteX1" fmla="*/ 139289 w 158973"/>
              <a:gd name="connsiteY1" fmla="*/ 133394 h 140104"/>
              <a:gd name="connsiteX2" fmla="*/ 100453 w 158973"/>
              <a:gd name="connsiteY2" fmla="*/ 129096 h 140104"/>
              <a:gd name="connsiteX3" fmla="*/ 13110 w 158973"/>
              <a:gd name="connsiteY3" fmla="*/ 47739 h 140104"/>
              <a:gd name="connsiteX4" fmla="*/ 331 w 158973"/>
              <a:gd name="connsiteY4" fmla="*/ 26326 h 140104"/>
              <a:gd name="connsiteX5" fmla="*/ 27347 w 158973"/>
              <a:gd name="connsiteY5" fmla="*/ 0 h 140104"/>
              <a:gd name="connsiteX6" fmla="*/ 155714 w 158973"/>
              <a:gd name="connsiteY6" fmla="*/ 75255 h 14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973" h="140104">
                <a:moveTo>
                  <a:pt x="155714" y="75255"/>
                </a:moveTo>
                <a:cubicBezTo>
                  <a:pt x="155714" y="75255"/>
                  <a:pt x="169837" y="105495"/>
                  <a:pt x="139289" y="133394"/>
                </a:cubicBezTo>
                <a:cubicBezTo>
                  <a:pt x="127777" y="143909"/>
                  <a:pt x="109587" y="141760"/>
                  <a:pt x="100453" y="129096"/>
                </a:cubicBezTo>
                <a:cubicBezTo>
                  <a:pt x="81764" y="103116"/>
                  <a:pt x="47149" y="60557"/>
                  <a:pt x="13110" y="47739"/>
                </a:cubicBezTo>
                <a:cubicBezTo>
                  <a:pt x="4283" y="44401"/>
                  <a:pt x="-1473" y="35574"/>
                  <a:pt x="331" y="26326"/>
                </a:cubicBezTo>
                <a:cubicBezTo>
                  <a:pt x="2250" y="16386"/>
                  <a:pt x="8812" y="5104"/>
                  <a:pt x="27347" y="0"/>
                </a:cubicBezTo>
                <a:cubicBezTo>
                  <a:pt x="27386" y="38"/>
                  <a:pt x="74281" y="57410"/>
                  <a:pt x="155714" y="75255"/>
                </a:cubicBezTo>
                <a:close/>
              </a:path>
            </a:pathLst>
          </a:custGeom>
          <a:solidFill>
            <a:schemeClr val="accent2">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8" name="Freeform: Shape 17">
            <a:extLst>
              <a:ext uri="{FF2B5EF4-FFF2-40B4-BE49-F238E27FC236}">
                <a16:creationId xmlns:a16="http://schemas.microsoft.com/office/drawing/2014/main" id="{2D27C422-3FCD-131B-0D4E-E2B9EA42235A}"/>
              </a:ext>
            </a:extLst>
          </p:cNvPr>
          <p:cNvSpPr/>
          <p:nvPr/>
        </p:nvSpPr>
        <p:spPr>
          <a:xfrm>
            <a:off x="551895" y="6701602"/>
            <a:ext cx="2611086" cy="28308"/>
          </a:xfrm>
          <a:custGeom>
            <a:avLst/>
            <a:gdLst>
              <a:gd name="connsiteX0" fmla="*/ 7867 w 1894304"/>
              <a:gd name="connsiteY0" fmla="*/ 17845 h 17844"/>
              <a:gd name="connsiteX1" fmla="*/ 1886476 w 1894304"/>
              <a:gd name="connsiteY1" fmla="*/ 17845 h 17844"/>
              <a:gd name="connsiteX2" fmla="*/ 1894305 w 1894304"/>
              <a:gd name="connsiteY2" fmla="*/ 9978 h 17844"/>
              <a:gd name="connsiteX3" fmla="*/ 1894305 w 1894304"/>
              <a:gd name="connsiteY3" fmla="*/ 7867 h 17844"/>
              <a:gd name="connsiteX4" fmla="*/ 1886476 w 1894304"/>
              <a:gd name="connsiteY4" fmla="*/ 0 h 17844"/>
              <a:gd name="connsiteX5" fmla="*/ 7867 w 1894304"/>
              <a:gd name="connsiteY5" fmla="*/ 0 h 17844"/>
              <a:gd name="connsiteX6" fmla="*/ 0 w 1894304"/>
              <a:gd name="connsiteY6" fmla="*/ 7867 h 17844"/>
              <a:gd name="connsiteX7" fmla="*/ 0 w 1894304"/>
              <a:gd name="connsiteY7" fmla="*/ 9978 h 17844"/>
              <a:gd name="connsiteX8" fmla="*/ 7867 w 1894304"/>
              <a:gd name="connsiteY8" fmla="*/ 17845 h 17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4304" h="17844">
                <a:moveTo>
                  <a:pt x="7867" y="17845"/>
                </a:moveTo>
                <a:lnTo>
                  <a:pt x="1886476" y="17845"/>
                </a:lnTo>
                <a:cubicBezTo>
                  <a:pt x="1890774" y="17845"/>
                  <a:pt x="1894305" y="14314"/>
                  <a:pt x="1894305" y="9978"/>
                </a:cubicBezTo>
                <a:lnTo>
                  <a:pt x="1894305" y="7867"/>
                </a:lnTo>
                <a:cubicBezTo>
                  <a:pt x="1894305" y="3569"/>
                  <a:pt x="1890774" y="0"/>
                  <a:pt x="1886476" y="0"/>
                </a:cubicBezTo>
                <a:lnTo>
                  <a:pt x="7867" y="0"/>
                </a:lnTo>
                <a:cubicBezTo>
                  <a:pt x="3569" y="0"/>
                  <a:pt x="0" y="3531"/>
                  <a:pt x="0" y="7867"/>
                </a:cubicBezTo>
                <a:lnTo>
                  <a:pt x="0" y="9978"/>
                </a:lnTo>
                <a:cubicBezTo>
                  <a:pt x="0" y="14314"/>
                  <a:pt x="3531" y="17845"/>
                  <a:pt x="7867" y="17845"/>
                </a:cubicBez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19" name="Freeform: Shape 18">
            <a:extLst>
              <a:ext uri="{FF2B5EF4-FFF2-40B4-BE49-F238E27FC236}">
                <a16:creationId xmlns:a16="http://schemas.microsoft.com/office/drawing/2014/main" id="{4FD191F9-A76A-98C2-AAEE-36180F08CB18}"/>
              </a:ext>
            </a:extLst>
          </p:cNvPr>
          <p:cNvSpPr/>
          <p:nvPr/>
        </p:nvSpPr>
        <p:spPr>
          <a:xfrm>
            <a:off x="1222882" y="5590739"/>
            <a:ext cx="283524" cy="350418"/>
          </a:xfrm>
          <a:custGeom>
            <a:avLst/>
            <a:gdLst>
              <a:gd name="connsiteX0" fmla="*/ 177503 w 178722"/>
              <a:gd name="connsiteY0" fmla="*/ 33848 h 220889"/>
              <a:gd name="connsiteX1" fmla="*/ 177503 w 178722"/>
              <a:gd name="connsiteY1" fmla="*/ 81050 h 220889"/>
              <a:gd name="connsiteX2" fmla="*/ 164532 w 178722"/>
              <a:gd name="connsiteY2" fmla="*/ 190843 h 220889"/>
              <a:gd name="connsiteX3" fmla="*/ 45798 w 178722"/>
              <a:gd name="connsiteY3" fmla="*/ 172307 h 220889"/>
              <a:gd name="connsiteX4" fmla="*/ 4007 w 178722"/>
              <a:gd name="connsiteY4" fmla="*/ 99931 h 220889"/>
              <a:gd name="connsiteX5" fmla="*/ 46489 w 178722"/>
              <a:gd name="connsiteY5" fmla="*/ 97551 h 220889"/>
              <a:gd name="connsiteX6" fmla="*/ 54739 w 178722"/>
              <a:gd name="connsiteY6" fmla="*/ 17269 h 220889"/>
              <a:gd name="connsiteX7" fmla="*/ 177503 w 178722"/>
              <a:gd name="connsiteY7" fmla="*/ 33848 h 2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722" h="220889">
                <a:moveTo>
                  <a:pt x="177503" y="33848"/>
                </a:moveTo>
                <a:cubicBezTo>
                  <a:pt x="179384" y="37071"/>
                  <a:pt x="177503" y="81050"/>
                  <a:pt x="177503" y="81050"/>
                </a:cubicBezTo>
                <a:cubicBezTo>
                  <a:pt x="177503" y="81050"/>
                  <a:pt x="184603" y="154232"/>
                  <a:pt x="164532" y="190843"/>
                </a:cubicBezTo>
                <a:cubicBezTo>
                  <a:pt x="155054" y="220661"/>
                  <a:pt x="101903" y="247178"/>
                  <a:pt x="45798" y="172307"/>
                </a:cubicBezTo>
                <a:cubicBezTo>
                  <a:pt x="45798" y="172307"/>
                  <a:pt x="-16064" y="121191"/>
                  <a:pt x="4007" y="99931"/>
                </a:cubicBezTo>
                <a:cubicBezTo>
                  <a:pt x="4007" y="99931"/>
                  <a:pt x="26418" y="78671"/>
                  <a:pt x="46489" y="97551"/>
                </a:cubicBezTo>
                <a:cubicBezTo>
                  <a:pt x="46489" y="97551"/>
                  <a:pt x="9878" y="36150"/>
                  <a:pt x="54739" y="17269"/>
                </a:cubicBezTo>
                <a:cubicBezTo>
                  <a:pt x="54739" y="17346"/>
                  <a:pt x="139742" y="-31046"/>
                  <a:pt x="177503" y="33848"/>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0" name="Freeform: Shape 19">
            <a:extLst>
              <a:ext uri="{FF2B5EF4-FFF2-40B4-BE49-F238E27FC236}">
                <a16:creationId xmlns:a16="http://schemas.microsoft.com/office/drawing/2014/main" id="{BFA000E9-1C6A-768A-B26D-0B9A5AAF440D}"/>
              </a:ext>
            </a:extLst>
          </p:cNvPr>
          <p:cNvSpPr/>
          <p:nvPr/>
        </p:nvSpPr>
        <p:spPr>
          <a:xfrm>
            <a:off x="921143" y="5425368"/>
            <a:ext cx="621413" cy="842189"/>
          </a:xfrm>
          <a:custGeom>
            <a:avLst/>
            <a:gdLst>
              <a:gd name="connsiteX0" fmla="*/ 285813 w 391713"/>
              <a:gd name="connsiteY0" fmla="*/ 145535 h 530881"/>
              <a:gd name="connsiteX1" fmla="*/ 268544 w 391713"/>
              <a:gd name="connsiteY1" fmla="*/ 144614 h 530881"/>
              <a:gd name="connsiteX2" fmla="*/ 239916 w 391713"/>
              <a:gd name="connsiteY2" fmla="*/ 169750 h 530881"/>
              <a:gd name="connsiteX3" fmla="*/ 238381 w 391713"/>
              <a:gd name="connsiteY3" fmla="*/ 204097 h 530881"/>
              <a:gd name="connsiteX4" fmla="*/ 215010 w 391713"/>
              <a:gd name="connsiteY4" fmla="*/ 194733 h 530881"/>
              <a:gd name="connsiteX5" fmla="*/ 203305 w 391713"/>
              <a:gd name="connsiteY5" fmla="*/ 220445 h 530881"/>
              <a:gd name="connsiteX6" fmla="*/ 231358 w 391713"/>
              <a:gd name="connsiteY6" fmla="*/ 257861 h 530881"/>
              <a:gd name="connsiteX7" fmla="*/ 231358 w 391713"/>
              <a:gd name="connsiteY7" fmla="*/ 342057 h 530881"/>
              <a:gd name="connsiteX8" fmla="*/ 196283 w 391713"/>
              <a:gd name="connsiteY8" fmla="*/ 381815 h 530881"/>
              <a:gd name="connsiteX9" fmla="*/ 110897 w 391713"/>
              <a:gd name="connsiteY9" fmla="*/ 445595 h 530881"/>
              <a:gd name="connsiteX10" fmla="*/ 93973 w 391713"/>
              <a:gd name="connsiteY10" fmla="*/ 514518 h 530881"/>
              <a:gd name="connsiteX11" fmla="*/ 81501 w 391713"/>
              <a:gd name="connsiteY11" fmla="*/ 526913 h 530881"/>
              <a:gd name="connsiteX12" fmla="*/ 52067 w 391713"/>
              <a:gd name="connsiteY12" fmla="*/ 529101 h 530881"/>
              <a:gd name="connsiteX13" fmla="*/ 5555 w 391713"/>
              <a:gd name="connsiteY13" fmla="*/ 457415 h 530881"/>
              <a:gd name="connsiteX14" fmla="*/ 22824 w 391713"/>
              <a:gd name="connsiteY14" fmla="*/ 396935 h 530881"/>
              <a:gd name="connsiteX15" fmla="*/ 5670 w 391713"/>
              <a:gd name="connsiteY15" fmla="*/ 342633 h 530881"/>
              <a:gd name="connsiteX16" fmla="*/ 9661 w 391713"/>
              <a:gd name="connsiteY16" fmla="*/ 288600 h 530881"/>
              <a:gd name="connsiteX17" fmla="*/ 31382 w 391713"/>
              <a:gd name="connsiteY17" fmla="*/ 274516 h 530881"/>
              <a:gd name="connsiteX18" fmla="*/ 56134 w 391713"/>
              <a:gd name="connsiteY18" fmla="*/ 229118 h 530881"/>
              <a:gd name="connsiteX19" fmla="*/ 25127 w 391713"/>
              <a:gd name="connsiteY19" fmla="*/ 141429 h 530881"/>
              <a:gd name="connsiteX20" fmla="*/ 32572 w 391713"/>
              <a:gd name="connsiteY20" fmla="*/ 63680 h 530881"/>
              <a:gd name="connsiteX21" fmla="*/ 99806 w 391713"/>
              <a:gd name="connsiteY21" fmla="*/ 1857 h 530881"/>
              <a:gd name="connsiteX22" fmla="*/ 199506 w 391713"/>
              <a:gd name="connsiteY22" fmla="*/ 21697 h 530881"/>
              <a:gd name="connsiteX23" fmla="*/ 279405 w 391713"/>
              <a:gd name="connsiteY23" fmla="*/ 3852 h 530881"/>
              <a:gd name="connsiteX24" fmla="*/ 329140 w 391713"/>
              <a:gd name="connsiteY24" fmla="*/ 59382 h 530881"/>
              <a:gd name="connsiteX25" fmla="*/ 383403 w 391713"/>
              <a:gd name="connsiteY25" fmla="*/ 73044 h 530881"/>
              <a:gd name="connsiteX26" fmla="*/ 387509 w 391713"/>
              <a:gd name="connsiteY26" fmla="*/ 119171 h 530881"/>
              <a:gd name="connsiteX27" fmla="*/ 285813 w 391713"/>
              <a:gd name="connsiteY27" fmla="*/ 145535 h 53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1713" h="530881">
                <a:moveTo>
                  <a:pt x="285813" y="145535"/>
                </a:moveTo>
                <a:cubicBezTo>
                  <a:pt x="280057" y="144729"/>
                  <a:pt x="274224" y="143655"/>
                  <a:pt x="268544" y="144614"/>
                </a:cubicBezTo>
                <a:cubicBezTo>
                  <a:pt x="256494" y="146725"/>
                  <a:pt x="242986" y="157892"/>
                  <a:pt x="239916" y="169750"/>
                </a:cubicBezTo>
                <a:cubicBezTo>
                  <a:pt x="236846" y="181609"/>
                  <a:pt x="236846" y="191932"/>
                  <a:pt x="238381" y="204097"/>
                </a:cubicBezTo>
                <a:cubicBezTo>
                  <a:pt x="229017" y="199415"/>
                  <a:pt x="225640" y="196153"/>
                  <a:pt x="215010" y="194733"/>
                </a:cubicBezTo>
                <a:cubicBezTo>
                  <a:pt x="207335" y="193735"/>
                  <a:pt x="198624" y="201756"/>
                  <a:pt x="203305" y="220445"/>
                </a:cubicBezTo>
                <a:cubicBezTo>
                  <a:pt x="207834" y="238597"/>
                  <a:pt x="217351" y="243816"/>
                  <a:pt x="231358" y="257861"/>
                </a:cubicBezTo>
                <a:cubicBezTo>
                  <a:pt x="236040" y="285914"/>
                  <a:pt x="245404" y="314005"/>
                  <a:pt x="231358" y="342057"/>
                </a:cubicBezTo>
                <a:cubicBezTo>
                  <a:pt x="220076" y="364584"/>
                  <a:pt x="212631" y="365428"/>
                  <a:pt x="196283" y="381815"/>
                </a:cubicBezTo>
                <a:cubicBezTo>
                  <a:pt x="171262" y="406836"/>
                  <a:pt x="126631" y="413897"/>
                  <a:pt x="110897" y="445595"/>
                </a:cubicBezTo>
                <a:cubicBezTo>
                  <a:pt x="100305" y="466932"/>
                  <a:pt x="106330" y="494140"/>
                  <a:pt x="93973" y="514518"/>
                </a:cubicBezTo>
                <a:cubicBezTo>
                  <a:pt x="90903" y="519583"/>
                  <a:pt x="86682" y="524035"/>
                  <a:pt x="81501" y="526913"/>
                </a:cubicBezTo>
                <a:cubicBezTo>
                  <a:pt x="72674" y="531825"/>
                  <a:pt x="61814" y="531710"/>
                  <a:pt x="52067" y="529101"/>
                </a:cubicBezTo>
                <a:cubicBezTo>
                  <a:pt x="21903" y="521080"/>
                  <a:pt x="566" y="488230"/>
                  <a:pt x="5555" y="457415"/>
                </a:cubicBezTo>
                <a:cubicBezTo>
                  <a:pt x="8932" y="436615"/>
                  <a:pt x="22479" y="418003"/>
                  <a:pt x="22824" y="396935"/>
                </a:cubicBezTo>
                <a:cubicBezTo>
                  <a:pt x="23170" y="377785"/>
                  <a:pt x="12616" y="360478"/>
                  <a:pt x="5670" y="342633"/>
                </a:cubicBezTo>
                <a:cubicBezTo>
                  <a:pt x="-1276" y="324788"/>
                  <a:pt x="-3809" y="302147"/>
                  <a:pt x="9661" y="288600"/>
                </a:cubicBezTo>
                <a:cubicBezTo>
                  <a:pt x="15763" y="282460"/>
                  <a:pt x="24167" y="279313"/>
                  <a:pt x="31382" y="274516"/>
                </a:cubicBezTo>
                <a:cubicBezTo>
                  <a:pt x="46310" y="264615"/>
                  <a:pt x="55904" y="247039"/>
                  <a:pt x="56134" y="229118"/>
                </a:cubicBezTo>
                <a:cubicBezTo>
                  <a:pt x="56556" y="197880"/>
                  <a:pt x="31305" y="172053"/>
                  <a:pt x="25127" y="141429"/>
                </a:cubicBezTo>
                <a:cubicBezTo>
                  <a:pt x="18987" y="111151"/>
                  <a:pt x="19793" y="91809"/>
                  <a:pt x="32572" y="63680"/>
                </a:cubicBezTo>
                <a:cubicBezTo>
                  <a:pt x="38405" y="50862"/>
                  <a:pt x="60624" y="7536"/>
                  <a:pt x="99806" y="1857"/>
                </a:cubicBezTo>
                <a:cubicBezTo>
                  <a:pt x="134344" y="-3170"/>
                  <a:pt x="171031" y="1550"/>
                  <a:pt x="199506" y="21697"/>
                </a:cubicBezTo>
                <a:cubicBezTo>
                  <a:pt x="219692" y="2854"/>
                  <a:pt x="252043" y="-24"/>
                  <a:pt x="279405" y="3852"/>
                </a:cubicBezTo>
                <a:cubicBezTo>
                  <a:pt x="306805" y="7690"/>
                  <a:pt x="331903" y="16938"/>
                  <a:pt x="329140" y="59382"/>
                </a:cubicBezTo>
                <a:cubicBezTo>
                  <a:pt x="330713" y="49059"/>
                  <a:pt x="364676" y="49673"/>
                  <a:pt x="383403" y="73044"/>
                </a:cubicBezTo>
                <a:cubicBezTo>
                  <a:pt x="392651" y="84595"/>
                  <a:pt x="394417" y="104704"/>
                  <a:pt x="387509" y="119171"/>
                </a:cubicBezTo>
                <a:cubicBezTo>
                  <a:pt x="372389" y="150639"/>
                  <a:pt x="313751" y="149450"/>
                  <a:pt x="285813" y="145535"/>
                </a:cubicBez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1" name="Freeform: Shape 20">
            <a:extLst>
              <a:ext uri="{FF2B5EF4-FFF2-40B4-BE49-F238E27FC236}">
                <a16:creationId xmlns:a16="http://schemas.microsoft.com/office/drawing/2014/main" id="{A627B741-9CBC-313C-0C19-D30241F46E69}"/>
              </a:ext>
            </a:extLst>
          </p:cNvPr>
          <p:cNvSpPr/>
          <p:nvPr/>
        </p:nvSpPr>
        <p:spPr>
          <a:xfrm>
            <a:off x="1260955" y="5861591"/>
            <a:ext cx="173777" cy="229263"/>
          </a:xfrm>
          <a:custGeom>
            <a:avLst/>
            <a:gdLst>
              <a:gd name="connsiteX0" fmla="*/ 89876 w 109542"/>
              <a:gd name="connsiteY0" fmla="*/ 49236 h 144518"/>
              <a:gd name="connsiteX1" fmla="*/ 107452 w 109542"/>
              <a:gd name="connsiteY1" fmla="*/ 95671 h 144518"/>
              <a:gd name="connsiteX2" fmla="*/ 91910 w 109542"/>
              <a:gd name="connsiteY2" fmla="*/ 141913 h 144518"/>
              <a:gd name="connsiteX3" fmla="*/ 0 w 109542"/>
              <a:gd name="connsiteY3" fmla="*/ 89761 h 144518"/>
              <a:gd name="connsiteX4" fmla="*/ 20032 w 109542"/>
              <a:gd name="connsiteY4" fmla="*/ 0 h 144518"/>
              <a:gd name="connsiteX5" fmla="*/ 89876 w 109542"/>
              <a:gd name="connsiteY5" fmla="*/ 49236 h 14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542" h="144518">
                <a:moveTo>
                  <a:pt x="89876" y="49236"/>
                </a:moveTo>
                <a:cubicBezTo>
                  <a:pt x="89876" y="49236"/>
                  <a:pt x="82585" y="71763"/>
                  <a:pt x="107452" y="95671"/>
                </a:cubicBezTo>
                <a:cubicBezTo>
                  <a:pt x="108834" y="96975"/>
                  <a:pt x="116087" y="132243"/>
                  <a:pt x="91910" y="141913"/>
                </a:cubicBezTo>
                <a:cubicBezTo>
                  <a:pt x="66966" y="151891"/>
                  <a:pt x="13508" y="132934"/>
                  <a:pt x="0" y="89761"/>
                </a:cubicBezTo>
                <a:cubicBezTo>
                  <a:pt x="0" y="89761"/>
                  <a:pt x="35306" y="63704"/>
                  <a:pt x="20032" y="0"/>
                </a:cubicBezTo>
                <a:cubicBezTo>
                  <a:pt x="20071" y="38"/>
                  <a:pt x="61670" y="41753"/>
                  <a:pt x="89876" y="49236"/>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3" name="Freeform: Shape 22">
            <a:extLst>
              <a:ext uri="{FF2B5EF4-FFF2-40B4-BE49-F238E27FC236}">
                <a16:creationId xmlns:a16="http://schemas.microsoft.com/office/drawing/2014/main" id="{8F1B965F-549D-201A-CB22-1C75E6ADF60B}"/>
              </a:ext>
            </a:extLst>
          </p:cNvPr>
          <p:cNvSpPr/>
          <p:nvPr/>
        </p:nvSpPr>
        <p:spPr>
          <a:xfrm>
            <a:off x="1495828" y="6034689"/>
            <a:ext cx="207780" cy="319171"/>
          </a:xfrm>
          <a:custGeom>
            <a:avLst/>
            <a:gdLst>
              <a:gd name="connsiteX0" fmla="*/ 0 w 130976"/>
              <a:gd name="connsiteY0" fmla="*/ 65 h 201192"/>
              <a:gd name="connsiteX1" fmla="*/ 130976 w 130976"/>
              <a:gd name="connsiteY1" fmla="*/ 196510 h 201192"/>
              <a:gd name="connsiteX2" fmla="*/ 37416 w 130976"/>
              <a:gd name="connsiteY2" fmla="*/ 201192 h 201192"/>
              <a:gd name="connsiteX3" fmla="*/ 0 w 130976"/>
              <a:gd name="connsiteY3" fmla="*/ 65 h 201192"/>
            </a:gdLst>
            <a:ahLst/>
            <a:cxnLst>
              <a:cxn ang="0">
                <a:pos x="connsiteX0" y="connsiteY0"/>
              </a:cxn>
              <a:cxn ang="0">
                <a:pos x="connsiteX1" y="connsiteY1"/>
              </a:cxn>
              <a:cxn ang="0">
                <a:pos x="connsiteX2" y="connsiteY2"/>
              </a:cxn>
              <a:cxn ang="0">
                <a:pos x="connsiteX3" y="connsiteY3"/>
              </a:cxn>
            </a:cxnLst>
            <a:rect l="l" t="t" r="r" b="b"/>
            <a:pathLst>
              <a:path w="130976" h="201192">
                <a:moveTo>
                  <a:pt x="0" y="65"/>
                </a:moveTo>
                <a:cubicBezTo>
                  <a:pt x="0" y="65"/>
                  <a:pt x="98242" y="-9299"/>
                  <a:pt x="130976" y="196510"/>
                </a:cubicBezTo>
                <a:lnTo>
                  <a:pt x="37416" y="201192"/>
                </a:lnTo>
                <a:cubicBezTo>
                  <a:pt x="37455" y="201192"/>
                  <a:pt x="14506" y="29077"/>
                  <a:pt x="0" y="65"/>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4" name="Freeform: Shape 23">
            <a:extLst>
              <a:ext uri="{FF2B5EF4-FFF2-40B4-BE49-F238E27FC236}">
                <a16:creationId xmlns:a16="http://schemas.microsoft.com/office/drawing/2014/main" id="{837AC4AF-C5DF-A162-205A-6F912E4AA8CC}"/>
              </a:ext>
            </a:extLst>
          </p:cNvPr>
          <p:cNvSpPr/>
          <p:nvPr/>
        </p:nvSpPr>
        <p:spPr>
          <a:xfrm>
            <a:off x="1129065" y="6003988"/>
            <a:ext cx="464536" cy="655424"/>
          </a:xfrm>
          <a:custGeom>
            <a:avLst/>
            <a:gdLst>
              <a:gd name="connsiteX0" fmla="*/ 190629 w 292824"/>
              <a:gd name="connsiteY0" fmla="*/ 5910 h 413152"/>
              <a:gd name="connsiteX1" fmla="*/ 231307 w 292824"/>
              <a:gd name="connsiteY1" fmla="*/ 17461 h 413152"/>
              <a:gd name="connsiteX2" fmla="*/ 261125 w 292824"/>
              <a:gd name="connsiteY2" fmla="*/ 47240 h 413152"/>
              <a:gd name="connsiteX3" fmla="*/ 287336 w 292824"/>
              <a:gd name="connsiteY3" fmla="*/ 131667 h 413152"/>
              <a:gd name="connsiteX4" fmla="*/ 282654 w 292824"/>
              <a:gd name="connsiteY4" fmla="*/ 407627 h 413152"/>
              <a:gd name="connsiteX5" fmla="*/ 7653 w 292824"/>
              <a:gd name="connsiteY5" fmla="*/ 413153 h 413152"/>
              <a:gd name="connsiteX6" fmla="*/ 16 w 292824"/>
              <a:gd name="connsiteY6" fmla="*/ 105572 h 413152"/>
              <a:gd name="connsiteX7" fmla="*/ 17669 w 292824"/>
              <a:gd name="connsiteY7" fmla="*/ 62744 h 413152"/>
              <a:gd name="connsiteX8" fmla="*/ 83177 w 292824"/>
              <a:gd name="connsiteY8" fmla="*/ 0 h 413152"/>
              <a:gd name="connsiteX9" fmla="*/ 175087 w 292824"/>
              <a:gd name="connsiteY9" fmla="*/ 52153 h 413152"/>
              <a:gd name="connsiteX10" fmla="*/ 190629 w 292824"/>
              <a:gd name="connsiteY10" fmla="*/ 5910 h 41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824" h="413152">
                <a:moveTo>
                  <a:pt x="190629" y="5910"/>
                </a:moveTo>
                <a:lnTo>
                  <a:pt x="231307" y="17461"/>
                </a:lnTo>
                <a:cubicBezTo>
                  <a:pt x="245736" y="21567"/>
                  <a:pt x="257019" y="32811"/>
                  <a:pt x="261125" y="47240"/>
                </a:cubicBezTo>
                <a:cubicBezTo>
                  <a:pt x="269299" y="75984"/>
                  <a:pt x="282769" y="122342"/>
                  <a:pt x="287336" y="131667"/>
                </a:cubicBezTo>
                <a:cubicBezTo>
                  <a:pt x="310246" y="178370"/>
                  <a:pt x="252068" y="197213"/>
                  <a:pt x="282654" y="407627"/>
                </a:cubicBezTo>
                <a:lnTo>
                  <a:pt x="7653" y="413153"/>
                </a:lnTo>
                <a:lnTo>
                  <a:pt x="16" y="105572"/>
                </a:lnTo>
                <a:cubicBezTo>
                  <a:pt x="-367" y="89454"/>
                  <a:pt x="6041" y="73912"/>
                  <a:pt x="17669" y="62744"/>
                </a:cubicBezTo>
                <a:lnTo>
                  <a:pt x="83177" y="0"/>
                </a:lnTo>
                <a:cubicBezTo>
                  <a:pt x="114645" y="47125"/>
                  <a:pt x="155745" y="63934"/>
                  <a:pt x="175087" y="52153"/>
                </a:cubicBezTo>
                <a:cubicBezTo>
                  <a:pt x="190744" y="42597"/>
                  <a:pt x="190897" y="14928"/>
                  <a:pt x="190629" y="5910"/>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6" name="Freeform: Shape 25">
            <a:extLst>
              <a:ext uri="{FF2B5EF4-FFF2-40B4-BE49-F238E27FC236}">
                <a16:creationId xmlns:a16="http://schemas.microsoft.com/office/drawing/2014/main" id="{8F16AB0B-566C-0DBE-8ED4-9A5C80128EE5}"/>
              </a:ext>
            </a:extLst>
          </p:cNvPr>
          <p:cNvSpPr/>
          <p:nvPr/>
        </p:nvSpPr>
        <p:spPr>
          <a:xfrm>
            <a:off x="1087940" y="6336143"/>
            <a:ext cx="678614" cy="369748"/>
          </a:xfrm>
          <a:custGeom>
            <a:avLst/>
            <a:gdLst>
              <a:gd name="connsiteX0" fmla="*/ 98509 w 427770"/>
              <a:gd name="connsiteY0" fmla="*/ 17998 h 233074"/>
              <a:gd name="connsiteX1" fmla="*/ 80817 w 427770"/>
              <a:gd name="connsiteY1" fmla="*/ 149665 h 233074"/>
              <a:gd name="connsiteX2" fmla="*/ 103996 w 427770"/>
              <a:gd name="connsiteY2" fmla="*/ 176183 h 233074"/>
              <a:gd name="connsiteX3" fmla="*/ 301555 w 427770"/>
              <a:gd name="connsiteY3" fmla="*/ 188003 h 233074"/>
              <a:gd name="connsiteX4" fmla="*/ 419599 w 427770"/>
              <a:gd name="connsiteY4" fmla="*/ 179483 h 233074"/>
              <a:gd name="connsiteX5" fmla="*/ 420136 w 427770"/>
              <a:gd name="connsiteY5" fmla="*/ 207766 h 233074"/>
              <a:gd name="connsiteX6" fmla="*/ 301555 w 427770"/>
              <a:gd name="connsiteY6" fmla="*/ 222502 h 233074"/>
              <a:gd name="connsiteX7" fmla="*/ 30238 w 427770"/>
              <a:gd name="connsiteY7" fmla="*/ 233056 h 233074"/>
              <a:gd name="connsiteX8" fmla="*/ 75 w 427770"/>
              <a:gd name="connsiteY8" fmla="*/ 198057 h 233074"/>
              <a:gd name="connsiteX9" fmla="*/ 14312 w 427770"/>
              <a:gd name="connsiteY9" fmla="*/ 0 h 233074"/>
              <a:gd name="connsiteX10" fmla="*/ 98509 w 427770"/>
              <a:gd name="connsiteY10" fmla="*/ 17998 h 23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7770" h="233074">
                <a:moveTo>
                  <a:pt x="98509" y="17998"/>
                </a:moveTo>
                <a:lnTo>
                  <a:pt x="80817" y="149665"/>
                </a:lnTo>
                <a:cubicBezTo>
                  <a:pt x="78937" y="163711"/>
                  <a:pt x="89836" y="176183"/>
                  <a:pt x="103996" y="176183"/>
                </a:cubicBezTo>
                <a:lnTo>
                  <a:pt x="301555" y="188003"/>
                </a:lnTo>
                <a:cubicBezTo>
                  <a:pt x="301555" y="188003"/>
                  <a:pt x="380302" y="156036"/>
                  <a:pt x="419599" y="179483"/>
                </a:cubicBezTo>
                <a:cubicBezTo>
                  <a:pt x="430267" y="185854"/>
                  <a:pt x="430536" y="201050"/>
                  <a:pt x="420136" y="207766"/>
                </a:cubicBezTo>
                <a:cubicBezTo>
                  <a:pt x="405208" y="217398"/>
                  <a:pt x="372588" y="230254"/>
                  <a:pt x="301555" y="222502"/>
                </a:cubicBezTo>
                <a:lnTo>
                  <a:pt x="30238" y="233056"/>
                </a:lnTo>
                <a:cubicBezTo>
                  <a:pt x="12892" y="233746"/>
                  <a:pt x="-1153" y="215364"/>
                  <a:pt x="75" y="198057"/>
                </a:cubicBezTo>
                <a:lnTo>
                  <a:pt x="14312" y="0"/>
                </a:lnTo>
                <a:cubicBezTo>
                  <a:pt x="14312" y="0"/>
                  <a:pt x="55988" y="22757"/>
                  <a:pt x="98509" y="17998"/>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7" name="Freeform: Shape 26">
            <a:extLst>
              <a:ext uri="{FF2B5EF4-FFF2-40B4-BE49-F238E27FC236}">
                <a16:creationId xmlns:a16="http://schemas.microsoft.com/office/drawing/2014/main" id="{8CE292A1-FEB4-842E-70A1-4DCB3FAB3053}"/>
              </a:ext>
            </a:extLst>
          </p:cNvPr>
          <p:cNvSpPr/>
          <p:nvPr/>
        </p:nvSpPr>
        <p:spPr>
          <a:xfrm>
            <a:off x="1087081" y="6099384"/>
            <a:ext cx="204829" cy="311764"/>
          </a:xfrm>
          <a:custGeom>
            <a:avLst/>
            <a:gdLst>
              <a:gd name="connsiteX0" fmla="*/ 122037 w 129116"/>
              <a:gd name="connsiteY0" fmla="*/ 195486 h 196523"/>
              <a:gd name="connsiteX1" fmla="*/ 62401 w 129116"/>
              <a:gd name="connsiteY1" fmla="*/ 0 h 196523"/>
              <a:gd name="connsiteX2" fmla="*/ 424 w 129116"/>
              <a:gd name="connsiteY2" fmla="*/ 172883 h 196523"/>
              <a:gd name="connsiteX3" fmla="*/ 122037 w 129116"/>
              <a:gd name="connsiteY3" fmla="*/ 195486 h 196523"/>
            </a:gdLst>
            <a:ahLst/>
            <a:cxnLst>
              <a:cxn ang="0">
                <a:pos x="connsiteX0" y="connsiteY0"/>
              </a:cxn>
              <a:cxn ang="0">
                <a:pos x="connsiteX1" y="connsiteY1"/>
              </a:cxn>
              <a:cxn ang="0">
                <a:pos x="connsiteX2" y="connsiteY2"/>
              </a:cxn>
              <a:cxn ang="0">
                <a:pos x="connsiteX3" y="connsiteY3"/>
              </a:cxn>
            </a:cxnLst>
            <a:rect l="l" t="t" r="r" b="b"/>
            <a:pathLst>
              <a:path w="129116" h="196523">
                <a:moveTo>
                  <a:pt x="122037" y="195486"/>
                </a:moveTo>
                <a:cubicBezTo>
                  <a:pt x="122037" y="195486"/>
                  <a:pt x="159415" y="11474"/>
                  <a:pt x="62401" y="0"/>
                </a:cubicBezTo>
                <a:cubicBezTo>
                  <a:pt x="62401" y="0"/>
                  <a:pt x="-5985" y="34500"/>
                  <a:pt x="424" y="172883"/>
                </a:cubicBezTo>
                <a:cubicBezTo>
                  <a:pt x="424" y="172883"/>
                  <a:pt x="54303" y="202355"/>
                  <a:pt x="122037" y="195486"/>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28" name="Freeform: Shape 27">
            <a:extLst>
              <a:ext uri="{FF2B5EF4-FFF2-40B4-BE49-F238E27FC236}">
                <a16:creationId xmlns:a16="http://schemas.microsoft.com/office/drawing/2014/main" id="{CCA53246-0688-7281-11C2-3F524438403A}"/>
              </a:ext>
            </a:extLst>
          </p:cNvPr>
          <p:cNvSpPr/>
          <p:nvPr/>
        </p:nvSpPr>
        <p:spPr>
          <a:xfrm>
            <a:off x="0" y="6432637"/>
            <a:ext cx="553842" cy="425363"/>
          </a:xfrm>
          <a:custGeom>
            <a:avLst/>
            <a:gdLst>
              <a:gd name="connsiteX0" fmla="*/ 50940 w 349119"/>
              <a:gd name="connsiteY0" fmla="*/ 0 h 268131"/>
              <a:gd name="connsiteX1" fmla="*/ 130 w 349119"/>
              <a:gd name="connsiteY1" fmla="*/ 261722 h 268131"/>
              <a:gd name="connsiteX2" fmla="*/ 349119 w 349119"/>
              <a:gd name="connsiteY2" fmla="*/ 268131 h 268131"/>
              <a:gd name="connsiteX3" fmla="*/ 348505 w 349119"/>
              <a:gd name="connsiteY3" fmla="*/ 130669 h 268131"/>
              <a:gd name="connsiteX4" fmla="*/ 50940 w 349119"/>
              <a:gd name="connsiteY4" fmla="*/ 0 h 268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119" h="268131">
                <a:moveTo>
                  <a:pt x="50940" y="0"/>
                </a:moveTo>
                <a:cubicBezTo>
                  <a:pt x="25535" y="97973"/>
                  <a:pt x="-2134" y="272007"/>
                  <a:pt x="130" y="261722"/>
                </a:cubicBezTo>
                <a:lnTo>
                  <a:pt x="349119" y="268131"/>
                </a:lnTo>
                <a:lnTo>
                  <a:pt x="348505" y="130669"/>
                </a:lnTo>
                <a:lnTo>
                  <a:pt x="50940" y="0"/>
                </a:lnTo>
                <a:close/>
              </a:path>
            </a:pathLst>
          </a:custGeom>
          <a:solidFill>
            <a:schemeClr val="bg1">
              <a:lumMod val="50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1" name="Freeform: Shape 30">
            <a:extLst>
              <a:ext uri="{FF2B5EF4-FFF2-40B4-BE49-F238E27FC236}">
                <a16:creationId xmlns:a16="http://schemas.microsoft.com/office/drawing/2014/main" id="{9445FF66-7958-C597-6FBC-FFF4D2A4A233}"/>
              </a:ext>
            </a:extLst>
          </p:cNvPr>
          <p:cNvSpPr/>
          <p:nvPr/>
        </p:nvSpPr>
        <p:spPr>
          <a:xfrm>
            <a:off x="626959" y="6045932"/>
            <a:ext cx="665044" cy="660173"/>
          </a:xfrm>
          <a:custGeom>
            <a:avLst/>
            <a:gdLst>
              <a:gd name="connsiteX0" fmla="*/ 106262 w 419216"/>
              <a:gd name="connsiteY0" fmla="*/ 8481 h 416146"/>
              <a:gd name="connsiteX1" fmla="*/ 169429 w 419216"/>
              <a:gd name="connsiteY1" fmla="*/ 216170 h 416146"/>
              <a:gd name="connsiteX2" fmla="*/ 179675 w 419216"/>
              <a:gd name="connsiteY2" fmla="*/ 234015 h 416146"/>
              <a:gd name="connsiteX3" fmla="*/ 318788 w 419216"/>
              <a:gd name="connsiteY3" fmla="*/ 384026 h 416146"/>
              <a:gd name="connsiteX4" fmla="*/ 419217 w 419216"/>
              <a:gd name="connsiteY4" fmla="*/ 416146 h 416146"/>
              <a:gd name="connsiteX5" fmla="*/ 278953 w 419216"/>
              <a:gd name="connsiteY5" fmla="*/ 412999 h 416146"/>
              <a:gd name="connsiteX6" fmla="*/ 102348 w 419216"/>
              <a:gd name="connsiteY6" fmla="*/ 250248 h 416146"/>
              <a:gd name="connsiteX7" fmla="*/ 88264 w 419216"/>
              <a:gd name="connsiteY7" fmla="*/ 229525 h 416146"/>
              <a:gd name="connsiteX8" fmla="*/ 0 w 419216"/>
              <a:gd name="connsiteY8" fmla="*/ 0 h 416146"/>
              <a:gd name="connsiteX9" fmla="*/ 106262 w 419216"/>
              <a:gd name="connsiteY9" fmla="*/ 8481 h 41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9216" h="416146">
                <a:moveTo>
                  <a:pt x="106262" y="8481"/>
                </a:moveTo>
                <a:lnTo>
                  <a:pt x="169429" y="216170"/>
                </a:lnTo>
                <a:cubicBezTo>
                  <a:pt x="171463" y="222809"/>
                  <a:pt x="174955" y="228911"/>
                  <a:pt x="179675" y="234015"/>
                </a:cubicBezTo>
                <a:lnTo>
                  <a:pt x="318788" y="384026"/>
                </a:lnTo>
                <a:cubicBezTo>
                  <a:pt x="318788" y="384026"/>
                  <a:pt x="390243" y="385983"/>
                  <a:pt x="419217" y="416146"/>
                </a:cubicBezTo>
                <a:lnTo>
                  <a:pt x="278953" y="412999"/>
                </a:lnTo>
                <a:lnTo>
                  <a:pt x="102348" y="250248"/>
                </a:lnTo>
                <a:cubicBezTo>
                  <a:pt x="96131" y="244530"/>
                  <a:pt x="91296" y="237431"/>
                  <a:pt x="88264" y="229525"/>
                </a:cubicBezTo>
                <a:lnTo>
                  <a:pt x="0" y="0"/>
                </a:lnTo>
                <a:lnTo>
                  <a:pt x="106262" y="8481"/>
                </a:lnTo>
                <a:close/>
              </a:path>
            </a:pathLst>
          </a:custGeom>
          <a:solidFill>
            <a:srgbClr val="B0B0B0"/>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3" name="Freeform: Shape 32">
            <a:extLst>
              <a:ext uri="{FF2B5EF4-FFF2-40B4-BE49-F238E27FC236}">
                <a16:creationId xmlns:a16="http://schemas.microsoft.com/office/drawing/2014/main" id="{62638EBE-1A8E-0377-DECA-AF195E82C6CC}"/>
              </a:ext>
            </a:extLst>
          </p:cNvPr>
          <p:cNvSpPr/>
          <p:nvPr/>
        </p:nvSpPr>
        <p:spPr>
          <a:xfrm>
            <a:off x="80811" y="5576269"/>
            <a:ext cx="687429" cy="1063599"/>
          </a:xfrm>
          <a:custGeom>
            <a:avLst/>
            <a:gdLst>
              <a:gd name="connsiteX0" fmla="*/ 415878 w 433327"/>
              <a:gd name="connsiteY0" fmla="*/ 52601 h 670449"/>
              <a:gd name="connsiteX1" fmla="*/ 402216 w 433327"/>
              <a:gd name="connsiteY1" fmla="*/ 355193 h 670449"/>
              <a:gd name="connsiteX2" fmla="*/ 297566 w 433327"/>
              <a:gd name="connsiteY2" fmla="*/ 670450 h 670449"/>
              <a:gd name="connsiteX3" fmla="*/ 0 w 433327"/>
              <a:gd name="connsiteY3" fmla="*/ 539819 h 670449"/>
              <a:gd name="connsiteX4" fmla="*/ 149857 w 433327"/>
              <a:gd name="connsiteY4" fmla="*/ 132998 h 670449"/>
              <a:gd name="connsiteX5" fmla="*/ 295992 w 433327"/>
              <a:gd name="connsiteY5" fmla="*/ 2559 h 670449"/>
              <a:gd name="connsiteX6" fmla="*/ 415878 w 433327"/>
              <a:gd name="connsiteY6" fmla="*/ 52601 h 67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3327" h="670449">
                <a:moveTo>
                  <a:pt x="415878" y="52601"/>
                </a:moveTo>
                <a:cubicBezTo>
                  <a:pt x="415878" y="52601"/>
                  <a:pt x="463080" y="151226"/>
                  <a:pt x="402216" y="355193"/>
                </a:cubicBezTo>
                <a:cubicBezTo>
                  <a:pt x="375123" y="446067"/>
                  <a:pt x="297566" y="670450"/>
                  <a:pt x="297566" y="670450"/>
                </a:cubicBezTo>
                <a:lnTo>
                  <a:pt x="0" y="539819"/>
                </a:lnTo>
                <a:lnTo>
                  <a:pt x="149857" y="132998"/>
                </a:lnTo>
                <a:cubicBezTo>
                  <a:pt x="149857" y="132998"/>
                  <a:pt x="165553" y="-21579"/>
                  <a:pt x="295992" y="2559"/>
                </a:cubicBezTo>
                <a:lnTo>
                  <a:pt x="415878" y="52601"/>
                </a:ln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4" name="Freeform: Shape 33">
            <a:extLst>
              <a:ext uri="{FF2B5EF4-FFF2-40B4-BE49-F238E27FC236}">
                <a16:creationId xmlns:a16="http://schemas.microsoft.com/office/drawing/2014/main" id="{B6104387-0ABC-D013-2576-71145998F57C}"/>
              </a:ext>
            </a:extLst>
          </p:cNvPr>
          <p:cNvSpPr/>
          <p:nvPr/>
        </p:nvSpPr>
        <p:spPr>
          <a:xfrm>
            <a:off x="550373" y="5245068"/>
            <a:ext cx="358214" cy="472531"/>
          </a:xfrm>
          <a:custGeom>
            <a:avLst/>
            <a:gdLst>
              <a:gd name="connsiteX0" fmla="*/ 225803 w 225803"/>
              <a:gd name="connsiteY0" fmla="*/ 6063 h 297864"/>
              <a:gd name="connsiteX1" fmla="*/ 208879 w 225803"/>
              <a:gd name="connsiteY1" fmla="*/ 72492 h 297864"/>
              <a:gd name="connsiteX2" fmla="*/ 169045 w 225803"/>
              <a:gd name="connsiteY2" fmla="*/ 176336 h 297864"/>
              <a:gd name="connsiteX3" fmla="*/ 91756 w 225803"/>
              <a:gd name="connsiteY3" fmla="*/ 193260 h 297864"/>
              <a:gd name="connsiteX4" fmla="*/ 85578 w 225803"/>
              <a:gd name="connsiteY4" fmla="*/ 218665 h 297864"/>
              <a:gd name="connsiteX5" fmla="*/ 119924 w 225803"/>
              <a:gd name="connsiteY5" fmla="*/ 261377 h 297864"/>
              <a:gd name="connsiteX6" fmla="*/ 40410 w 225803"/>
              <a:gd name="connsiteY6" fmla="*/ 271239 h 297864"/>
              <a:gd name="connsiteX7" fmla="*/ 0 w 225803"/>
              <a:gd name="connsiteY7" fmla="*/ 211373 h 297864"/>
              <a:gd name="connsiteX8" fmla="*/ 31391 w 225803"/>
              <a:gd name="connsiteY8" fmla="*/ 119579 h 297864"/>
              <a:gd name="connsiteX9" fmla="*/ 67618 w 225803"/>
              <a:gd name="connsiteY9" fmla="*/ 53150 h 297864"/>
              <a:gd name="connsiteX10" fmla="*/ 85731 w 225803"/>
              <a:gd name="connsiteY10" fmla="*/ 64011 h 297864"/>
              <a:gd name="connsiteX11" fmla="*/ 105034 w 225803"/>
              <a:gd name="connsiteY11" fmla="*/ 0 h 297864"/>
              <a:gd name="connsiteX12" fmla="*/ 225803 w 225803"/>
              <a:gd name="connsiteY12" fmla="*/ 6063 h 29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803" h="297864">
                <a:moveTo>
                  <a:pt x="225803" y="6063"/>
                </a:moveTo>
                <a:cubicBezTo>
                  <a:pt x="225803" y="6063"/>
                  <a:pt x="208879" y="59214"/>
                  <a:pt x="208879" y="72492"/>
                </a:cubicBezTo>
                <a:cubicBezTo>
                  <a:pt x="208879" y="72492"/>
                  <a:pt x="196791" y="143755"/>
                  <a:pt x="169045" y="176336"/>
                </a:cubicBezTo>
                <a:cubicBezTo>
                  <a:pt x="169045" y="176336"/>
                  <a:pt x="138844" y="229487"/>
                  <a:pt x="91756" y="193260"/>
                </a:cubicBezTo>
                <a:cubicBezTo>
                  <a:pt x="91756" y="193260"/>
                  <a:pt x="88034" y="205502"/>
                  <a:pt x="85578" y="218665"/>
                </a:cubicBezTo>
                <a:cubicBezTo>
                  <a:pt x="82700" y="233900"/>
                  <a:pt x="119924" y="261377"/>
                  <a:pt x="119924" y="261377"/>
                </a:cubicBezTo>
                <a:cubicBezTo>
                  <a:pt x="119924" y="261377"/>
                  <a:pt x="106838" y="336440"/>
                  <a:pt x="40410" y="271239"/>
                </a:cubicBezTo>
                <a:cubicBezTo>
                  <a:pt x="40410" y="271239"/>
                  <a:pt x="12203" y="248099"/>
                  <a:pt x="0" y="211373"/>
                </a:cubicBezTo>
                <a:cubicBezTo>
                  <a:pt x="0" y="211373"/>
                  <a:pt x="30202" y="183589"/>
                  <a:pt x="31391" y="119579"/>
                </a:cubicBezTo>
                <a:cubicBezTo>
                  <a:pt x="31391" y="119579"/>
                  <a:pt x="12088" y="15734"/>
                  <a:pt x="67618" y="53150"/>
                </a:cubicBezTo>
                <a:lnTo>
                  <a:pt x="85731" y="64011"/>
                </a:lnTo>
                <a:cubicBezTo>
                  <a:pt x="85731" y="64011"/>
                  <a:pt x="71993" y="13124"/>
                  <a:pt x="105034" y="0"/>
                </a:cubicBezTo>
                <a:cubicBezTo>
                  <a:pt x="105034" y="38"/>
                  <a:pt x="196829" y="31430"/>
                  <a:pt x="225803" y="6063"/>
                </a:cubicBezTo>
                <a:close/>
              </a:path>
            </a:pathLst>
          </a:custGeom>
          <a:solidFill>
            <a:srgbClr val="B0B0B0"/>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5" name="Freeform: Shape 34">
            <a:extLst>
              <a:ext uri="{FF2B5EF4-FFF2-40B4-BE49-F238E27FC236}">
                <a16:creationId xmlns:a16="http://schemas.microsoft.com/office/drawing/2014/main" id="{439DB65F-C282-3C8F-1C02-D3E06A86FCE5}"/>
              </a:ext>
            </a:extLst>
          </p:cNvPr>
          <p:cNvSpPr/>
          <p:nvPr/>
        </p:nvSpPr>
        <p:spPr>
          <a:xfrm>
            <a:off x="535222" y="5060073"/>
            <a:ext cx="432995" cy="376581"/>
          </a:xfrm>
          <a:custGeom>
            <a:avLst/>
            <a:gdLst>
              <a:gd name="connsiteX0" fmla="*/ 235353 w 272942"/>
              <a:gd name="connsiteY0" fmla="*/ 122677 h 237381"/>
              <a:gd name="connsiteX1" fmla="*/ 248631 w 272942"/>
              <a:gd name="connsiteY1" fmla="*/ 30882 h 237381"/>
              <a:gd name="connsiteX2" fmla="*/ 145976 w 272942"/>
              <a:gd name="connsiteY2" fmla="*/ 22439 h 237381"/>
              <a:gd name="connsiteX3" fmla="*/ 65080 w 272942"/>
              <a:gd name="connsiteY3" fmla="*/ 7933 h 237381"/>
              <a:gd name="connsiteX4" fmla="*/ 72 w 272942"/>
              <a:gd name="connsiteY4" fmla="*/ 74016 h 237381"/>
              <a:gd name="connsiteX5" fmla="*/ 2067 w 272942"/>
              <a:gd name="connsiteY5" fmla="*/ 84838 h 237381"/>
              <a:gd name="connsiteX6" fmla="*/ 28853 w 272942"/>
              <a:gd name="connsiteY6" fmla="*/ 237382 h 237381"/>
              <a:gd name="connsiteX7" fmla="*/ 56637 w 272942"/>
              <a:gd name="connsiteY7" fmla="*/ 237382 h 237381"/>
              <a:gd name="connsiteX8" fmla="*/ 62125 w 272942"/>
              <a:gd name="connsiteY8" fmla="*/ 179741 h 237381"/>
              <a:gd name="connsiteX9" fmla="*/ 86647 w 272942"/>
              <a:gd name="connsiteY9" fmla="*/ 175443 h 237381"/>
              <a:gd name="connsiteX10" fmla="*/ 95243 w 272942"/>
              <a:gd name="connsiteY10" fmla="*/ 180624 h 237381"/>
              <a:gd name="connsiteX11" fmla="*/ 114546 w 272942"/>
              <a:gd name="connsiteY11" fmla="*/ 116613 h 237381"/>
              <a:gd name="connsiteX12" fmla="*/ 235353 w 272942"/>
              <a:gd name="connsiteY12" fmla="*/ 122677 h 23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2942" h="237381">
                <a:moveTo>
                  <a:pt x="235353" y="122677"/>
                </a:moveTo>
                <a:cubicBezTo>
                  <a:pt x="235353" y="122677"/>
                  <a:pt x="310225" y="73172"/>
                  <a:pt x="248631" y="30882"/>
                </a:cubicBezTo>
                <a:cubicBezTo>
                  <a:pt x="248631" y="30882"/>
                  <a:pt x="209987" y="680"/>
                  <a:pt x="145976" y="22439"/>
                </a:cubicBezTo>
                <a:cubicBezTo>
                  <a:pt x="145976" y="22439"/>
                  <a:pt x="122413" y="-16205"/>
                  <a:pt x="65080" y="7933"/>
                </a:cubicBezTo>
                <a:cubicBezTo>
                  <a:pt x="65080" y="7933"/>
                  <a:pt x="-2500" y="27543"/>
                  <a:pt x="72" y="74016"/>
                </a:cubicBezTo>
                <a:cubicBezTo>
                  <a:pt x="263" y="77700"/>
                  <a:pt x="993" y="81308"/>
                  <a:pt x="2067" y="84838"/>
                </a:cubicBezTo>
                <a:cubicBezTo>
                  <a:pt x="7670" y="103757"/>
                  <a:pt x="35377" y="200426"/>
                  <a:pt x="28853" y="237382"/>
                </a:cubicBezTo>
                <a:lnTo>
                  <a:pt x="56637" y="237382"/>
                </a:lnTo>
                <a:cubicBezTo>
                  <a:pt x="56637" y="237382"/>
                  <a:pt x="47120" y="199313"/>
                  <a:pt x="62125" y="179741"/>
                </a:cubicBezTo>
                <a:cubicBezTo>
                  <a:pt x="67882" y="172258"/>
                  <a:pt x="78550" y="170608"/>
                  <a:pt x="86647" y="175443"/>
                </a:cubicBezTo>
                <a:lnTo>
                  <a:pt x="95243" y="180624"/>
                </a:lnTo>
                <a:cubicBezTo>
                  <a:pt x="95243" y="180624"/>
                  <a:pt x="84383" y="138372"/>
                  <a:pt x="114546" y="116613"/>
                </a:cubicBezTo>
                <a:cubicBezTo>
                  <a:pt x="114585" y="116652"/>
                  <a:pt x="201122" y="161359"/>
                  <a:pt x="235353" y="122677"/>
                </a:cubicBezTo>
                <a:close/>
              </a:path>
            </a:pathLst>
          </a:custGeom>
          <a:solidFill>
            <a:schemeClr val="tx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6" name="Freeform: Shape 35">
            <a:extLst>
              <a:ext uri="{FF2B5EF4-FFF2-40B4-BE49-F238E27FC236}">
                <a16:creationId xmlns:a16="http://schemas.microsoft.com/office/drawing/2014/main" id="{5B01EF0B-C026-9697-4CA9-25CE904094C3}"/>
              </a:ext>
            </a:extLst>
          </p:cNvPr>
          <p:cNvSpPr/>
          <p:nvPr/>
        </p:nvSpPr>
        <p:spPr>
          <a:xfrm>
            <a:off x="740560" y="5659716"/>
            <a:ext cx="78609" cy="347862"/>
          </a:xfrm>
          <a:custGeom>
            <a:avLst/>
            <a:gdLst>
              <a:gd name="connsiteX0" fmla="*/ 0 w 49552"/>
              <a:gd name="connsiteY0" fmla="*/ 0 h 219278"/>
              <a:gd name="connsiteX1" fmla="*/ 43096 w 49552"/>
              <a:gd name="connsiteY1" fmla="*/ 219279 h 219278"/>
              <a:gd name="connsiteX2" fmla="*/ 8059 w 49552"/>
              <a:gd name="connsiteY2" fmla="*/ 219279 h 219278"/>
              <a:gd name="connsiteX3" fmla="*/ 0 w 49552"/>
              <a:gd name="connsiteY3" fmla="*/ 0 h 219278"/>
            </a:gdLst>
            <a:ahLst/>
            <a:cxnLst>
              <a:cxn ang="0">
                <a:pos x="connsiteX0" y="connsiteY0"/>
              </a:cxn>
              <a:cxn ang="0">
                <a:pos x="connsiteX1" y="connsiteY1"/>
              </a:cxn>
              <a:cxn ang="0">
                <a:pos x="connsiteX2" y="connsiteY2"/>
              </a:cxn>
              <a:cxn ang="0">
                <a:pos x="connsiteX3" y="connsiteY3"/>
              </a:cxn>
            </a:cxnLst>
            <a:rect l="l" t="t" r="r" b="b"/>
            <a:pathLst>
              <a:path w="49552" h="219278">
                <a:moveTo>
                  <a:pt x="0" y="0"/>
                </a:moveTo>
                <a:cubicBezTo>
                  <a:pt x="0" y="0"/>
                  <a:pt x="70880" y="61094"/>
                  <a:pt x="43096" y="219279"/>
                </a:cubicBezTo>
                <a:lnTo>
                  <a:pt x="8059" y="219279"/>
                </a:lnTo>
                <a:cubicBezTo>
                  <a:pt x="8097" y="219279"/>
                  <a:pt x="25635" y="65584"/>
                  <a:pt x="0" y="0"/>
                </a:cubicBez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7" name="Freeform: Shape 36">
            <a:extLst>
              <a:ext uri="{FF2B5EF4-FFF2-40B4-BE49-F238E27FC236}">
                <a16:creationId xmlns:a16="http://schemas.microsoft.com/office/drawing/2014/main" id="{E25474DE-DCF5-5AD8-08C9-E144CA0D6257}"/>
              </a:ext>
            </a:extLst>
          </p:cNvPr>
          <p:cNvSpPr/>
          <p:nvPr/>
        </p:nvSpPr>
        <p:spPr>
          <a:xfrm>
            <a:off x="594571" y="5959667"/>
            <a:ext cx="1011386" cy="546489"/>
          </a:xfrm>
          <a:custGeom>
            <a:avLst/>
            <a:gdLst>
              <a:gd name="connsiteX0" fmla="*/ 91680 w 637536"/>
              <a:gd name="connsiteY0" fmla="*/ 0 h 344484"/>
              <a:gd name="connsiteX1" fmla="*/ 247447 w 637536"/>
              <a:gd name="connsiteY1" fmla="*/ 114705 h 344484"/>
              <a:gd name="connsiteX2" fmla="*/ 445504 w 637536"/>
              <a:gd name="connsiteY2" fmla="*/ 249941 h 344484"/>
              <a:gd name="connsiteX3" fmla="*/ 542633 w 637536"/>
              <a:gd name="connsiteY3" fmla="*/ 264447 h 344484"/>
              <a:gd name="connsiteX4" fmla="*/ 557024 w 637536"/>
              <a:gd name="connsiteY4" fmla="*/ 270472 h 344484"/>
              <a:gd name="connsiteX5" fmla="*/ 630552 w 637536"/>
              <a:gd name="connsiteY5" fmla="*/ 325618 h 344484"/>
              <a:gd name="connsiteX6" fmla="*/ 637537 w 637536"/>
              <a:gd name="connsiteY6" fmla="*/ 339625 h 344484"/>
              <a:gd name="connsiteX7" fmla="*/ 637537 w 637536"/>
              <a:gd name="connsiteY7" fmla="*/ 339625 h 344484"/>
              <a:gd name="connsiteX8" fmla="*/ 630360 w 637536"/>
              <a:gd name="connsiteY8" fmla="*/ 343885 h 344484"/>
              <a:gd name="connsiteX9" fmla="*/ 548160 w 637536"/>
              <a:gd name="connsiteY9" fmla="*/ 299446 h 344484"/>
              <a:gd name="connsiteX10" fmla="*/ 483918 w 637536"/>
              <a:gd name="connsiteY10" fmla="*/ 319132 h 344484"/>
              <a:gd name="connsiteX11" fmla="*/ 463387 w 637536"/>
              <a:gd name="connsiteY11" fmla="*/ 317405 h 344484"/>
              <a:gd name="connsiteX12" fmla="*/ 400873 w 637536"/>
              <a:gd name="connsiteY12" fmla="*/ 286129 h 344484"/>
              <a:gd name="connsiteX13" fmla="*/ 188348 w 637536"/>
              <a:gd name="connsiteY13" fmla="*/ 188310 h 344484"/>
              <a:gd name="connsiteX14" fmla="*/ 0 w 637536"/>
              <a:gd name="connsiteY14" fmla="*/ 67848 h 344484"/>
              <a:gd name="connsiteX15" fmla="*/ 91680 w 637536"/>
              <a:gd name="connsiteY15" fmla="*/ 0 h 344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7536" h="344484">
                <a:moveTo>
                  <a:pt x="91680" y="0"/>
                </a:moveTo>
                <a:lnTo>
                  <a:pt x="247447" y="114705"/>
                </a:lnTo>
                <a:lnTo>
                  <a:pt x="445504" y="249941"/>
                </a:lnTo>
                <a:lnTo>
                  <a:pt x="542633" y="264447"/>
                </a:lnTo>
                <a:cubicBezTo>
                  <a:pt x="547853" y="265214"/>
                  <a:pt x="552803" y="267287"/>
                  <a:pt x="557024" y="270472"/>
                </a:cubicBezTo>
                <a:lnTo>
                  <a:pt x="630552" y="325618"/>
                </a:lnTo>
                <a:cubicBezTo>
                  <a:pt x="634965" y="328918"/>
                  <a:pt x="637537" y="334099"/>
                  <a:pt x="637537" y="339625"/>
                </a:cubicBezTo>
                <a:lnTo>
                  <a:pt x="637537" y="339625"/>
                </a:lnTo>
                <a:cubicBezTo>
                  <a:pt x="637537" y="343309"/>
                  <a:pt x="633584" y="345650"/>
                  <a:pt x="630360" y="343885"/>
                </a:cubicBezTo>
                <a:lnTo>
                  <a:pt x="548160" y="299446"/>
                </a:lnTo>
                <a:lnTo>
                  <a:pt x="483918" y="319132"/>
                </a:lnTo>
                <a:cubicBezTo>
                  <a:pt x="477088" y="321205"/>
                  <a:pt x="469758" y="320591"/>
                  <a:pt x="463387" y="317405"/>
                </a:cubicBezTo>
                <a:lnTo>
                  <a:pt x="400873" y="286129"/>
                </a:lnTo>
                <a:lnTo>
                  <a:pt x="188348" y="188310"/>
                </a:lnTo>
                <a:lnTo>
                  <a:pt x="0" y="67848"/>
                </a:lnTo>
                <a:cubicBezTo>
                  <a:pt x="-77" y="67925"/>
                  <a:pt x="73451" y="55376"/>
                  <a:pt x="91680" y="0"/>
                </a:cubicBezTo>
                <a:close/>
              </a:path>
            </a:pathLst>
          </a:custGeom>
          <a:solidFill>
            <a:srgbClr val="B0B0B0"/>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8" name="Freeform: Shape 37">
            <a:extLst>
              <a:ext uri="{FF2B5EF4-FFF2-40B4-BE49-F238E27FC236}">
                <a16:creationId xmlns:a16="http://schemas.microsoft.com/office/drawing/2014/main" id="{9CF2D7BF-7DB1-ADC0-1D87-E8D6138F550F}"/>
              </a:ext>
            </a:extLst>
          </p:cNvPr>
          <p:cNvSpPr/>
          <p:nvPr/>
        </p:nvSpPr>
        <p:spPr>
          <a:xfrm>
            <a:off x="404046" y="5734671"/>
            <a:ext cx="343454" cy="345023"/>
          </a:xfrm>
          <a:custGeom>
            <a:avLst/>
            <a:gdLst>
              <a:gd name="connsiteX0" fmla="*/ 123899 w 216499"/>
              <a:gd name="connsiteY0" fmla="*/ 27392 h 217488"/>
              <a:gd name="connsiteX1" fmla="*/ 216499 w 216499"/>
              <a:gd name="connsiteY1" fmla="*/ 144323 h 217488"/>
              <a:gd name="connsiteX2" fmla="*/ 90205 w 216499"/>
              <a:gd name="connsiteY2" fmla="*/ 214013 h 217488"/>
              <a:gd name="connsiteX3" fmla="*/ 2861 w 216499"/>
              <a:gd name="connsiteY3" fmla="*/ 51262 h 217488"/>
              <a:gd name="connsiteX4" fmla="*/ 53556 w 216499"/>
              <a:gd name="connsiteY4" fmla="*/ 1834 h 217488"/>
              <a:gd name="connsiteX5" fmla="*/ 123899 w 216499"/>
              <a:gd name="connsiteY5" fmla="*/ 27392 h 21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499" h="217488">
                <a:moveTo>
                  <a:pt x="123899" y="27392"/>
                </a:moveTo>
                <a:lnTo>
                  <a:pt x="216499" y="144323"/>
                </a:lnTo>
                <a:cubicBezTo>
                  <a:pt x="216499" y="144323"/>
                  <a:pt x="184417" y="236271"/>
                  <a:pt x="90205" y="214013"/>
                </a:cubicBezTo>
                <a:cubicBezTo>
                  <a:pt x="90205" y="214013"/>
                  <a:pt x="-18859" y="108019"/>
                  <a:pt x="2861" y="51262"/>
                </a:cubicBezTo>
                <a:cubicBezTo>
                  <a:pt x="2861" y="51262"/>
                  <a:pt x="13990" y="11351"/>
                  <a:pt x="53556" y="1834"/>
                </a:cubicBezTo>
                <a:cubicBezTo>
                  <a:pt x="79882" y="-4498"/>
                  <a:pt x="107435" y="5940"/>
                  <a:pt x="123899" y="27392"/>
                </a:cubicBezTo>
                <a:close/>
              </a:path>
            </a:pathLst>
          </a:custGeom>
          <a:solidFill>
            <a:schemeClr val="accent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39" name="Freeform: Shape 38">
            <a:extLst>
              <a:ext uri="{FF2B5EF4-FFF2-40B4-BE49-F238E27FC236}">
                <a16:creationId xmlns:a16="http://schemas.microsoft.com/office/drawing/2014/main" id="{6DD3A6E5-2B33-F011-E5B9-690458F20483}"/>
              </a:ext>
            </a:extLst>
          </p:cNvPr>
          <p:cNvSpPr/>
          <p:nvPr/>
        </p:nvSpPr>
        <p:spPr>
          <a:xfrm>
            <a:off x="1544735" y="6249391"/>
            <a:ext cx="679209" cy="413247"/>
          </a:xfrm>
          <a:custGeom>
            <a:avLst/>
            <a:gdLst>
              <a:gd name="connsiteX0" fmla="*/ 359990 w 428145"/>
              <a:gd name="connsiteY0" fmla="*/ 26441 h 260494"/>
              <a:gd name="connsiteX1" fmla="*/ 428146 w 428145"/>
              <a:gd name="connsiteY1" fmla="*/ 260494 h 260494"/>
              <a:gd name="connsiteX2" fmla="*/ 80730 w 428145"/>
              <a:gd name="connsiteY2" fmla="*/ 260494 h 260494"/>
              <a:gd name="connsiteX3" fmla="*/ 1062 w 428145"/>
              <a:gd name="connsiteY3" fmla="*/ 24330 h 260494"/>
              <a:gd name="connsiteX4" fmla="*/ 15721 w 428145"/>
              <a:gd name="connsiteY4" fmla="*/ 0 h 260494"/>
              <a:gd name="connsiteX5" fmla="*/ 324800 w 428145"/>
              <a:gd name="connsiteY5" fmla="*/ 0 h 260494"/>
              <a:gd name="connsiteX6" fmla="*/ 359990 w 428145"/>
              <a:gd name="connsiteY6" fmla="*/ 26441 h 26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8145" h="260494">
                <a:moveTo>
                  <a:pt x="359990" y="26441"/>
                </a:moveTo>
                <a:lnTo>
                  <a:pt x="428146" y="260494"/>
                </a:lnTo>
                <a:lnTo>
                  <a:pt x="80730" y="260494"/>
                </a:lnTo>
                <a:lnTo>
                  <a:pt x="1062" y="24330"/>
                </a:lnTo>
                <a:cubicBezTo>
                  <a:pt x="-2507" y="12165"/>
                  <a:pt x="3057" y="0"/>
                  <a:pt x="15721" y="0"/>
                </a:cubicBezTo>
                <a:lnTo>
                  <a:pt x="324800" y="0"/>
                </a:lnTo>
                <a:cubicBezTo>
                  <a:pt x="341109" y="38"/>
                  <a:pt x="355462" y="10784"/>
                  <a:pt x="359990" y="26441"/>
                </a:cubicBezTo>
                <a:close/>
              </a:path>
            </a:pathLst>
          </a:custGeom>
          <a:solidFill>
            <a:schemeClr val="bg1">
              <a:lumMod val="50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0" name="Freeform: Shape 39">
            <a:extLst>
              <a:ext uri="{FF2B5EF4-FFF2-40B4-BE49-F238E27FC236}">
                <a16:creationId xmlns:a16="http://schemas.microsoft.com/office/drawing/2014/main" id="{0210DFC6-1C0E-B7A3-234F-D4844B03DFF2}"/>
              </a:ext>
            </a:extLst>
          </p:cNvPr>
          <p:cNvSpPr/>
          <p:nvPr/>
        </p:nvSpPr>
        <p:spPr>
          <a:xfrm>
            <a:off x="1358302" y="6662638"/>
            <a:ext cx="877878" cy="41884"/>
          </a:xfrm>
          <a:custGeom>
            <a:avLst/>
            <a:gdLst>
              <a:gd name="connsiteX0" fmla="*/ 11628 w 553378"/>
              <a:gd name="connsiteY0" fmla="*/ 26403 h 26402"/>
              <a:gd name="connsiteX1" fmla="*/ 541751 w 553378"/>
              <a:gd name="connsiteY1" fmla="*/ 26403 h 26402"/>
              <a:gd name="connsiteX2" fmla="*/ 553379 w 553378"/>
              <a:gd name="connsiteY2" fmla="*/ 14775 h 26402"/>
              <a:gd name="connsiteX3" fmla="*/ 553379 w 553378"/>
              <a:gd name="connsiteY3" fmla="*/ 11628 h 26402"/>
              <a:gd name="connsiteX4" fmla="*/ 541751 w 553378"/>
              <a:gd name="connsiteY4" fmla="*/ 0 h 26402"/>
              <a:gd name="connsiteX5" fmla="*/ 11628 w 553378"/>
              <a:gd name="connsiteY5" fmla="*/ 0 h 26402"/>
              <a:gd name="connsiteX6" fmla="*/ 0 w 553378"/>
              <a:gd name="connsiteY6" fmla="*/ 11628 h 26402"/>
              <a:gd name="connsiteX7" fmla="*/ 0 w 553378"/>
              <a:gd name="connsiteY7" fmla="*/ 14775 h 26402"/>
              <a:gd name="connsiteX8" fmla="*/ 11628 w 553378"/>
              <a:gd name="connsiteY8" fmla="*/ 26403 h 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378" h="26402">
                <a:moveTo>
                  <a:pt x="11628" y="26403"/>
                </a:moveTo>
                <a:lnTo>
                  <a:pt x="541751" y="26403"/>
                </a:lnTo>
                <a:cubicBezTo>
                  <a:pt x="548160" y="26403"/>
                  <a:pt x="553379" y="21183"/>
                  <a:pt x="553379" y="14775"/>
                </a:cubicBezTo>
                <a:lnTo>
                  <a:pt x="553379" y="11628"/>
                </a:lnTo>
                <a:cubicBezTo>
                  <a:pt x="553379" y="5219"/>
                  <a:pt x="548160" y="0"/>
                  <a:pt x="541751" y="0"/>
                </a:cubicBezTo>
                <a:lnTo>
                  <a:pt x="11628" y="0"/>
                </a:lnTo>
                <a:cubicBezTo>
                  <a:pt x="5219" y="0"/>
                  <a:pt x="0" y="5219"/>
                  <a:pt x="0" y="11628"/>
                </a:cubicBezTo>
                <a:lnTo>
                  <a:pt x="0" y="14775"/>
                </a:lnTo>
                <a:cubicBezTo>
                  <a:pt x="0" y="21145"/>
                  <a:pt x="5219" y="26403"/>
                  <a:pt x="11628" y="26403"/>
                </a:cubicBezTo>
                <a:close/>
              </a:path>
            </a:pathLst>
          </a:custGeom>
          <a:solidFill>
            <a:schemeClr val="bg1">
              <a:lumMod val="50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1" name="Freeform: Shape 40">
            <a:extLst>
              <a:ext uri="{FF2B5EF4-FFF2-40B4-BE49-F238E27FC236}">
                <a16:creationId xmlns:a16="http://schemas.microsoft.com/office/drawing/2014/main" id="{FB902000-D08C-746E-275E-E080C853C00D}"/>
              </a:ext>
            </a:extLst>
          </p:cNvPr>
          <p:cNvSpPr/>
          <p:nvPr/>
        </p:nvSpPr>
        <p:spPr>
          <a:xfrm>
            <a:off x="1961616" y="6335049"/>
            <a:ext cx="56374" cy="72238"/>
          </a:xfrm>
          <a:custGeom>
            <a:avLst/>
            <a:gdLst>
              <a:gd name="connsiteX0" fmla="*/ 33733 w 35536"/>
              <a:gd name="connsiteY0" fmla="*/ 17116 h 45536"/>
              <a:gd name="connsiteX1" fmla="*/ 25597 w 35536"/>
              <a:gd name="connsiteY1" fmla="*/ 44823 h 45536"/>
              <a:gd name="connsiteX2" fmla="*/ 1804 w 35536"/>
              <a:gd name="connsiteY2" fmla="*/ 28436 h 45536"/>
              <a:gd name="connsiteX3" fmla="*/ 9940 w 35536"/>
              <a:gd name="connsiteY3" fmla="*/ 729 h 45536"/>
              <a:gd name="connsiteX4" fmla="*/ 33733 w 35536"/>
              <a:gd name="connsiteY4" fmla="*/ 17116 h 45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36" h="45536">
                <a:moveTo>
                  <a:pt x="33733" y="17116"/>
                </a:moveTo>
                <a:cubicBezTo>
                  <a:pt x="38031" y="29281"/>
                  <a:pt x="34385" y="41714"/>
                  <a:pt x="25597" y="44823"/>
                </a:cubicBezTo>
                <a:cubicBezTo>
                  <a:pt x="16771" y="47931"/>
                  <a:pt x="6140" y="40601"/>
                  <a:pt x="1804" y="28436"/>
                </a:cubicBezTo>
                <a:cubicBezTo>
                  <a:pt x="-2494" y="16271"/>
                  <a:pt x="1152" y="3838"/>
                  <a:pt x="9940" y="729"/>
                </a:cubicBezTo>
                <a:cubicBezTo>
                  <a:pt x="18766" y="-2418"/>
                  <a:pt x="29396" y="4912"/>
                  <a:pt x="33733" y="17116"/>
                </a:cubicBezTo>
                <a:close/>
              </a:path>
            </a:pathLst>
          </a:custGeom>
          <a:solidFill>
            <a:schemeClr val="bg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2" name="Freeform: Shape 41">
            <a:extLst>
              <a:ext uri="{FF2B5EF4-FFF2-40B4-BE49-F238E27FC236}">
                <a16:creationId xmlns:a16="http://schemas.microsoft.com/office/drawing/2014/main" id="{43DABF26-CCDC-13C1-B7D3-7944792A3251}"/>
              </a:ext>
            </a:extLst>
          </p:cNvPr>
          <p:cNvSpPr/>
          <p:nvPr/>
        </p:nvSpPr>
        <p:spPr>
          <a:xfrm>
            <a:off x="2777478" y="4060850"/>
            <a:ext cx="1044728" cy="1264639"/>
          </a:xfrm>
          <a:custGeom>
            <a:avLst/>
            <a:gdLst>
              <a:gd name="connsiteX0" fmla="*/ 168 w 658553"/>
              <a:gd name="connsiteY0" fmla="*/ 203504 h 797176"/>
              <a:gd name="connsiteX1" fmla="*/ 59612 w 658553"/>
              <a:gd name="connsiteY1" fmla="*/ 566538 h 797176"/>
              <a:gd name="connsiteX2" fmla="*/ 119210 w 658553"/>
              <a:gd name="connsiteY2" fmla="*/ 797176 h 797176"/>
              <a:gd name="connsiteX3" fmla="*/ 170787 w 658553"/>
              <a:gd name="connsiteY3" fmla="*/ 676331 h 797176"/>
              <a:gd name="connsiteX4" fmla="*/ 316385 w 658553"/>
              <a:gd name="connsiteY4" fmla="*/ 621799 h 797176"/>
              <a:gd name="connsiteX5" fmla="*/ 551283 w 658553"/>
              <a:gd name="connsiteY5" fmla="*/ 602151 h 797176"/>
              <a:gd name="connsiteX6" fmla="*/ 647875 w 658553"/>
              <a:gd name="connsiteY6" fmla="*/ 463691 h 797176"/>
              <a:gd name="connsiteX7" fmla="*/ 653477 w 658553"/>
              <a:gd name="connsiteY7" fmla="*/ 323390 h 797176"/>
              <a:gd name="connsiteX8" fmla="*/ 559994 w 658553"/>
              <a:gd name="connsiteY8" fmla="*/ 36339 h 797176"/>
              <a:gd name="connsiteX9" fmla="*/ 394633 w 658553"/>
              <a:gd name="connsiteY9" fmla="*/ 2799 h 797176"/>
              <a:gd name="connsiteX10" fmla="*/ 168 w 658553"/>
              <a:gd name="connsiteY10" fmla="*/ 203504 h 7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553" h="797176">
                <a:moveTo>
                  <a:pt x="168" y="203504"/>
                </a:moveTo>
                <a:cubicBezTo>
                  <a:pt x="1435" y="243798"/>
                  <a:pt x="32020" y="451219"/>
                  <a:pt x="59612" y="566538"/>
                </a:cubicBezTo>
                <a:cubicBezTo>
                  <a:pt x="82600" y="662631"/>
                  <a:pt x="82600" y="662631"/>
                  <a:pt x="119210" y="797176"/>
                </a:cubicBezTo>
                <a:cubicBezTo>
                  <a:pt x="119248" y="797138"/>
                  <a:pt x="141852" y="717163"/>
                  <a:pt x="170787" y="676331"/>
                </a:cubicBezTo>
                <a:cubicBezTo>
                  <a:pt x="201795" y="632583"/>
                  <a:pt x="260087" y="621262"/>
                  <a:pt x="316385" y="621799"/>
                </a:cubicBezTo>
                <a:cubicBezTo>
                  <a:pt x="392791" y="622567"/>
                  <a:pt x="482053" y="635921"/>
                  <a:pt x="551283" y="602151"/>
                </a:cubicBezTo>
                <a:cubicBezTo>
                  <a:pt x="610113" y="573446"/>
                  <a:pt x="645572" y="521984"/>
                  <a:pt x="647875" y="463691"/>
                </a:cubicBezTo>
                <a:cubicBezTo>
                  <a:pt x="649755" y="416911"/>
                  <a:pt x="651597" y="370170"/>
                  <a:pt x="653477" y="323390"/>
                </a:cubicBezTo>
                <a:cubicBezTo>
                  <a:pt x="657507" y="222039"/>
                  <a:pt x="683833" y="96206"/>
                  <a:pt x="559994" y="36339"/>
                </a:cubicBezTo>
                <a:cubicBezTo>
                  <a:pt x="510029" y="12163"/>
                  <a:pt x="451659" y="4679"/>
                  <a:pt x="394633" y="2799"/>
                </a:cubicBezTo>
                <a:cubicBezTo>
                  <a:pt x="202600" y="-3648"/>
                  <a:pt x="-6778" y="-17271"/>
                  <a:pt x="168" y="203504"/>
                </a:cubicBezTo>
                <a:close/>
              </a:path>
            </a:pathLst>
          </a:custGeom>
          <a:solidFill>
            <a:srgbClr val="CECECE"/>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3" name="Freeform: Shape 42">
            <a:extLst>
              <a:ext uri="{FF2B5EF4-FFF2-40B4-BE49-F238E27FC236}">
                <a16:creationId xmlns:a16="http://schemas.microsoft.com/office/drawing/2014/main" id="{836463D4-D3A9-BF16-B9B0-27C21E43EA37}"/>
              </a:ext>
            </a:extLst>
          </p:cNvPr>
          <p:cNvSpPr/>
          <p:nvPr/>
        </p:nvSpPr>
        <p:spPr>
          <a:xfrm>
            <a:off x="3050345" y="4541773"/>
            <a:ext cx="541885" cy="319225"/>
          </a:xfrm>
          <a:custGeom>
            <a:avLst/>
            <a:gdLst>
              <a:gd name="connsiteX0" fmla="*/ 287638 w 341582"/>
              <a:gd name="connsiteY0" fmla="*/ 193118 h 201226"/>
              <a:gd name="connsiteX1" fmla="*/ 270062 w 341582"/>
              <a:gd name="connsiteY1" fmla="*/ 193617 h 201226"/>
              <a:gd name="connsiteX2" fmla="*/ 3695 w 341582"/>
              <a:gd name="connsiteY2" fmla="*/ 147797 h 201226"/>
              <a:gd name="connsiteX3" fmla="*/ 3657 w 341582"/>
              <a:gd name="connsiteY3" fmla="*/ 58535 h 201226"/>
              <a:gd name="connsiteX4" fmla="*/ 183870 w 341582"/>
              <a:gd name="connsiteY4" fmla="*/ 2506 h 201226"/>
              <a:gd name="connsiteX5" fmla="*/ 289365 w 341582"/>
              <a:gd name="connsiteY5" fmla="*/ 11102 h 201226"/>
              <a:gd name="connsiteX6" fmla="*/ 309358 w 341582"/>
              <a:gd name="connsiteY6" fmla="*/ 188129 h 201226"/>
              <a:gd name="connsiteX7" fmla="*/ 287638 w 341582"/>
              <a:gd name="connsiteY7" fmla="*/ 193118 h 20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582" h="201226">
                <a:moveTo>
                  <a:pt x="287638" y="193118"/>
                </a:moveTo>
                <a:cubicBezTo>
                  <a:pt x="281805" y="193579"/>
                  <a:pt x="275895" y="193617"/>
                  <a:pt x="270062" y="193617"/>
                </a:cubicBezTo>
                <a:cubicBezTo>
                  <a:pt x="222629" y="193694"/>
                  <a:pt x="3695" y="228731"/>
                  <a:pt x="3695" y="147797"/>
                </a:cubicBezTo>
                <a:cubicBezTo>
                  <a:pt x="3695" y="122354"/>
                  <a:pt x="-4594" y="82289"/>
                  <a:pt x="3657" y="58535"/>
                </a:cubicBezTo>
                <a:cubicBezTo>
                  <a:pt x="29254" y="-15185"/>
                  <a:pt x="126460" y="7764"/>
                  <a:pt x="183870" y="2506"/>
                </a:cubicBezTo>
                <a:cubicBezTo>
                  <a:pt x="219406" y="-756"/>
                  <a:pt x="256669" y="-3212"/>
                  <a:pt x="289365" y="11102"/>
                </a:cubicBezTo>
                <a:cubicBezTo>
                  <a:pt x="338332" y="32554"/>
                  <a:pt x="367574" y="162648"/>
                  <a:pt x="309358" y="188129"/>
                </a:cubicBezTo>
                <a:cubicBezTo>
                  <a:pt x="302451" y="191161"/>
                  <a:pt x="295121" y="192504"/>
                  <a:pt x="287638" y="193118"/>
                </a:cubicBezTo>
                <a:close/>
              </a:path>
            </a:pathLst>
          </a:custGeom>
          <a:solidFill>
            <a:schemeClr val="bg1">
              <a:lumMod val="50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4" name="Freeform: Shape 43">
            <a:extLst>
              <a:ext uri="{FF2B5EF4-FFF2-40B4-BE49-F238E27FC236}">
                <a16:creationId xmlns:a16="http://schemas.microsoft.com/office/drawing/2014/main" id="{3EDC8783-D1DC-75F8-8A1A-89175AACC6D6}"/>
              </a:ext>
            </a:extLst>
          </p:cNvPr>
          <p:cNvSpPr/>
          <p:nvPr/>
        </p:nvSpPr>
        <p:spPr>
          <a:xfrm>
            <a:off x="3153647" y="4685256"/>
            <a:ext cx="64647" cy="64647"/>
          </a:xfrm>
          <a:custGeom>
            <a:avLst/>
            <a:gdLst>
              <a:gd name="connsiteX0" fmla="*/ 40734 w 40751"/>
              <a:gd name="connsiteY0" fmla="*/ 21201 h 40751"/>
              <a:gd name="connsiteX1" fmla="*/ 19551 w 40751"/>
              <a:gd name="connsiteY1" fmla="*/ 40734 h 40751"/>
              <a:gd name="connsiteX2" fmla="*/ 17 w 40751"/>
              <a:gd name="connsiteY2" fmla="*/ 19551 h 40751"/>
              <a:gd name="connsiteX3" fmla="*/ 21201 w 40751"/>
              <a:gd name="connsiteY3" fmla="*/ 17 h 40751"/>
              <a:gd name="connsiteX4" fmla="*/ 40734 w 40751"/>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1" h="40751">
                <a:moveTo>
                  <a:pt x="40734" y="21201"/>
                </a:moveTo>
                <a:cubicBezTo>
                  <a:pt x="40274" y="32445"/>
                  <a:pt x="30795" y="41194"/>
                  <a:pt x="19551" y="40734"/>
                </a:cubicBezTo>
                <a:cubicBezTo>
                  <a:pt x="8307" y="40273"/>
                  <a:pt x="-443" y="30795"/>
                  <a:pt x="17" y="19551"/>
                </a:cubicBezTo>
                <a:cubicBezTo>
                  <a:pt x="478" y="8307"/>
                  <a:pt x="9957" y="-443"/>
                  <a:pt x="21201" y="17"/>
                </a:cubicBezTo>
                <a:cubicBezTo>
                  <a:pt x="32445" y="478"/>
                  <a:pt x="41195"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5" name="Freeform: Shape 44">
            <a:extLst>
              <a:ext uri="{FF2B5EF4-FFF2-40B4-BE49-F238E27FC236}">
                <a16:creationId xmlns:a16="http://schemas.microsoft.com/office/drawing/2014/main" id="{1AE021AD-07E9-EF1E-3B8E-F853AFC69713}"/>
              </a:ext>
            </a:extLst>
          </p:cNvPr>
          <p:cNvSpPr/>
          <p:nvPr/>
        </p:nvSpPr>
        <p:spPr>
          <a:xfrm>
            <a:off x="3287155" y="4690553"/>
            <a:ext cx="64643" cy="64647"/>
          </a:xfrm>
          <a:custGeom>
            <a:avLst/>
            <a:gdLst>
              <a:gd name="connsiteX0" fmla="*/ 40734 w 40748"/>
              <a:gd name="connsiteY0" fmla="*/ 21201 h 40751"/>
              <a:gd name="connsiteX1" fmla="*/ 19551 w 40748"/>
              <a:gd name="connsiteY1" fmla="*/ 40734 h 40751"/>
              <a:gd name="connsiteX2" fmla="*/ 17 w 40748"/>
              <a:gd name="connsiteY2" fmla="*/ 19551 h 40751"/>
              <a:gd name="connsiteX3" fmla="*/ 21201 w 40748"/>
              <a:gd name="connsiteY3" fmla="*/ 17 h 40751"/>
              <a:gd name="connsiteX4" fmla="*/ 40734 w 40748"/>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48" h="40751">
                <a:moveTo>
                  <a:pt x="40734" y="21201"/>
                </a:moveTo>
                <a:cubicBezTo>
                  <a:pt x="40274" y="32445"/>
                  <a:pt x="30795" y="41194"/>
                  <a:pt x="19551" y="40734"/>
                </a:cubicBezTo>
                <a:cubicBezTo>
                  <a:pt x="8307" y="40274"/>
                  <a:pt x="-443" y="30795"/>
                  <a:pt x="17" y="19551"/>
                </a:cubicBezTo>
                <a:cubicBezTo>
                  <a:pt x="478" y="8307"/>
                  <a:pt x="9957" y="-443"/>
                  <a:pt x="21201" y="17"/>
                </a:cubicBezTo>
                <a:cubicBezTo>
                  <a:pt x="32407" y="478"/>
                  <a:pt x="41156"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6" name="Freeform: Shape 45">
            <a:extLst>
              <a:ext uri="{FF2B5EF4-FFF2-40B4-BE49-F238E27FC236}">
                <a16:creationId xmlns:a16="http://schemas.microsoft.com/office/drawing/2014/main" id="{3DD67155-351F-C983-563E-1C44F611BFE5}"/>
              </a:ext>
            </a:extLst>
          </p:cNvPr>
          <p:cNvSpPr/>
          <p:nvPr/>
        </p:nvSpPr>
        <p:spPr>
          <a:xfrm>
            <a:off x="3419933" y="4695849"/>
            <a:ext cx="64643" cy="64647"/>
          </a:xfrm>
          <a:custGeom>
            <a:avLst/>
            <a:gdLst>
              <a:gd name="connsiteX0" fmla="*/ 40734 w 40748"/>
              <a:gd name="connsiteY0" fmla="*/ 21201 h 40751"/>
              <a:gd name="connsiteX1" fmla="*/ 19551 w 40748"/>
              <a:gd name="connsiteY1" fmla="*/ 40734 h 40751"/>
              <a:gd name="connsiteX2" fmla="*/ 17 w 40748"/>
              <a:gd name="connsiteY2" fmla="*/ 19551 h 40751"/>
              <a:gd name="connsiteX3" fmla="*/ 21201 w 40748"/>
              <a:gd name="connsiteY3" fmla="*/ 17 h 40751"/>
              <a:gd name="connsiteX4" fmla="*/ 40734 w 40748"/>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48" h="40751">
                <a:moveTo>
                  <a:pt x="40734" y="21201"/>
                </a:moveTo>
                <a:cubicBezTo>
                  <a:pt x="40274" y="32445"/>
                  <a:pt x="30795" y="41195"/>
                  <a:pt x="19551" y="40734"/>
                </a:cubicBezTo>
                <a:cubicBezTo>
                  <a:pt x="8307" y="40274"/>
                  <a:pt x="-443" y="30795"/>
                  <a:pt x="17" y="19551"/>
                </a:cubicBezTo>
                <a:cubicBezTo>
                  <a:pt x="478" y="8307"/>
                  <a:pt x="9957" y="-443"/>
                  <a:pt x="21201" y="17"/>
                </a:cubicBezTo>
                <a:cubicBezTo>
                  <a:pt x="32407" y="478"/>
                  <a:pt x="41156"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47" name="Freeform: Shape 46">
            <a:extLst>
              <a:ext uri="{FF2B5EF4-FFF2-40B4-BE49-F238E27FC236}">
                <a16:creationId xmlns:a16="http://schemas.microsoft.com/office/drawing/2014/main" id="{668A5801-8AEC-BC99-1235-BC94758AFA2F}"/>
              </a:ext>
            </a:extLst>
          </p:cNvPr>
          <p:cNvSpPr/>
          <p:nvPr/>
        </p:nvSpPr>
        <p:spPr>
          <a:xfrm>
            <a:off x="778170" y="4826152"/>
            <a:ext cx="155959" cy="114310"/>
          </a:xfrm>
          <a:custGeom>
            <a:avLst/>
            <a:gdLst>
              <a:gd name="connsiteX0" fmla="*/ 84666 w 98310"/>
              <a:gd name="connsiteY0" fmla="*/ 46707 h 72056"/>
              <a:gd name="connsiteX1" fmla="*/ 40111 w 98310"/>
              <a:gd name="connsiteY1" fmla="*/ 69925 h 72056"/>
              <a:gd name="connsiteX2" fmla="*/ 3578 w 98310"/>
              <a:gd name="connsiteY2" fmla="*/ 58412 h 72056"/>
              <a:gd name="connsiteX3" fmla="*/ 1390 w 98310"/>
              <a:gd name="connsiteY3" fmla="*/ 54191 h 72056"/>
              <a:gd name="connsiteX4" fmla="*/ 19465 w 98310"/>
              <a:gd name="connsiteY4" fmla="*/ 30282 h 72056"/>
              <a:gd name="connsiteX5" fmla="*/ 64020 w 98310"/>
              <a:gd name="connsiteY5" fmla="*/ 7065 h 72056"/>
              <a:gd name="connsiteX6" fmla="*/ 93991 w 98310"/>
              <a:gd name="connsiteY6" fmla="*/ 5952 h 72056"/>
              <a:gd name="connsiteX7" fmla="*/ 96178 w 98310"/>
              <a:gd name="connsiteY7" fmla="*/ 10174 h 72056"/>
              <a:gd name="connsiteX8" fmla="*/ 84666 w 98310"/>
              <a:gd name="connsiteY8" fmla="*/ 46707 h 7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310" h="72056">
                <a:moveTo>
                  <a:pt x="84666" y="46707"/>
                </a:moveTo>
                <a:lnTo>
                  <a:pt x="40111" y="69925"/>
                </a:lnTo>
                <a:cubicBezTo>
                  <a:pt x="29213" y="75604"/>
                  <a:pt x="9257" y="69311"/>
                  <a:pt x="3578" y="58412"/>
                </a:cubicBezTo>
                <a:lnTo>
                  <a:pt x="1390" y="54191"/>
                </a:lnTo>
                <a:cubicBezTo>
                  <a:pt x="-4289" y="43292"/>
                  <a:pt x="8567" y="35962"/>
                  <a:pt x="19465" y="30282"/>
                </a:cubicBezTo>
                <a:lnTo>
                  <a:pt x="64020" y="7065"/>
                </a:lnTo>
                <a:cubicBezTo>
                  <a:pt x="74918" y="1386"/>
                  <a:pt x="88311" y="-4946"/>
                  <a:pt x="93991" y="5952"/>
                </a:cubicBezTo>
                <a:lnTo>
                  <a:pt x="96178" y="10174"/>
                </a:lnTo>
                <a:cubicBezTo>
                  <a:pt x="101858" y="21072"/>
                  <a:pt x="95564" y="41028"/>
                  <a:pt x="84666" y="46707"/>
                </a:cubicBezTo>
                <a:close/>
              </a:path>
            </a:pathLst>
          </a:custGeom>
          <a:solidFill>
            <a:srgbClr val="B3B3B3"/>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nvGrpSpPr>
          <p:cNvPr id="48" name="Graphic 52">
            <a:extLst>
              <a:ext uri="{FF2B5EF4-FFF2-40B4-BE49-F238E27FC236}">
                <a16:creationId xmlns:a16="http://schemas.microsoft.com/office/drawing/2014/main" id="{1BB7321D-1F82-A00A-FF72-A7B7021BD7B1}"/>
              </a:ext>
            </a:extLst>
          </p:cNvPr>
          <p:cNvGrpSpPr/>
          <p:nvPr/>
        </p:nvGrpSpPr>
        <p:grpSpPr>
          <a:xfrm>
            <a:off x="731780" y="4769619"/>
            <a:ext cx="210598" cy="144324"/>
            <a:chOff x="4132081" y="4398563"/>
            <a:chExt cx="132752" cy="90976"/>
          </a:xfrm>
          <a:solidFill>
            <a:srgbClr val="B3B3B3"/>
          </a:solidFill>
        </p:grpSpPr>
        <p:sp>
          <p:nvSpPr>
            <p:cNvPr id="72" name="Freeform: Shape 71">
              <a:extLst>
                <a:ext uri="{FF2B5EF4-FFF2-40B4-BE49-F238E27FC236}">
                  <a16:creationId xmlns:a16="http://schemas.microsoft.com/office/drawing/2014/main" id="{E4F6DC82-927F-A043-829F-0A34085EA65D}"/>
                </a:ext>
              </a:extLst>
            </p:cNvPr>
            <p:cNvSpPr/>
            <p:nvPr/>
          </p:nvSpPr>
          <p:spPr>
            <a:xfrm rot="-1650942">
              <a:off x="4132411" y="4427166"/>
              <a:ext cx="132091" cy="33771"/>
            </a:xfrm>
            <a:custGeom>
              <a:avLst/>
              <a:gdLst>
                <a:gd name="connsiteX0" fmla="*/ 132092 w 132091"/>
                <a:gd name="connsiteY0" fmla="*/ 16886 h 33771"/>
                <a:gd name="connsiteX1" fmla="*/ 66046 w 132091"/>
                <a:gd name="connsiteY1" fmla="*/ 33771 h 33771"/>
                <a:gd name="connsiteX2" fmla="*/ 0 w 132091"/>
                <a:gd name="connsiteY2" fmla="*/ 16886 h 33771"/>
                <a:gd name="connsiteX3" fmla="*/ 66046 w 132091"/>
                <a:gd name="connsiteY3" fmla="*/ 0 h 33771"/>
                <a:gd name="connsiteX4" fmla="*/ 132092 w 132091"/>
                <a:gd name="connsiteY4" fmla="*/ 16886 h 33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91" h="33771">
                  <a:moveTo>
                    <a:pt x="132092" y="16886"/>
                  </a:moveTo>
                  <a:cubicBezTo>
                    <a:pt x="132092" y="26211"/>
                    <a:pt x="102522" y="33771"/>
                    <a:pt x="66046" y="33771"/>
                  </a:cubicBezTo>
                  <a:cubicBezTo>
                    <a:pt x="29570" y="33771"/>
                    <a:pt x="0" y="26211"/>
                    <a:pt x="0" y="16886"/>
                  </a:cubicBezTo>
                  <a:cubicBezTo>
                    <a:pt x="0" y="7560"/>
                    <a:pt x="29570" y="0"/>
                    <a:pt x="66046" y="0"/>
                  </a:cubicBezTo>
                  <a:cubicBezTo>
                    <a:pt x="102522" y="0"/>
                    <a:pt x="132092" y="7560"/>
                    <a:pt x="132092" y="16886"/>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73" name="Freeform: Shape 72">
              <a:extLst>
                <a:ext uri="{FF2B5EF4-FFF2-40B4-BE49-F238E27FC236}">
                  <a16:creationId xmlns:a16="http://schemas.microsoft.com/office/drawing/2014/main" id="{891C5786-F02A-BE80-FCAA-894AFD5FF5F7}"/>
                </a:ext>
              </a:extLst>
            </p:cNvPr>
            <p:cNvSpPr/>
            <p:nvPr/>
          </p:nvSpPr>
          <p:spPr>
            <a:xfrm>
              <a:off x="4139918" y="4413518"/>
              <a:ext cx="123017" cy="74800"/>
            </a:xfrm>
            <a:custGeom>
              <a:avLst/>
              <a:gdLst>
                <a:gd name="connsiteX0" fmla="*/ 66352 w 123017"/>
                <a:gd name="connsiteY0" fmla="*/ 45475 h 74800"/>
                <a:gd name="connsiteX1" fmla="*/ 0 w 123017"/>
                <a:gd name="connsiteY1" fmla="*/ 60979 h 74800"/>
                <a:gd name="connsiteX2" fmla="*/ 5373 w 123017"/>
                <a:gd name="connsiteY2" fmla="*/ 71302 h 74800"/>
                <a:gd name="connsiteX3" fmla="*/ 71724 w 123017"/>
                <a:gd name="connsiteY3" fmla="*/ 55798 h 74800"/>
                <a:gd name="connsiteX4" fmla="*/ 122495 w 123017"/>
                <a:gd name="connsiteY4" fmla="*/ 10323 h 74800"/>
                <a:gd name="connsiteX5" fmla="*/ 117123 w 123017"/>
                <a:gd name="connsiteY5" fmla="*/ 0 h 74800"/>
                <a:gd name="connsiteX6" fmla="*/ 66352 w 123017"/>
                <a:gd name="connsiteY6" fmla="*/ 45475 h 7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017" h="74800">
                  <a:moveTo>
                    <a:pt x="66352" y="45475"/>
                  </a:moveTo>
                  <a:cubicBezTo>
                    <a:pt x="34001" y="62322"/>
                    <a:pt x="4298" y="69268"/>
                    <a:pt x="0" y="60979"/>
                  </a:cubicBezTo>
                  <a:lnTo>
                    <a:pt x="5373" y="71302"/>
                  </a:lnTo>
                  <a:cubicBezTo>
                    <a:pt x="9671" y="79591"/>
                    <a:pt x="39412" y="72645"/>
                    <a:pt x="71724" y="55798"/>
                  </a:cubicBezTo>
                  <a:cubicBezTo>
                    <a:pt x="104075" y="38951"/>
                    <a:pt x="126794" y="18574"/>
                    <a:pt x="122495" y="10323"/>
                  </a:cubicBezTo>
                  <a:lnTo>
                    <a:pt x="117123" y="0"/>
                  </a:lnTo>
                  <a:cubicBezTo>
                    <a:pt x="121421" y="8251"/>
                    <a:pt x="98703" y="28628"/>
                    <a:pt x="66352" y="45475"/>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grpSp>
        <p:nvGrpSpPr>
          <p:cNvPr id="49" name="Graphic 52">
            <a:extLst>
              <a:ext uri="{FF2B5EF4-FFF2-40B4-BE49-F238E27FC236}">
                <a16:creationId xmlns:a16="http://schemas.microsoft.com/office/drawing/2014/main" id="{68F359F1-B8F1-D0A0-B05D-C6F9B6C97F07}"/>
              </a:ext>
            </a:extLst>
          </p:cNvPr>
          <p:cNvGrpSpPr/>
          <p:nvPr/>
        </p:nvGrpSpPr>
        <p:grpSpPr>
          <a:xfrm>
            <a:off x="727373" y="4757088"/>
            <a:ext cx="195935" cy="124236"/>
            <a:chOff x="4129303" y="4390664"/>
            <a:chExt cx="123509" cy="78313"/>
          </a:xfrm>
          <a:solidFill>
            <a:srgbClr val="B3B3B3"/>
          </a:solidFill>
        </p:grpSpPr>
        <p:sp>
          <p:nvSpPr>
            <p:cNvPr id="70" name="Freeform: Shape 69">
              <a:extLst>
                <a:ext uri="{FF2B5EF4-FFF2-40B4-BE49-F238E27FC236}">
                  <a16:creationId xmlns:a16="http://schemas.microsoft.com/office/drawing/2014/main" id="{015C929E-855D-73A3-8B33-2DAE068C119C}"/>
                </a:ext>
              </a:extLst>
            </p:cNvPr>
            <p:cNvSpPr/>
            <p:nvPr/>
          </p:nvSpPr>
          <p:spPr>
            <a:xfrm>
              <a:off x="4129303" y="4390664"/>
              <a:ext cx="118128" cy="67952"/>
            </a:xfrm>
            <a:custGeom>
              <a:avLst/>
              <a:gdLst>
                <a:gd name="connsiteX0" fmla="*/ 117606 w 118128"/>
                <a:gd name="connsiteY0" fmla="*/ 3475 h 67952"/>
                <a:gd name="connsiteX1" fmla="*/ 66874 w 118128"/>
                <a:gd name="connsiteY1" fmla="*/ 48950 h 67952"/>
                <a:gd name="connsiteX2" fmla="*/ 522 w 118128"/>
                <a:gd name="connsiteY2" fmla="*/ 64454 h 67952"/>
                <a:gd name="connsiteX3" fmla="*/ 51255 w 118128"/>
                <a:gd name="connsiteY3" fmla="*/ 18979 h 67952"/>
                <a:gd name="connsiteX4" fmla="*/ 117606 w 118128"/>
                <a:gd name="connsiteY4" fmla="*/ 3475 h 6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28" h="67952">
                  <a:moveTo>
                    <a:pt x="117606" y="3475"/>
                  </a:moveTo>
                  <a:cubicBezTo>
                    <a:pt x="121905" y="11764"/>
                    <a:pt x="99186" y="32103"/>
                    <a:pt x="66874" y="48950"/>
                  </a:cubicBezTo>
                  <a:cubicBezTo>
                    <a:pt x="34523" y="65797"/>
                    <a:pt x="4820" y="72743"/>
                    <a:pt x="522" y="64454"/>
                  </a:cubicBezTo>
                  <a:cubicBezTo>
                    <a:pt x="-3776" y="56165"/>
                    <a:pt x="18942" y="35826"/>
                    <a:pt x="51255" y="18979"/>
                  </a:cubicBezTo>
                  <a:cubicBezTo>
                    <a:pt x="83605" y="2170"/>
                    <a:pt x="113308" y="-4776"/>
                    <a:pt x="117606" y="3475"/>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71" name="Freeform: Shape 70">
              <a:extLst>
                <a:ext uri="{FF2B5EF4-FFF2-40B4-BE49-F238E27FC236}">
                  <a16:creationId xmlns:a16="http://schemas.microsoft.com/office/drawing/2014/main" id="{A34E5996-9C13-FC89-2C9B-353782BC55B9}"/>
                </a:ext>
              </a:extLst>
            </p:cNvPr>
            <p:cNvSpPr/>
            <p:nvPr/>
          </p:nvSpPr>
          <p:spPr>
            <a:xfrm>
              <a:off x="4129825" y="4394177"/>
              <a:ext cx="122987" cy="74800"/>
            </a:xfrm>
            <a:custGeom>
              <a:avLst/>
              <a:gdLst>
                <a:gd name="connsiteX0" fmla="*/ 66352 w 122987"/>
                <a:gd name="connsiteY0" fmla="*/ 45475 h 74800"/>
                <a:gd name="connsiteX1" fmla="*/ 0 w 122987"/>
                <a:gd name="connsiteY1" fmla="*/ 60979 h 74800"/>
                <a:gd name="connsiteX2" fmla="*/ 5373 w 122987"/>
                <a:gd name="connsiteY2" fmla="*/ 71302 h 74800"/>
                <a:gd name="connsiteX3" fmla="*/ 71724 w 122987"/>
                <a:gd name="connsiteY3" fmla="*/ 55798 h 74800"/>
                <a:gd name="connsiteX4" fmla="*/ 122457 w 122987"/>
                <a:gd name="connsiteY4" fmla="*/ 10323 h 74800"/>
                <a:gd name="connsiteX5" fmla="*/ 117084 w 122987"/>
                <a:gd name="connsiteY5" fmla="*/ 0 h 74800"/>
                <a:gd name="connsiteX6" fmla="*/ 66352 w 122987"/>
                <a:gd name="connsiteY6" fmla="*/ 45475 h 7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987" h="74800">
                  <a:moveTo>
                    <a:pt x="66352" y="45475"/>
                  </a:moveTo>
                  <a:cubicBezTo>
                    <a:pt x="34001" y="62322"/>
                    <a:pt x="4298" y="69268"/>
                    <a:pt x="0" y="60979"/>
                  </a:cubicBezTo>
                  <a:lnTo>
                    <a:pt x="5373" y="71302"/>
                  </a:lnTo>
                  <a:cubicBezTo>
                    <a:pt x="9671" y="79591"/>
                    <a:pt x="39412" y="72645"/>
                    <a:pt x="71724" y="55798"/>
                  </a:cubicBezTo>
                  <a:cubicBezTo>
                    <a:pt x="104075" y="38951"/>
                    <a:pt x="126794" y="18574"/>
                    <a:pt x="122457" y="10323"/>
                  </a:cubicBezTo>
                  <a:lnTo>
                    <a:pt x="117084" y="0"/>
                  </a:lnTo>
                  <a:cubicBezTo>
                    <a:pt x="121421" y="8251"/>
                    <a:pt x="98702" y="28628"/>
                    <a:pt x="66352" y="45475"/>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grpSp>
        <p:nvGrpSpPr>
          <p:cNvPr id="50" name="Graphic 52">
            <a:extLst>
              <a:ext uri="{FF2B5EF4-FFF2-40B4-BE49-F238E27FC236}">
                <a16:creationId xmlns:a16="http://schemas.microsoft.com/office/drawing/2014/main" id="{3C74F209-CFFB-6161-71E8-109CBDFDBE7F}"/>
              </a:ext>
            </a:extLst>
          </p:cNvPr>
          <p:cNvGrpSpPr/>
          <p:nvPr/>
        </p:nvGrpSpPr>
        <p:grpSpPr>
          <a:xfrm>
            <a:off x="711424" y="4726368"/>
            <a:ext cx="195874" cy="124212"/>
            <a:chOff x="4119249" y="4371299"/>
            <a:chExt cx="123471" cy="78298"/>
          </a:xfrm>
          <a:solidFill>
            <a:srgbClr val="B3B3B3"/>
          </a:solidFill>
        </p:grpSpPr>
        <p:sp>
          <p:nvSpPr>
            <p:cNvPr id="68" name="Freeform: Shape 67">
              <a:extLst>
                <a:ext uri="{FF2B5EF4-FFF2-40B4-BE49-F238E27FC236}">
                  <a16:creationId xmlns:a16="http://schemas.microsoft.com/office/drawing/2014/main" id="{5138C097-623A-53CC-0DC2-3D7012A4E3D2}"/>
                </a:ext>
              </a:extLst>
            </p:cNvPr>
            <p:cNvSpPr/>
            <p:nvPr/>
          </p:nvSpPr>
          <p:spPr>
            <a:xfrm>
              <a:off x="4119249" y="4371299"/>
              <a:ext cx="118128" cy="67975"/>
            </a:xfrm>
            <a:custGeom>
              <a:avLst/>
              <a:gdLst>
                <a:gd name="connsiteX0" fmla="*/ 117606 w 118128"/>
                <a:gd name="connsiteY0" fmla="*/ 3498 h 67975"/>
                <a:gd name="connsiteX1" fmla="*/ 66874 w 118128"/>
                <a:gd name="connsiteY1" fmla="*/ 48974 h 67975"/>
                <a:gd name="connsiteX2" fmla="*/ 522 w 118128"/>
                <a:gd name="connsiteY2" fmla="*/ 64477 h 67975"/>
                <a:gd name="connsiteX3" fmla="*/ 51255 w 118128"/>
                <a:gd name="connsiteY3" fmla="*/ 19002 h 67975"/>
                <a:gd name="connsiteX4" fmla="*/ 117606 w 118128"/>
                <a:gd name="connsiteY4" fmla="*/ 3498 h 6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28" h="67975">
                  <a:moveTo>
                    <a:pt x="117606" y="3498"/>
                  </a:moveTo>
                  <a:cubicBezTo>
                    <a:pt x="121905" y="11787"/>
                    <a:pt x="99186" y="32127"/>
                    <a:pt x="66874" y="48974"/>
                  </a:cubicBezTo>
                  <a:cubicBezTo>
                    <a:pt x="34523" y="65820"/>
                    <a:pt x="4820" y="72766"/>
                    <a:pt x="522" y="64477"/>
                  </a:cubicBezTo>
                  <a:cubicBezTo>
                    <a:pt x="-3776" y="56188"/>
                    <a:pt x="18942" y="35849"/>
                    <a:pt x="51255" y="19002"/>
                  </a:cubicBezTo>
                  <a:cubicBezTo>
                    <a:pt x="83567" y="2155"/>
                    <a:pt x="113270" y="-4791"/>
                    <a:pt x="117606" y="3498"/>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9" name="Freeform: Shape 68">
              <a:extLst>
                <a:ext uri="{FF2B5EF4-FFF2-40B4-BE49-F238E27FC236}">
                  <a16:creationId xmlns:a16="http://schemas.microsoft.com/office/drawing/2014/main" id="{243F3D43-FADC-A1DB-EA9A-06B9A3E638A8}"/>
                </a:ext>
              </a:extLst>
            </p:cNvPr>
            <p:cNvSpPr/>
            <p:nvPr/>
          </p:nvSpPr>
          <p:spPr>
            <a:xfrm>
              <a:off x="4119732" y="4374797"/>
              <a:ext cx="122987" cy="74800"/>
            </a:xfrm>
            <a:custGeom>
              <a:avLst/>
              <a:gdLst>
                <a:gd name="connsiteX0" fmla="*/ 66352 w 122987"/>
                <a:gd name="connsiteY0" fmla="*/ 45475 h 74800"/>
                <a:gd name="connsiteX1" fmla="*/ 0 w 122987"/>
                <a:gd name="connsiteY1" fmla="*/ 60979 h 74800"/>
                <a:gd name="connsiteX2" fmla="*/ 5373 w 122987"/>
                <a:gd name="connsiteY2" fmla="*/ 71302 h 74800"/>
                <a:gd name="connsiteX3" fmla="*/ 71724 w 122987"/>
                <a:gd name="connsiteY3" fmla="*/ 55798 h 74800"/>
                <a:gd name="connsiteX4" fmla="*/ 122457 w 122987"/>
                <a:gd name="connsiteY4" fmla="*/ 10323 h 74800"/>
                <a:gd name="connsiteX5" fmla="*/ 117084 w 122987"/>
                <a:gd name="connsiteY5" fmla="*/ 0 h 74800"/>
                <a:gd name="connsiteX6" fmla="*/ 66352 w 122987"/>
                <a:gd name="connsiteY6" fmla="*/ 45475 h 7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987" h="74800">
                  <a:moveTo>
                    <a:pt x="66352" y="45475"/>
                  </a:moveTo>
                  <a:cubicBezTo>
                    <a:pt x="34001" y="62322"/>
                    <a:pt x="4298" y="69268"/>
                    <a:pt x="0" y="60979"/>
                  </a:cubicBezTo>
                  <a:lnTo>
                    <a:pt x="5373" y="71302"/>
                  </a:lnTo>
                  <a:cubicBezTo>
                    <a:pt x="9671" y="79591"/>
                    <a:pt x="39412" y="72645"/>
                    <a:pt x="71724" y="55798"/>
                  </a:cubicBezTo>
                  <a:cubicBezTo>
                    <a:pt x="104075" y="38951"/>
                    <a:pt x="126794" y="18574"/>
                    <a:pt x="122457" y="10323"/>
                  </a:cubicBezTo>
                  <a:lnTo>
                    <a:pt x="117084" y="0"/>
                  </a:lnTo>
                  <a:cubicBezTo>
                    <a:pt x="121421" y="8251"/>
                    <a:pt x="98702" y="28628"/>
                    <a:pt x="66352" y="45475"/>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grpSp>
        <p:nvGrpSpPr>
          <p:cNvPr id="51" name="Graphic 52">
            <a:extLst>
              <a:ext uri="{FF2B5EF4-FFF2-40B4-BE49-F238E27FC236}">
                <a16:creationId xmlns:a16="http://schemas.microsoft.com/office/drawing/2014/main" id="{2965D493-D8FF-CB28-2BFD-95028A5B090F}"/>
              </a:ext>
            </a:extLst>
          </p:cNvPr>
          <p:cNvGrpSpPr/>
          <p:nvPr/>
        </p:nvGrpSpPr>
        <p:grpSpPr>
          <a:xfrm>
            <a:off x="331937" y="4135942"/>
            <a:ext cx="565283" cy="683895"/>
            <a:chOff x="3880036" y="3999119"/>
            <a:chExt cx="356331" cy="431099"/>
          </a:xfrm>
          <a:solidFill>
            <a:schemeClr val="accent2"/>
          </a:solidFill>
        </p:grpSpPr>
        <p:sp>
          <p:nvSpPr>
            <p:cNvPr id="65" name="Freeform: Shape 64">
              <a:extLst>
                <a:ext uri="{FF2B5EF4-FFF2-40B4-BE49-F238E27FC236}">
                  <a16:creationId xmlns:a16="http://schemas.microsoft.com/office/drawing/2014/main" id="{595A321F-16CB-7C4C-CB3E-12814F66824C}"/>
                </a:ext>
              </a:extLst>
            </p:cNvPr>
            <p:cNvSpPr/>
            <p:nvPr/>
          </p:nvSpPr>
          <p:spPr>
            <a:xfrm>
              <a:off x="4109156" y="4351919"/>
              <a:ext cx="118128" cy="67975"/>
            </a:xfrm>
            <a:custGeom>
              <a:avLst/>
              <a:gdLst>
                <a:gd name="connsiteX0" fmla="*/ 117606 w 118128"/>
                <a:gd name="connsiteY0" fmla="*/ 3498 h 67975"/>
                <a:gd name="connsiteX1" fmla="*/ 66874 w 118128"/>
                <a:gd name="connsiteY1" fmla="*/ 48974 h 67975"/>
                <a:gd name="connsiteX2" fmla="*/ 522 w 118128"/>
                <a:gd name="connsiteY2" fmla="*/ 64477 h 67975"/>
                <a:gd name="connsiteX3" fmla="*/ 51255 w 118128"/>
                <a:gd name="connsiteY3" fmla="*/ 19002 h 67975"/>
                <a:gd name="connsiteX4" fmla="*/ 117606 w 118128"/>
                <a:gd name="connsiteY4" fmla="*/ 3498 h 67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28" h="67975">
                  <a:moveTo>
                    <a:pt x="117606" y="3498"/>
                  </a:moveTo>
                  <a:cubicBezTo>
                    <a:pt x="121905" y="11788"/>
                    <a:pt x="99186" y="32127"/>
                    <a:pt x="66874" y="48974"/>
                  </a:cubicBezTo>
                  <a:cubicBezTo>
                    <a:pt x="34561" y="65820"/>
                    <a:pt x="4820" y="72767"/>
                    <a:pt x="522" y="64477"/>
                  </a:cubicBezTo>
                  <a:cubicBezTo>
                    <a:pt x="-3776" y="56188"/>
                    <a:pt x="18942" y="35849"/>
                    <a:pt x="51255" y="19002"/>
                  </a:cubicBezTo>
                  <a:cubicBezTo>
                    <a:pt x="83567" y="2155"/>
                    <a:pt x="113270" y="-4791"/>
                    <a:pt x="117606" y="3498"/>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6" name="Freeform: Shape 65">
              <a:extLst>
                <a:ext uri="{FF2B5EF4-FFF2-40B4-BE49-F238E27FC236}">
                  <a16:creationId xmlns:a16="http://schemas.microsoft.com/office/drawing/2014/main" id="{1890B270-8753-6B27-C17D-FF88860382F9}"/>
                </a:ext>
              </a:extLst>
            </p:cNvPr>
            <p:cNvSpPr/>
            <p:nvPr/>
          </p:nvSpPr>
          <p:spPr>
            <a:xfrm>
              <a:off x="4109639" y="4355417"/>
              <a:ext cx="122987" cy="74800"/>
            </a:xfrm>
            <a:custGeom>
              <a:avLst/>
              <a:gdLst>
                <a:gd name="connsiteX0" fmla="*/ 66352 w 122987"/>
                <a:gd name="connsiteY0" fmla="*/ 45475 h 74800"/>
                <a:gd name="connsiteX1" fmla="*/ 0 w 122987"/>
                <a:gd name="connsiteY1" fmla="*/ 60979 h 74800"/>
                <a:gd name="connsiteX2" fmla="*/ 5373 w 122987"/>
                <a:gd name="connsiteY2" fmla="*/ 71302 h 74800"/>
                <a:gd name="connsiteX3" fmla="*/ 71724 w 122987"/>
                <a:gd name="connsiteY3" fmla="*/ 55798 h 74800"/>
                <a:gd name="connsiteX4" fmla="*/ 122457 w 122987"/>
                <a:gd name="connsiteY4" fmla="*/ 10323 h 74800"/>
                <a:gd name="connsiteX5" fmla="*/ 117084 w 122987"/>
                <a:gd name="connsiteY5" fmla="*/ 0 h 74800"/>
                <a:gd name="connsiteX6" fmla="*/ 66352 w 122987"/>
                <a:gd name="connsiteY6" fmla="*/ 45475 h 7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987" h="74800">
                  <a:moveTo>
                    <a:pt x="66352" y="45475"/>
                  </a:moveTo>
                  <a:cubicBezTo>
                    <a:pt x="34001" y="62322"/>
                    <a:pt x="4298" y="69268"/>
                    <a:pt x="0" y="60979"/>
                  </a:cubicBezTo>
                  <a:lnTo>
                    <a:pt x="5373" y="71302"/>
                  </a:lnTo>
                  <a:cubicBezTo>
                    <a:pt x="9671" y="79591"/>
                    <a:pt x="39412" y="72645"/>
                    <a:pt x="71724" y="55798"/>
                  </a:cubicBezTo>
                  <a:cubicBezTo>
                    <a:pt x="104075" y="38951"/>
                    <a:pt x="126794" y="18574"/>
                    <a:pt x="122457" y="10323"/>
                  </a:cubicBezTo>
                  <a:lnTo>
                    <a:pt x="117084" y="0"/>
                  </a:lnTo>
                  <a:cubicBezTo>
                    <a:pt x="121421" y="8289"/>
                    <a:pt x="98703" y="28628"/>
                    <a:pt x="66352" y="45475"/>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7" name="Freeform: Shape 66">
              <a:extLst>
                <a:ext uri="{FF2B5EF4-FFF2-40B4-BE49-F238E27FC236}">
                  <a16:creationId xmlns:a16="http://schemas.microsoft.com/office/drawing/2014/main" id="{AA233082-A879-C133-7945-218C32BFEFFF}"/>
                </a:ext>
              </a:extLst>
            </p:cNvPr>
            <p:cNvSpPr/>
            <p:nvPr/>
          </p:nvSpPr>
          <p:spPr>
            <a:xfrm>
              <a:off x="3880036" y="3999119"/>
              <a:ext cx="356331" cy="414962"/>
            </a:xfrm>
            <a:custGeom>
              <a:avLst/>
              <a:gdLst>
                <a:gd name="connsiteX0" fmla="*/ 337094 w 356331"/>
                <a:gd name="connsiteY0" fmla="*/ 100486 h 414962"/>
                <a:gd name="connsiteX1" fmla="*/ 99394 w 356331"/>
                <a:gd name="connsiteY1" fmla="*/ 23313 h 414962"/>
                <a:gd name="connsiteX2" fmla="*/ 98934 w 356331"/>
                <a:gd name="connsiteY2" fmla="*/ 23543 h 414962"/>
                <a:gd name="connsiteX3" fmla="*/ 98473 w 356331"/>
                <a:gd name="connsiteY3" fmla="*/ 23773 h 414962"/>
                <a:gd name="connsiteX4" fmla="*/ 25483 w 356331"/>
                <a:gd name="connsiteY4" fmla="*/ 262816 h 414962"/>
                <a:gd name="connsiteX5" fmla="*/ 134854 w 356331"/>
                <a:gd name="connsiteY5" fmla="*/ 350082 h 414962"/>
                <a:gd name="connsiteX6" fmla="*/ 148784 w 356331"/>
                <a:gd name="connsiteY6" fmla="*/ 355224 h 414962"/>
                <a:gd name="connsiteX7" fmla="*/ 232251 w 356331"/>
                <a:gd name="connsiteY7" fmla="*/ 414400 h 414962"/>
                <a:gd name="connsiteX8" fmla="*/ 293192 w 356331"/>
                <a:gd name="connsiteY8" fmla="*/ 397323 h 414962"/>
                <a:gd name="connsiteX9" fmla="*/ 293537 w 356331"/>
                <a:gd name="connsiteY9" fmla="*/ 397131 h 414962"/>
                <a:gd name="connsiteX10" fmla="*/ 293883 w 356331"/>
                <a:gd name="connsiteY10" fmla="*/ 396939 h 414962"/>
                <a:gd name="connsiteX11" fmla="*/ 342812 w 356331"/>
                <a:gd name="connsiteY11" fmla="*/ 356798 h 414962"/>
                <a:gd name="connsiteX12" fmla="*/ 342159 w 356331"/>
                <a:gd name="connsiteY12" fmla="*/ 254488 h 414962"/>
                <a:gd name="connsiteX13" fmla="*/ 345959 w 356331"/>
                <a:gd name="connsiteY13" fmla="*/ 240136 h 414962"/>
                <a:gd name="connsiteX14" fmla="*/ 337094 w 356331"/>
                <a:gd name="connsiteY14" fmla="*/ 100486 h 41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331" h="414962">
                  <a:moveTo>
                    <a:pt x="337094" y="100486"/>
                  </a:moveTo>
                  <a:cubicBezTo>
                    <a:pt x="251247" y="-64414"/>
                    <a:pt x="99394" y="23313"/>
                    <a:pt x="99394" y="23313"/>
                  </a:cubicBezTo>
                  <a:cubicBezTo>
                    <a:pt x="99394" y="23313"/>
                    <a:pt x="99241" y="23390"/>
                    <a:pt x="98934" y="23543"/>
                  </a:cubicBezTo>
                  <a:cubicBezTo>
                    <a:pt x="98627" y="23697"/>
                    <a:pt x="98473" y="23773"/>
                    <a:pt x="98473" y="23773"/>
                  </a:cubicBezTo>
                  <a:cubicBezTo>
                    <a:pt x="98473" y="23773"/>
                    <a:pt x="-60441" y="97954"/>
                    <a:pt x="25483" y="262816"/>
                  </a:cubicBezTo>
                  <a:cubicBezTo>
                    <a:pt x="25483" y="262816"/>
                    <a:pt x="52998" y="326711"/>
                    <a:pt x="134854" y="350082"/>
                  </a:cubicBezTo>
                  <a:cubicBezTo>
                    <a:pt x="139612" y="351425"/>
                    <a:pt x="144256" y="353229"/>
                    <a:pt x="148784" y="355224"/>
                  </a:cubicBezTo>
                  <a:cubicBezTo>
                    <a:pt x="169584" y="364281"/>
                    <a:pt x="222849" y="390070"/>
                    <a:pt x="232251" y="414400"/>
                  </a:cubicBezTo>
                  <a:cubicBezTo>
                    <a:pt x="232251" y="414400"/>
                    <a:pt x="250211" y="419772"/>
                    <a:pt x="293192" y="397323"/>
                  </a:cubicBezTo>
                  <a:cubicBezTo>
                    <a:pt x="293307" y="397284"/>
                    <a:pt x="293422" y="397207"/>
                    <a:pt x="293537" y="397131"/>
                  </a:cubicBezTo>
                  <a:cubicBezTo>
                    <a:pt x="293652" y="397054"/>
                    <a:pt x="293768" y="397016"/>
                    <a:pt x="293883" y="396939"/>
                  </a:cubicBezTo>
                  <a:cubicBezTo>
                    <a:pt x="336902" y="374604"/>
                    <a:pt x="342812" y="356798"/>
                    <a:pt x="342812" y="356798"/>
                  </a:cubicBezTo>
                  <a:cubicBezTo>
                    <a:pt x="328267" y="335154"/>
                    <a:pt x="337669" y="276708"/>
                    <a:pt x="342159" y="254488"/>
                  </a:cubicBezTo>
                  <a:cubicBezTo>
                    <a:pt x="343157" y="249614"/>
                    <a:pt x="344309" y="244817"/>
                    <a:pt x="345959" y="240136"/>
                  </a:cubicBezTo>
                  <a:cubicBezTo>
                    <a:pt x="373666" y="159662"/>
                    <a:pt x="337094" y="100486"/>
                    <a:pt x="337094" y="100486"/>
                  </a:cubicBezTo>
                  <a:close/>
                </a:path>
              </a:pathLst>
            </a:custGeom>
            <a:grp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sp>
        <p:nvSpPr>
          <p:cNvPr id="52" name="Freeform: Shape 51">
            <a:extLst>
              <a:ext uri="{FF2B5EF4-FFF2-40B4-BE49-F238E27FC236}">
                <a16:creationId xmlns:a16="http://schemas.microsoft.com/office/drawing/2014/main" id="{3A1B6F68-17F3-A50E-1EF0-887DDCBB5CF8}"/>
              </a:ext>
            </a:extLst>
          </p:cNvPr>
          <p:cNvSpPr/>
          <p:nvPr/>
        </p:nvSpPr>
        <p:spPr>
          <a:xfrm>
            <a:off x="470838" y="4351762"/>
            <a:ext cx="360249" cy="436894"/>
          </a:xfrm>
          <a:custGeom>
            <a:avLst/>
            <a:gdLst>
              <a:gd name="connsiteX0" fmla="*/ 175932 w 227086"/>
              <a:gd name="connsiteY0" fmla="*/ 275400 h 275400"/>
              <a:gd name="connsiteX1" fmla="*/ 96302 w 227086"/>
              <a:gd name="connsiteY1" fmla="*/ 134638 h 275400"/>
              <a:gd name="connsiteX2" fmla="*/ 37932 w 227086"/>
              <a:gd name="connsiteY2" fmla="*/ 141776 h 275400"/>
              <a:gd name="connsiteX3" fmla="*/ 3663 w 227086"/>
              <a:gd name="connsiteY3" fmla="*/ 110730 h 275400"/>
              <a:gd name="connsiteX4" fmla="*/ 17632 w 227086"/>
              <a:gd name="connsiteY4" fmla="*/ 66560 h 275400"/>
              <a:gd name="connsiteX5" fmla="*/ 36282 w 227086"/>
              <a:gd name="connsiteY5" fmla="*/ 56851 h 275400"/>
              <a:gd name="connsiteX6" fmla="*/ 75195 w 227086"/>
              <a:gd name="connsiteY6" fmla="*/ 68363 h 275400"/>
              <a:gd name="connsiteX7" fmla="*/ 102365 w 227086"/>
              <a:gd name="connsiteY7" fmla="*/ 116371 h 275400"/>
              <a:gd name="connsiteX8" fmla="*/ 124201 w 227086"/>
              <a:gd name="connsiteY8" fmla="*/ 105204 h 275400"/>
              <a:gd name="connsiteX9" fmla="*/ 125774 w 227086"/>
              <a:gd name="connsiteY9" fmla="*/ 104360 h 275400"/>
              <a:gd name="connsiteX10" fmla="*/ 132951 w 227086"/>
              <a:gd name="connsiteY10" fmla="*/ 100407 h 275400"/>
              <a:gd name="connsiteX11" fmla="*/ 107930 w 227086"/>
              <a:gd name="connsiteY11" fmla="*/ 53512 h 275400"/>
              <a:gd name="connsiteX12" fmla="*/ 105704 w 227086"/>
              <a:gd name="connsiteY12" fmla="*/ 29949 h 275400"/>
              <a:gd name="connsiteX13" fmla="*/ 120862 w 227086"/>
              <a:gd name="connsiteY13" fmla="*/ 11798 h 275400"/>
              <a:gd name="connsiteX14" fmla="*/ 135906 w 227086"/>
              <a:gd name="connsiteY14" fmla="*/ 3969 h 275400"/>
              <a:gd name="connsiteX15" fmla="*/ 164073 w 227086"/>
              <a:gd name="connsiteY15" fmla="*/ 2089 h 275400"/>
              <a:gd name="connsiteX16" fmla="*/ 184566 w 227086"/>
              <a:gd name="connsiteY16" fmla="*/ 21507 h 275400"/>
              <a:gd name="connsiteX17" fmla="*/ 151870 w 227086"/>
              <a:gd name="connsiteY17" fmla="*/ 105626 h 275400"/>
              <a:gd name="connsiteX18" fmla="*/ 227086 w 227086"/>
              <a:gd name="connsiteY18" fmla="*/ 246772 h 275400"/>
              <a:gd name="connsiteX19" fmla="*/ 214538 w 227086"/>
              <a:gd name="connsiteY19" fmla="*/ 253488 h 275400"/>
              <a:gd name="connsiteX20" fmla="*/ 139667 w 227086"/>
              <a:gd name="connsiteY20" fmla="*/ 113033 h 275400"/>
              <a:gd name="connsiteX21" fmla="*/ 132490 w 227086"/>
              <a:gd name="connsiteY21" fmla="*/ 116985 h 275400"/>
              <a:gd name="connsiteX22" fmla="*/ 130917 w 227086"/>
              <a:gd name="connsiteY22" fmla="*/ 117830 h 275400"/>
              <a:gd name="connsiteX23" fmla="*/ 109426 w 227086"/>
              <a:gd name="connsiteY23" fmla="*/ 128882 h 275400"/>
              <a:gd name="connsiteX24" fmla="*/ 188365 w 227086"/>
              <a:gd name="connsiteY24" fmla="*/ 268493 h 275400"/>
              <a:gd name="connsiteX25" fmla="*/ 175932 w 227086"/>
              <a:gd name="connsiteY25" fmla="*/ 275400 h 275400"/>
              <a:gd name="connsiteX26" fmla="*/ 24194 w 227086"/>
              <a:gd name="connsiteY26" fmla="*/ 79185 h 275400"/>
              <a:gd name="connsiteX27" fmla="*/ 16288 w 227086"/>
              <a:gd name="connsiteY27" fmla="*/ 104168 h 275400"/>
              <a:gd name="connsiteX28" fmla="*/ 42154 w 227086"/>
              <a:gd name="connsiteY28" fmla="*/ 128191 h 275400"/>
              <a:gd name="connsiteX29" fmla="*/ 89241 w 227086"/>
              <a:gd name="connsiteY29" fmla="*/ 122166 h 275400"/>
              <a:gd name="connsiteX30" fmla="*/ 62800 w 227086"/>
              <a:gd name="connsiteY30" fmla="*/ 75386 h 275400"/>
              <a:gd name="connsiteX31" fmla="*/ 42844 w 227086"/>
              <a:gd name="connsiteY31" fmla="*/ 69476 h 275400"/>
              <a:gd name="connsiteX32" fmla="*/ 24194 w 227086"/>
              <a:gd name="connsiteY32" fmla="*/ 79185 h 275400"/>
              <a:gd name="connsiteX33" fmla="*/ 127386 w 227086"/>
              <a:gd name="connsiteY33" fmla="*/ 24423 h 275400"/>
              <a:gd name="connsiteX34" fmla="*/ 119251 w 227086"/>
              <a:gd name="connsiteY34" fmla="*/ 34171 h 275400"/>
              <a:gd name="connsiteX35" fmla="*/ 120440 w 227086"/>
              <a:gd name="connsiteY35" fmla="*/ 46796 h 275400"/>
              <a:gd name="connsiteX36" fmla="*/ 145039 w 227086"/>
              <a:gd name="connsiteY36" fmla="*/ 92924 h 275400"/>
              <a:gd name="connsiteX37" fmla="*/ 171365 w 227086"/>
              <a:gd name="connsiteY37" fmla="*/ 26994 h 275400"/>
              <a:gd name="connsiteX38" fmla="*/ 159200 w 227086"/>
              <a:gd name="connsiteY38" fmla="*/ 15443 h 275400"/>
              <a:gd name="connsiteX39" fmla="*/ 142430 w 227086"/>
              <a:gd name="connsiteY39" fmla="*/ 16556 h 275400"/>
              <a:gd name="connsiteX40" fmla="*/ 127386 w 227086"/>
              <a:gd name="connsiteY40" fmla="*/ 24423 h 27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7086" h="275400">
                <a:moveTo>
                  <a:pt x="175932" y="275400"/>
                </a:moveTo>
                <a:lnTo>
                  <a:pt x="96302" y="134638"/>
                </a:lnTo>
                <a:cubicBezTo>
                  <a:pt x="76999" y="142544"/>
                  <a:pt x="56353" y="147494"/>
                  <a:pt x="37932" y="141776"/>
                </a:cubicBezTo>
                <a:cubicBezTo>
                  <a:pt x="23580" y="137325"/>
                  <a:pt x="12029" y="126848"/>
                  <a:pt x="3663" y="110730"/>
                </a:cubicBezTo>
                <a:cubicBezTo>
                  <a:pt x="-4626" y="94728"/>
                  <a:pt x="1629" y="74887"/>
                  <a:pt x="17632" y="66560"/>
                </a:cubicBezTo>
                <a:lnTo>
                  <a:pt x="36282" y="56851"/>
                </a:lnTo>
                <a:cubicBezTo>
                  <a:pt x="50328" y="49559"/>
                  <a:pt x="67405" y="54587"/>
                  <a:pt x="75195" y="68363"/>
                </a:cubicBezTo>
                <a:lnTo>
                  <a:pt x="102365" y="116371"/>
                </a:lnTo>
                <a:cubicBezTo>
                  <a:pt x="110079" y="112687"/>
                  <a:pt x="117485" y="108773"/>
                  <a:pt x="124201" y="105204"/>
                </a:cubicBezTo>
                <a:lnTo>
                  <a:pt x="125774" y="104360"/>
                </a:lnTo>
                <a:cubicBezTo>
                  <a:pt x="128269" y="103055"/>
                  <a:pt x="130648" y="101712"/>
                  <a:pt x="132951" y="100407"/>
                </a:cubicBezTo>
                <a:lnTo>
                  <a:pt x="107930" y="53512"/>
                </a:lnTo>
                <a:cubicBezTo>
                  <a:pt x="104054" y="46221"/>
                  <a:pt x="103248" y="37855"/>
                  <a:pt x="105704" y="29949"/>
                </a:cubicBezTo>
                <a:cubicBezTo>
                  <a:pt x="108160" y="22044"/>
                  <a:pt x="113533" y="15597"/>
                  <a:pt x="120862" y="11798"/>
                </a:cubicBezTo>
                <a:lnTo>
                  <a:pt x="135906" y="3969"/>
                </a:lnTo>
                <a:cubicBezTo>
                  <a:pt x="144579" y="-559"/>
                  <a:pt x="154863" y="-1250"/>
                  <a:pt x="164073" y="2089"/>
                </a:cubicBezTo>
                <a:cubicBezTo>
                  <a:pt x="173284" y="5389"/>
                  <a:pt x="180729" y="12488"/>
                  <a:pt x="184566" y="21507"/>
                </a:cubicBezTo>
                <a:cubicBezTo>
                  <a:pt x="201451" y="61571"/>
                  <a:pt x="180575" y="86861"/>
                  <a:pt x="151870" y="105626"/>
                </a:cubicBezTo>
                <a:lnTo>
                  <a:pt x="227086" y="246772"/>
                </a:lnTo>
                <a:lnTo>
                  <a:pt x="214538" y="253488"/>
                </a:lnTo>
                <a:lnTo>
                  <a:pt x="139667" y="113033"/>
                </a:lnTo>
                <a:cubicBezTo>
                  <a:pt x="137287" y="114376"/>
                  <a:pt x="134908" y="115681"/>
                  <a:pt x="132490" y="116985"/>
                </a:cubicBezTo>
                <a:lnTo>
                  <a:pt x="130917" y="117830"/>
                </a:lnTo>
                <a:cubicBezTo>
                  <a:pt x="124278" y="121360"/>
                  <a:pt x="117063" y="125236"/>
                  <a:pt x="109426" y="128882"/>
                </a:cubicBezTo>
                <a:lnTo>
                  <a:pt x="188365" y="268493"/>
                </a:lnTo>
                <a:lnTo>
                  <a:pt x="175932" y="275400"/>
                </a:lnTo>
                <a:close/>
                <a:moveTo>
                  <a:pt x="24194" y="79185"/>
                </a:moveTo>
                <a:cubicBezTo>
                  <a:pt x="15137" y="83906"/>
                  <a:pt x="11607" y="95111"/>
                  <a:pt x="16288" y="104168"/>
                </a:cubicBezTo>
                <a:cubicBezTo>
                  <a:pt x="22927" y="116985"/>
                  <a:pt x="31408" y="124852"/>
                  <a:pt x="42154" y="128191"/>
                </a:cubicBezTo>
                <a:cubicBezTo>
                  <a:pt x="56122" y="132528"/>
                  <a:pt x="72893" y="128652"/>
                  <a:pt x="89241" y="122166"/>
                </a:cubicBezTo>
                <a:lnTo>
                  <a:pt x="62800" y="75386"/>
                </a:lnTo>
                <a:cubicBezTo>
                  <a:pt x="58809" y="68325"/>
                  <a:pt x="50059" y="65716"/>
                  <a:pt x="42844" y="69476"/>
                </a:cubicBezTo>
                <a:lnTo>
                  <a:pt x="24194" y="79185"/>
                </a:lnTo>
                <a:close/>
                <a:moveTo>
                  <a:pt x="127386" y="24423"/>
                </a:moveTo>
                <a:cubicBezTo>
                  <a:pt x="123472" y="26457"/>
                  <a:pt x="120555" y="29949"/>
                  <a:pt x="119251" y="34171"/>
                </a:cubicBezTo>
                <a:cubicBezTo>
                  <a:pt x="117946" y="38392"/>
                  <a:pt x="118368" y="42882"/>
                  <a:pt x="120440" y="46796"/>
                </a:cubicBezTo>
                <a:lnTo>
                  <a:pt x="145039" y="92924"/>
                </a:lnTo>
                <a:cubicBezTo>
                  <a:pt x="175087" y="72777"/>
                  <a:pt x="182417" y="53282"/>
                  <a:pt x="171365" y="26994"/>
                </a:cubicBezTo>
                <a:cubicBezTo>
                  <a:pt x="169062" y="21545"/>
                  <a:pt x="164726" y="17439"/>
                  <a:pt x="159200" y="15443"/>
                </a:cubicBezTo>
                <a:cubicBezTo>
                  <a:pt x="153635" y="13448"/>
                  <a:pt x="147687" y="13832"/>
                  <a:pt x="142430" y="16556"/>
                </a:cubicBezTo>
                <a:lnTo>
                  <a:pt x="127386" y="24423"/>
                </a:lnTo>
                <a:close/>
              </a:path>
            </a:pathLst>
          </a:custGeom>
          <a:solidFill>
            <a:schemeClr val="bg1"/>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3" name="Freeform: Shape 52">
            <a:extLst>
              <a:ext uri="{FF2B5EF4-FFF2-40B4-BE49-F238E27FC236}">
                <a16:creationId xmlns:a16="http://schemas.microsoft.com/office/drawing/2014/main" id="{A305CC21-EC6E-D1EC-960A-7B74957F60D9}"/>
              </a:ext>
            </a:extLst>
          </p:cNvPr>
          <p:cNvSpPr/>
          <p:nvPr/>
        </p:nvSpPr>
        <p:spPr>
          <a:xfrm>
            <a:off x="80081" y="4294439"/>
            <a:ext cx="203092" cy="85109"/>
          </a:xfrm>
          <a:custGeom>
            <a:avLst/>
            <a:gdLst>
              <a:gd name="connsiteX0" fmla="*/ 126295 w 128021"/>
              <a:gd name="connsiteY0" fmla="*/ 53649 h 53649"/>
              <a:gd name="connsiteX1" fmla="*/ 0 w 128021"/>
              <a:gd name="connsiteY1" fmla="*/ 12434 h 53649"/>
              <a:gd name="connsiteX2" fmla="*/ 6946 w 128021"/>
              <a:gd name="connsiteY2" fmla="*/ 0 h 53649"/>
              <a:gd name="connsiteX3" fmla="*/ 128022 w 128021"/>
              <a:gd name="connsiteY3" fmla="*/ 39489 h 53649"/>
              <a:gd name="connsiteX4" fmla="*/ 126295 w 128021"/>
              <a:gd name="connsiteY4" fmla="*/ 53649 h 53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21" h="53649">
                <a:moveTo>
                  <a:pt x="126295" y="53649"/>
                </a:moveTo>
                <a:cubicBezTo>
                  <a:pt x="82316" y="48277"/>
                  <a:pt x="38644" y="34039"/>
                  <a:pt x="0" y="12434"/>
                </a:cubicBezTo>
                <a:lnTo>
                  <a:pt x="6946" y="0"/>
                </a:lnTo>
                <a:cubicBezTo>
                  <a:pt x="44017" y="20685"/>
                  <a:pt x="85885" y="34346"/>
                  <a:pt x="128022" y="39489"/>
                </a:cubicBezTo>
                <a:lnTo>
                  <a:pt x="126295" y="53649"/>
                </a:ln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4" name="Freeform: Shape 53">
            <a:extLst>
              <a:ext uri="{FF2B5EF4-FFF2-40B4-BE49-F238E27FC236}">
                <a16:creationId xmlns:a16="http://schemas.microsoft.com/office/drawing/2014/main" id="{95B22176-C89D-0363-379D-6524B04172EB}"/>
              </a:ext>
            </a:extLst>
          </p:cNvPr>
          <p:cNvSpPr/>
          <p:nvPr/>
        </p:nvSpPr>
        <p:spPr>
          <a:xfrm>
            <a:off x="239524" y="3921859"/>
            <a:ext cx="182575" cy="243395"/>
          </a:xfrm>
          <a:custGeom>
            <a:avLst/>
            <a:gdLst>
              <a:gd name="connsiteX0" fmla="*/ 115089 w 115088"/>
              <a:gd name="connsiteY0" fmla="*/ 144792 h 153426"/>
              <a:gd name="connsiteX1" fmla="*/ 103768 w 115088"/>
              <a:gd name="connsiteY1" fmla="*/ 153426 h 153426"/>
              <a:gd name="connsiteX2" fmla="*/ 0 w 115088"/>
              <a:gd name="connsiteY2" fmla="*/ 7905 h 153426"/>
              <a:gd name="connsiteX3" fmla="*/ 11858 w 115088"/>
              <a:gd name="connsiteY3" fmla="*/ 0 h 153426"/>
              <a:gd name="connsiteX4" fmla="*/ 115089 w 115088"/>
              <a:gd name="connsiteY4" fmla="*/ 144792 h 153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8" h="153426">
                <a:moveTo>
                  <a:pt x="115089" y="144792"/>
                </a:moveTo>
                <a:lnTo>
                  <a:pt x="103768" y="153426"/>
                </a:lnTo>
                <a:cubicBezTo>
                  <a:pt x="67887" y="106262"/>
                  <a:pt x="32965" y="57295"/>
                  <a:pt x="0" y="7905"/>
                </a:cubicBezTo>
                <a:lnTo>
                  <a:pt x="11858" y="0"/>
                </a:lnTo>
                <a:cubicBezTo>
                  <a:pt x="44631" y="49159"/>
                  <a:pt x="79361" y="97858"/>
                  <a:pt x="115089" y="144792"/>
                </a:cubicBez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5" name="Freeform: Shape 54">
            <a:extLst>
              <a:ext uri="{FF2B5EF4-FFF2-40B4-BE49-F238E27FC236}">
                <a16:creationId xmlns:a16="http://schemas.microsoft.com/office/drawing/2014/main" id="{34350183-A14A-A3E6-C7EA-1E5043ED6A10}"/>
              </a:ext>
            </a:extLst>
          </p:cNvPr>
          <p:cNvSpPr/>
          <p:nvPr/>
        </p:nvSpPr>
        <p:spPr>
          <a:xfrm>
            <a:off x="657216" y="3816416"/>
            <a:ext cx="123279" cy="273164"/>
          </a:xfrm>
          <a:custGeom>
            <a:avLst/>
            <a:gdLst>
              <a:gd name="connsiteX0" fmla="*/ 13969 w 77710"/>
              <a:gd name="connsiteY0" fmla="*/ 172192 h 172191"/>
              <a:gd name="connsiteX1" fmla="*/ 0 w 77710"/>
              <a:gd name="connsiteY1" fmla="*/ 169390 h 172191"/>
              <a:gd name="connsiteX2" fmla="*/ 65584 w 77710"/>
              <a:gd name="connsiteY2" fmla="*/ 0 h 172191"/>
              <a:gd name="connsiteX3" fmla="*/ 77711 w 77710"/>
              <a:gd name="connsiteY3" fmla="*/ 7445 h 172191"/>
              <a:gd name="connsiteX4" fmla="*/ 13969 w 77710"/>
              <a:gd name="connsiteY4" fmla="*/ 172192 h 17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10" h="172191">
                <a:moveTo>
                  <a:pt x="13969" y="172192"/>
                </a:moveTo>
                <a:lnTo>
                  <a:pt x="0" y="169390"/>
                </a:lnTo>
                <a:cubicBezTo>
                  <a:pt x="12242" y="107951"/>
                  <a:pt x="34308" y="50963"/>
                  <a:pt x="65584" y="0"/>
                </a:cubicBezTo>
                <a:lnTo>
                  <a:pt x="77711" y="7445"/>
                </a:lnTo>
                <a:cubicBezTo>
                  <a:pt x="47356" y="56950"/>
                  <a:pt x="25904" y="112402"/>
                  <a:pt x="13969" y="172192"/>
                </a:cubicBez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6" name="Freeform: Shape 55">
            <a:extLst>
              <a:ext uri="{FF2B5EF4-FFF2-40B4-BE49-F238E27FC236}">
                <a16:creationId xmlns:a16="http://schemas.microsoft.com/office/drawing/2014/main" id="{907DFE60-09D0-10A6-04E2-EC8B359F7DB3}"/>
              </a:ext>
            </a:extLst>
          </p:cNvPr>
          <p:cNvSpPr/>
          <p:nvPr/>
        </p:nvSpPr>
        <p:spPr>
          <a:xfrm>
            <a:off x="884417" y="4082520"/>
            <a:ext cx="174358" cy="165652"/>
          </a:xfrm>
          <a:custGeom>
            <a:avLst/>
            <a:gdLst>
              <a:gd name="connsiteX0" fmla="*/ 109908 w 109908"/>
              <a:gd name="connsiteY0" fmla="*/ 11206 h 104420"/>
              <a:gd name="connsiteX1" fmla="*/ 10630 w 109908"/>
              <a:gd name="connsiteY1" fmla="*/ 104420 h 104420"/>
              <a:gd name="connsiteX2" fmla="*/ 0 w 109908"/>
              <a:gd name="connsiteY2" fmla="*/ 94941 h 104420"/>
              <a:gd name="connsiteX3" fmla="*/ 101082 w 109908"/>
              <a:gd name="connsiteY3" fmla="*/ 0 h 104420"/>
              <a:gd name="connsiteX4" fmla="*/ 109908 w 109908"/>
              <a:gd name="connsiteY4" fmla="*/ 11206 h 10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08" h="104420">
                <a:moveTo>
                  <a:pt x="109908" y="11206"/>
                </a:moveTo>
                <a:cubicBezTo>
                  <a:pt x="74257" y="39220"/>
                  <a:pt x="40832" y="70611"/>
                  <a:pt x="10630" y="104420"/>
                </a:cubicBezTo>
                <a:lnTo>
                  <a:pt x="0" y="94941"/>
                </a:lnTo>
                <a:cubicBezTo>
                  <a:pt x="30739" y="60480"/>
                  <a:pt x="64778" y="28552"/>
                  <a:pt x="101082" y="0"/>
                </a:cubicBezTo>
                <a:lnTo>
                  <a:pt x="109908" y="11206"/>
                </a:ln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7" name="Freeform: Shape 56">
            <a:extLst>
              <a:ext uri="{FF2B5EF4-FFF2-40B4-BE49-F238E27FC236}">
                <a16:creationId xmlns:a16="http://schemas.microsoft.com/office/drawing/2014/main" id="{A600F621-95FE-A817-128C-ED942FD81101}"/>
              </a:ext>
            </a:extLst>
          </p:cNvPr>
          <p:cNvSpPr/>
          <p:nvPr/>
        </p:nvSpPr>
        <p:spPr>
          <a:xfrm>
            <a:off x="958082" y="4351300"/>
            <a:ext cx="219164" cy="46572"/>
          </a:xfrm>
          <a:custGeom>
            <a:avLst/>
            <a:gdLst>
              <a:gd name="connsiteX0" fmla="*/ 138153 w 138152"/>
              <a:gd name="connsiteY0" fmla="*/ 14237 h 29357"/>
              <a:gd name="connsiteX1" fmla="*/ 2801 w 138152"/>
              <a:gd name="connsiteY1" fmla="*/ 29357 h 29357"/>
              <a:gd name="connsiteX2" fmla="*/ 0 w 138152"/>
              <a:gd name="connsiteY2" fmla="*/ 15389 h 29357"/>
              <a:gd name="connsiteX3" fmla="*/ 137807 w 138152"/>
              <a:gd name="connsiteY3" fmla="*/ 0 h 29357"/>
              <a:gd name="connsiteX4" fmla="*/ 138153 w 138152"/>
              <a:gd name="connsiteY4" fmla="*/ 14237 h 29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52" h="29357">
                <a:moveTo>
                  <a:pt x="138153" y="14237"/>
                </a:moveTo>
                <a:cubicBezTo>
                  <a:pt x="92793" y="15274"/>
                  <a:pt x="47279" y="20377"/>
                  <a:pt x="2801" y="29357"/>
                </a:cubicBezTo>
                <a:lnTo>
                  <a:pt x="0" y="15389"/>
                </a:lnTo>
                <a:cubicBezTo>
                  <a:pt x="45283" y="6255"/>
                  <a:pt x="91641" y="1075"/>
                  <a:pt x="137807" y="0"/>
                </a:cubicBezTo>
                <a:lnTo>
                  <a:pt x="138153" y="14237"/>
                </a:ln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8" name="Freeform: Shape 57">
            <a:extLst>
              <a:ext uri="{FF2B5EF4-FFF2-40B4-BE49-F238E27FC236}">
                <a16:creationId xmlns:a16="http://schemas.microsoft.com/office/drawing/2014/main" id="{532A3C67-7048-A5D3-ECD0-6877CD8F7B2B}"/>
              </a:ext>
            </a:extLst>
          </p:cNvPr>
          <p:cNvSpPr/>
          <p:nvPr/>
        </p:nvSpPr>
        <p:spPr>
          <a:xfrm>
            <a:off x="129940" y="4566326"/>
            <a:ext cx="204676" cy="118531"/>
          </a:xfrm>
          <a:custGeom>
            <a:avLst/>
            <a:gdLst>
              <a:gd name="connsiteX0" fmla="*/ 7522 w 129019"/>
              <a:gd name="connsiteY0" fmla="*/ 74718 h 74717"/>
              <a:gd name="connsiteX1" fmla="*/ 129019 w 129019"/>
              <a:gd name="connsiteY1" fmla="*/ 13240 h 74717"/>
              <a:gd name="connsiteX2" fmla="*/ 123723 w 129019"/>
              <a:gd name="connsiteY2" fmla="*/ 0 h 74717"/>
              <a:gd name="connsiteX3" fmla="*/ 0 w 129019"/>
              <a:gd name="connsiteY3" fmla="*/ 62629 h 74717"/>
              <a:gd name="connsiteX4" fmla="*/ 7522 w 129019"/>
              <a:gd name="connsiteY4" fmla="*/ 74718 h 74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19" h="74717">
                <a:moveTo>
                  <a:pt x="7522" y="74718"/>
                </a:moveTo>
                <a:cubicBezTo>
                  <a:pt x="46051" y="50771"/>
                  <a:pt x="86921" y="30087"/>
                  <a:pt x="129019" y="13240"/>
                </a:cubicBezTo>
                <a:lnTo>
                  <a:pt x="123723" y="0"/>
                </a:lnTo>
                <a:cubicBezTo>
                  <a:pt x="80858" y="17154"/>
                  <a:pt x="39220" y="38222"/>
                  <a:pt x="0" y="62629"/>
                </a:cubicBezTo>
                <a:lnTo>
                  <a:pt x="7522" y="74718"/>
                </a:ln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59" name="Freeform: Shape 58">
            <a:extLst>
              <a:ext uri="{FF2B5EF4-FFF2-40B4-BE49-F238E27FC236}">
                <a16:creationId xmlns:a16="http://schemas.microsoft.com/office/drawing/2014/main" id="{B6083E56-C1B2-126E-0478-7E7E40B11ACC}"/>
              </a:ext>
            </a:extLst>
          </p:cNvPr>
          <p:cNvSpPr/>
          <p:nvPr/>
        </p:nvSpPr>
        <p:spPr>
          <a:xfrm>
            <a:off x="320981" y="4694659"/>
            <a:ext cx="139230" cy="194082"/>
          </a:xfrm>
          <a:custGeom>
            <a:avLst/>
            <a:gdLst>
              <a:gd name="connsiteX0" fmla="*/ 12510 w 87765"/>
              <a:gd name="connsiteY0" fmla="*/ 122342 h 122341"/>
              <a:gd name="connsiteX1" fmla="*/ 87765 w 87765"/>
              <a:gd name="connsiteY1" fmla="*/ 8865 h 122341"/>
              <a:gd name="connsiteX2" fmla="*/ 76636 w 87765"/>
              <a:gd name="connsiteY2" fmla="*/ 0 h 122341"/>
              <a:gd name="connsiteX3" fmla="*/ 0 w 87765"/>
              <a:gd name="connsiteY3" fmla="*/ 115588 h 122341"/>
              <a:gd name="connsiteX4" fmla="*/ 12510 w 87765"/>
              <a:gd name="connsiteY4" fmla="*/ 122342 h 122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65" h="122341">
                <a:moveTo>
                  <a:pt x="12510" y="122342"/>
                </a:moveTo>
                <a:cubicBezTo>
                  <a:pt x="34154" y="82469"/>
                  <a:pt x="59482" y="44286"/>
                  <a:pt x="87765" y="8865"/>
                </a:cubicBezTo>
                <a:lnTo>
                  <a:pt x="76636" y="0"/>
                </a:lnTo>
                <a:cubicBezTo>
                  <a:pt x="47816" y="36112"/>
                  <a:pt x="22028" y="74986"/>
                  <a:pt x="0" y="115588"/>
                </a:cubicBezTo>
                <a:lnTo>
                  <a:pt x="12510" y="122342"/>
                </a:lnTo>
                <a:close/>
              </a:path>
            </a:pathLst>
          </a:custGeom>
          <a:solidFill>
            <a:schemeClr val="accent6">
              <a:lumMod val="75000"/>
            </a:schemeClr>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0" name="Freeform: Shape 59">
            <a:extLst>
              <a:ext uri="{FF2B5EF4-FFF2-40B4-BE49-F238E27FC236}">
                <a16:creationId xmlns:a16="http://schemas.microsoft.com/office/drawing/2014/main" id="{AB2BD821-EC31-3B4B-AD70-819973028FF3}"/>
              </a:ext>
            </a:extLst>
          </p:cNvPr>
          <p:cNvSpPr/>
          <p:nvPr/>
        </p:nvSpPr>
        <p:spPr>
          <a:xfrm>
            <a:off x="986147" y="4325970"/>
            <a:ext cx="1241007" cy="978636"/>
          </a:xfrm>
          <a:custGeom>
            <a:avLst/>
            <a:gdLst>
              <a:gd name="connsiteX0" fmla="*/ 0 w 782279"/>
              <a:gd name="connsiteY0" fmla="*/ 616893 h 616892"/>
              <a:gd name="connsiteX1" fmla="*/ 142911 w 782279"/>
              <a:gd name="connsiteY1" fmla="*/ 462315 h 616892"/>
              <a:gd name="connsiteX2" fmla="*/ 124568 w 782279"/>
              <a:gd name="connsiteY2" fmla="*/ 285058 h 616892"/>
              <a:gd name="connsiteX3" fmla="*/ 156650 w 782279"/>
              <a:gd name="connsiteY3" fmla="*/ 82242 h 616892"/>
              <a:gd name="connsiteX4" fmla="*/ 613168 w 782279"/>
              <a:gd name="connsiteY4" fmla="*/ 14471 h 616892"/>
              <a:gd name="connsiteX5" fmla="*/ 771391 w 782279"/>
              <a:gd name="connsiteY5" fmla="*/ 164673 h 616892"/>
              <a:gd name="connsiteX6" fmla="*/ 769242 w 782279"/>
              <a:gd name="connsiteY6" fmla="*/ 451532 h 616892"/>
              <a:gd name="connsiteX7" fmla="*/ 0 w 782279"/>
              <a:gd name="connsiteY7" fmla="*/ 616893 h 6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279" h="616892">
                <a:moveTo>
                  <a:pt x="0" y="616893"/>
                </a:moveTo>
                <a:cubicBezTo>
                  <a:pt x="38" y="616854"/>
                  <a:pt x="105610" y="547740"/>
                  <a:pt x="142911" y="462315"/>
                </a:cubicBezTo>
                <a:cubicBezTo>
                  <a:pt x="157916" y="427969"/>
                  <a:pt x="125988" y="325659"/>
                  <a:pt x="124568" y="285058"/>
                </a:cubicBezTo>
                <a:cubicBezTo>
                  <a:pt x="122265" y="219973"/>
                  <a:pt x="121152" y="139921"/>
                  <a:pt x="156650" y="82242"/>
                </a:cubicBezTo>
                <a:cubicBezTo>
                  <a:pt x="231483" y="-39370"/>
                  <a:pt x="493935" y="7985"/>
                  <a:pt x="613168" y="14471"/>
                </a:cubicBezTo>
                <a:cubicBezTo>
                  <a:pt x="690610" y="18692"/>
                  <a:pt x="755849" y="80247"/>
                  <a:pt x="771391" y="164673"/>
                </a:cubicBezTo>
                <a:cubicBezTo>
                  <a:pt x="783902" y="232483"/>
                  <a:pt x="788584" y="326581"/>
                  <a:pt x="769242" y="451532"/>
                </a:cubicBezTo>
                <a:cubicBezTo>
                  <a:pt x="726991" y="723385"/>
                  <a:pt x="174840" y="560173"/>
                  <a:pt x="0" y="616893"/>
                </a:cubicBezTo>
                <a:close/>
              </a:path>
            </a:pathLst>
          </a:custGeom>
          <a:solidFill>
            <a:srgbClr val="B0B0B0"/>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1" name="Freeform: Shape 60">
            <a:extLst>
              <a:ext uri="{FF2B5EF4-FFF2-40B4-BE49-F238E27FC236}">
                <a16:creationId xmlns:a16="http://schemas.microsoft.com/office/drawing/2014/main" id="{6600BF1D-5845-8BE7-3FB6-4DF41FF30EB7}"/>
              </a:ext>
            </a:extLst>
          </p:cNvPr>
          <p:cNvSpPr/>
          <p:nvPr/>
        </p:nvSpPr>
        <p:spPr>
          <a:xfrm>
            <a:off x="1506335" y="4819835"/>
            <a:ext cx="541885" cy="319225"/>
          </a:xfrm>
          <a:custGeom>
            <a:avLst/>
            <a:gdLst>
              <a:gd name="connsiteX0" fmla="*/ 287638 w 341582"/>
              <a:gd name="connsiteY0" fmla="*/ 193118 h 201226"/>
              <a:gd name="connsiteX1" fmla="*/ 270062 w 341582"/>
              <a:gd name="connsiteY1" fmla="*/ 193617 h 201226"/>
              <a:gd name="connsiteX2" fmla="*/ 3695 w 341582"/>
              <a:gd name="connsiteY2" fmla="*/ 147797 h 201226"/>
              <a:gd name="connsiteX3" fmla="*/ 3657 w 341582"/>
              <a:gd name="connsiteY3" fmla="*/ 58535 h 201226"/>
              <a:gd name="connsiteX4" fmla="*/ 183870 w 341582"/>
              <a:gd name="connsiteY4" fmla="*/ 2506 h 201226"/>
              <a:gd name="connsiteX5" fmla="*/ 289365 w 341582"/>
              <a:gd name="connsiteY5" fmla="*/ 11102 h 201226"/>
              <a:gd name="connsiteX6" fmla="*/ 309358 w 341582"/>
              <a:gd name="connsiteY6" fmla="*/ 188129 h 201226"/>
              <a:gd name="connsiteX7" fmla="*/ 287638 w 341582"/>
              <a:gd name="connsiteY7" fmla="*/ 193118 h 20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582" h="201226">
                <a:moveTo>
                  <a:pt x="287638" y="193118"/>
                </a:moveTo>
                <a:cubicBezTo>
                  <a:pt x="281805" y="193579"/>
                  <a:pt x="275895" y="193617"/>
                  <a:pt x="270062" y="193617"/>
                </a:cubicBezTo>
                <a:cubicBezTo>
                  <a:pt x="222629" y="193694"/>
                  <a:pt x="3695" y="228731"/>
                  <a:pt x="3695" y="147797"/>
                </a:cubicBezTo>
                <a:cubicBezTo>
                  <a:pt x="3695" y="122354"/>
                  <a:pt x="-4594" y="82289"/>
                  <a:pt x="3657" y="58535"/>
                </a:cubicBezTo>
                <a:cubicBezTo>
                  <a:pt x="29254" y="-15185"/>
                  <a:pt x="126460" y="7764"/>
                  <a:pt x="183870" y="2506"/>
                </a:cubicBezTo>
                <a:cubicBezTo>
                  <a:pt x="219406" y="-756"/>
                  <a:pt x="256669" y="-3212"/>
                  <a:pt x="289365" y="11102"/>
                </a:cubicBezTo>
                <a:cubicBezTo>
                  <a:pt x="338332" y="32554"/>
                  <a:pt x="367574" y="162648"/>
                  <a:pt x="309358" y="188129"/>
                </a:cubicBezTo>
                <a:cubicBezTo>
                  <a:pt x="302451" y="191161"/>
                  <a:pt x="295121" y="192504"/>
                  <a:pt x="287638" y="193118"/>
                </a:cubicBezTo>
                <a:close/>
              </a:path>
            </a:pathLst>
          </a:custGeom>
          <a:solidFill>
            <a:schemeClr val="accent2"/>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2" name="Freeform: Shape 61">
            <a:extLst>
              <a:ext uri="{FF2B5EF4-FFF2-40B4-BE49-F238E27FC236}">
                <a16:creationId xmlns:a16="http://schemas.microsoft.com/office/drawing/2014/main" id="{9FA095DD-5362-0D71-9DD2-0DCEDF7BC543}"/>
              </a:ext>
            </a:extLst>
          </p:cNvPr>
          <p:cNvSpPr/>
          <p:nvPr/>
        </p:nvSpPr>
        <p:spPr>
          <a:xfrm>
            <a:off x="1609636" y="4963319"/>
            <a:ext cx="64647" cy="64647"/>
          </a:xfrm>
          <a:custGeom>
            <a:avLst/>
            <a:gdLst>
              <a:gd name="connsiteX0" fmla="*/ 40734 w 40751"/>
              <a:gd name="connsiteY0" fmla="*/ 21201 h 40751"/>
              <a:gd name="connsiteX1" fmla="*/ 19551 w 40751"/>
              <a:gd name="connsiteY1" fmla="*/ 40734 h 40751"/>
              <a:gd name="connsiteX2" fmla="*/ 17 w 40751"/>
              <a:gd name="connsiteY2" fmla="*/ 19551 h 40751"/>
              <a:gd name="connsiteX3" fmla="*/ 21201 w 40751"/>
              <a:gd name="connsiteY3" fmla="*/ 17 h 40751"/>
              <a:gd name="connsiteX4" fmla="*/ 40734 w 40751"/>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1" h="40751">
                <a:moveTo>
                  <a:pt x="40734" y="21201"/>
                </a:moveTo>
                <a:cubicBezTo>
                  <a:pt x="40274" y="32445"/>
                  <a:pt x="30795" y="41194"/>
                  <a:pt x="19551" y="40734"/>
                </a:cubicBezTo>
                <a:cubicBezTo>
                  <a:pt x="8307" y="40273"/>
                  <a:pt x="-443" y="30795"/>
                  <a:pt x="17" y="19551"/>
                </a:cubicBezTo>
                <a:cubicBezTo>
                  <a:pt x="478" y="8307"/>
                  <a:pt x="9957" y="-443"/>
                  <a:pt x="21201" y="17"/>
                </a:cubicBezTo>
                <a:cubicBezTo>
                  <a:pt x="32445" y="478"/>
                  <a:pt x="41195"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3" name="Freeform: Shape 62">
            <a:extLst>
              <a:ext uri="{FF2B5EF4-FFF2-40B4-BE49-F238E27FC236}">
                <a16:creationId xmlns:a16="http://schemas.microsoft.com/office/drawing/2014/main" id="{7286EF9B-4CC0-D3DC-EA57-FE5F83CF7E3B}"/>
              </a:ext>
            </a:extLst>
          </p:cNvPr>
          <p:cNvSpPr/>
          <p:nvPr/>
        </p:nvSpPr>
        <p:spPr>
          <a:xfrm>
            <a:off x="1743145" y="4968615"/>
            <a:ext cx="64643" cy="64647"/>
          </a:xfrm>
          <a:custGeom>
            <a:avLst/>
            <a:gdLst>
              <a:gd name="connsiteX0" fmla="*/ 40734 w 40748"/>
              <a:gd name="connsiteY0" fmla="*/ 21201 h 40751"/>
              <a:gd name="connsiteX1" fmla="*/ 19551 w 40748"/>
              <a:gd name="connsiteY1" fmla="*/ 40734 h 40751"/>
              <a:gd name="connsiteX2" fmla="*/ 17 w 40748"/>
              <a:gd name="connsiteY2" fmla="*/ 19551 h 40751"/>
              <a:gd name="connsiteX3" fmla="*/ 21201 w 40748"/>
              <a:gd name="connsiteY3" fmla="*/ 17 h 40751"/>
              <a:gd name="connsiteX4" fmla="*/ 40734 w 40748"/>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48" h="40751">
                <a:moveTo>
                  <a:pt x="40734" y="21201"/>
                </a:moveTo>
                <a:cubicBezTo>
                  <a:pt x="40274" y="32445"/>
                  <a:pt x="30795" y="41194"/>
                  <a:pt x="19551" y="40734"/>
                </a:cubicBezTo>
                <a:cubicBezTo>
                  <a:pt x="8307" y="40274"/>
                  <a:pt x="-443" y="30795"/>
                  <a:pt x="17" y="19551"/>
                </a:cubicBezTo>
                <a:cubicBezTo>
                  <a:pt x="478" y="8307"/>
                  <a:pt x="9957" y="-443"/>
                  <a:pt x="21201" y="17"/>
                </a:cubicBezTo>
                <a:cubicBezTo>
                  <a:pt x="32407" y="478"/>
                  <a:pt x="41156"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sp>
        <p:nvSpPr>
          <p:cNvPr id="64" name="Freeform: Shape 63">
            <a:extLst>
              <a:ext uri="{FF2B5EF4-FFF2-40B4-BE49-F238E27FC236}">
                <a16:creationId xmlns:a16="http://schemas.microsoft.com/office/drawing/2014/main" id="{D7E05F69-7DC6-A88B-434F-C9F672B6DF9E}"/>
              </a:ext>
            </a:extLst>
          </p:cNvPr>
          <p:cNvSpPr/>
          <p:nvPr/>
        </p:nvSpPr>
        <p:spPr>
          <a:xfrm>
            <a:off x="1875923" y="4973911"/>
            <a:ext cx="64643" cy="64647"/>
          </a:xfrm>
          <a:custGeom>
            <a:avLst/>
            <a:gdLst>
              <a:gd name="connsiteX0" fmla="*/ 40734 w 40748"/>
              <a:gd name="connsiteY0" fmla="*/ 21201 h 40751"/>
              <a:gd name="connsiteX1" fmla="*/ 19551 w 40748"/>
              <a:gd name="connsiteY1" fmla="*/ 40734 h 40751"/>
              <a:gd name="connsiteX2" fmla="*/ 17 w 40748"/>
              <a:gd name="connsiteY2" fmla="*/ 19551 h 40751"/>
              <a:gd name="connsiteX3" fmla="*/ 21201 w 40748"/>
              <a:gd name="connsiteY3" fmla="*/ 17 h 40751"/>
              <a:gd name="connsiteX4" fmla="*/ 40734 w 40748"/>
              <a:gd name="connsiteY4" fmla="*/ 21201 h 40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48" h="40751">
                <a:moveTo>
                  <a:pt x="40734" y="21201"/>
                </a:moveTo>
                <a:cubicBezTo>
                  <a:pt x="40274" y="32445"/>
                  <a:pt x="30795" y="41195"/>
                  <a:pt x="19551" y="40734"/>
                </a:cubicBezTo>
                <a:cubicBezTo>
                  <a:pt x="8307" y="40274"/>
                  <a:pt x="-443" y="30795"/>
                  <a:pt x="17" y="19551"/>
                </a:cubicBezTo>
                <a:cubicBezTo>
                  <a:pt x="478" y="8307"/>
                  <a:pt x="9957" y="-443"/>
                  <a:pt x="21201" y="17"/>
                </a:cubicBezTo>
                <a:cubicBezTo>
                  <a:pt x="32407" y="478"/>
                  <a:pt x="41156" y="9957"/>
                  <a:pt x="40734" y="21201"/>
                </a:cubicBezTo>
                <a:close/>
              </a:path>
            </a:pathLst>
          </a:custGeom>
          <a:solidFill>
            <a:srgbClr val="FFFFFF"/>
          </a:solidFill>
          <a:ln w="3831" cap="flat">
            <a:noFill/>
            <a:prstDash val="solid"/>
            <a:miter/>
          </a:ln>
        </p:spPr>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cxnSp>
        <p:nvCxnSpPr>
          <p:cNvPr id="145" name="Straight Connector 144">
            <a:extLst>
              <a:ext uri="{FF2B5EF4-FFF2-40B4-BE49-F238E27FC236}">
                <a16:creationId xmlns:a16="http://schemas.microsoft.com/office/drawing/2014/main" id="{DCC83AF1-2573-B481-EE68-EAF403ABE2FB}"/>
              </a:ext>
            </a:extLst>
          </p:cNvPr>
          <p:cNvCxnSpPr>
            <a:cxnSpLocks/>
          </p:cNvCxnSpPr>
          <p:nvPr>
            <p:custDataLst>
              <p:tags r:id="rId3"/>
            </p:custDataLst>
          </p:nvPr>
        </p:nvCxnSpPr>
        <p:spPr>
          <a:xfrm>
            <a:off x="4175761" y="2284454"/>
            <a:ext cx="7455754" cy="0"/>
          </a:xfrm>
          <a:prstGeom prst="line">
            <a:avLst/>
          </a:prstGeom>
          <a:ln w="1270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CEF6FED-B397-4B2C-2313-CB37F627AD7E}"/>
              </a:ext>
            </a:extLst>
          </p:cNvPr>
          <p:cNvCxnSpPr>
            <a:cxnSpLocks/>
          </p:cNvCxnSpPr>
          <p:nvPr>
            <p:custDataLst>
              <p:tags r:id="rId4"/>
            </p:custDataLst>
          </p:nvPr>
        </p:nvCxnSpPr>
        <p:spPr>
          <a:xfrm>
            <a:off x="4175761" y="2729239"/>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F4FA57FE-85B5-41AE-98C1-293902649FFA}"/>
              </a:ext>
            </a:extLst>
          </p:cNvPr>
          <p:cNvCxnSpPr>
            <a:cxnSpLocks/>
          </p:cNvCxnSpPr>
          <p:nvPr>
            <p:custDataLst>
              <p:tags r:id="rId5"/>
            </p:custDataLst>
          </p:nvPr>
        </p:nvCxnSpPr>
        <p:spPr>
          <a:xfrm>
            <a:off x="4175761" y="3174046"/>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9400C59C-9DD7-8D74-D569-763CE67A2E0E}"/>
              </a:ext>
            </a:extLst>
          </p:cNvPr>
          <p:cNvCxnSpPr>
            <a:cxnSpLocks/>
          </p:cNvCxnSpPr>
          <p:nvPr>
            <p:custDataLst>
              <p:tags r:id="rId6"/>
            </p:custDataLst>
          </p:nvPr>
        </p:nvCxnSpPr>
        <p:spPr>
          <a:xfrm>
            <a:off x="4175761" y="3618853"/>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70AE8DC7-E02C-F241-7531-331B798179CF}"/>
              </a:ext>
            </a:extLst>
          </p:cNvPr>
          <p:cNvCxnSpPr>
            <a:cxnSpLocks/>
          </p:cNvCxnSpPr>
          <p:nvPr>
            <p:custDataLst>
              <p:tags r:id="rId7"/>
            </p:custDataLst>
          </p:nvPr>
        </p:nvCxnSpPr>
        <p:spPr>
          <a:xfrm>
            <a:off x="4175761" y="4063660"/>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B428F58-32B9-B6C4-DF68-0525CA44E6E4}"/>
              </a:ext>
            </a:extLst>
          </p:cNvPr>
          <p:cNvSpPr txBox="1">
            <a:spLocks/>
          </p:cNvSpPr>
          <p:nvPr>
            <p:custDataLst>
              <p:tags r:id="rId8"/>
            </p:custDataLst>
          </p:nvPr>
        </p:nvSpPr>
        <p:spPr>
          <a:xfrm>
            <a:off x="4175760" y="2023229"/>
            <a:ext cx="1092879"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mn-cs"/>
              </a:rPr>
              <a:t>Priority</a:t>
            </a:r>
          </a:p>
        </p:txBody>
      </p:sp>
      <p:sp>
        <p:nvSpPr>
          <p:cNvPr id="30" name="TextBox 29">
            <a:extLst>
              <a:ext uri="{FF2B5EF4-FFF2-40B4-BE49-F238E27FC236}">
                <a16:creationId xmlns:a16="http://schemas.microsoft.com/office/drawing/2014/main" id="{3A68CF66-31CF-D2BE-A413-D6CF5291349E}"/>
              </a:ext>
            </a:extLst>
          </p:cNvPr>
          <p:cNvSpPr txBox="1"/>
          <p:nvPr>
            <p:custDataLst>
              <p:tags r:id="rId9"/>
            </p:custDataLst>
          </p:nvPr>
        </p:nvSpPr>
        <p:spPr>
          <a:xfrm>
            <a:off x="5511874" y="2023229"/>
            <a:ext cx="1092044"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mn-cs"/>
              </a:rPr>
              <a:t>Demand </a:t>
            </a:r>
          </a:p>
        </p:txBody>
      </p:sp>
      <p:sp>
        <p:nvSpPr>
          <p:cNvPr id="25" name="TextBox 24">
            <a:extLst>
              <a:ext uri="{FF2B5EF4-FFF2-40B4-BE49-F238E27FC236}">
                <a16:creationId xmlns:a16="http://schemas.microsoft.com/office/drawing/2014/main" id="{16073A99-1820-B3FB-ADAB-E0F3A92A87F7}"/>
              </a:ext>
            </a:extLst>
          </p:cNvPr>
          <p:cNvSpPr txBox="1">
            <a:spLocks/>
          </p:cNvSpPr>
          <p:nvPr>
            <p:custDataLst>
              <p:tags r:id="rId10"/>
            </p:custDataLst>
          </p:nvPr>
        </p:nvSpPr>
        <p:spPr>
          <a:xfrm>
            <a:off x="8680910" y="2023229"/>
            <a:ext cx="1319307"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dirty="0">
                <a:cs typeface="+mn-cs"/>
              </a:rPr>
              <a:t>Sequence</a:t>
            </a:r>
          </a:p>
        </p:txBody>
      </p:sp>
      <p:sp>
        <p:nvSpPr>
          <p:cNvPr id="198" name="TextBox 197">
            <a:extLst>
              <a:ext uri="{FF2B5EF4-FFF2-40B4-BE49-F238E27FC236}">
                <a16:creationId xmlns:a16="http://schemas.microsoft.com/office/drawing/2014/main" id="{39D4284E-600C-A02D-B8FD-1C521BCE0DCA}"/>
              </a:ext>
            </a:extLst>
          </p:cNvPr>
          <p:cNvSpPr txBox="1"/>
          <p:nvPr>
            <p:custDataLst>
              <p:tags r:id="rId11"/>
            </p:custDataLst>
          </p:nvPr>
        </p:nvSpPr>
        <p:spPr>
          <a:xfrm>
            <a:off x="6847154" y="1807786"/>
            <a:ext cx="1319307" cy="43088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dirty="0">
                <a:cs typeface="+mn-cs"/>
              </a:rPr>
              <a:t>Effort req. </a:t>
            </a:r>
            <a:br>
              <a:rPr lang="en-US" sz="1400" b="1" dirty="0">
                <a:cs typeface="+mn-cs"/>
              </a:rPr>
            </a:br>
            <a:r>
              <a:rPr lang="en-US" sz="1400" b="1" dirty="0">
                <a:cs typeface="+mn-cs"/>
              </a:rPr>
              <a:t>(man days) </a:t>
            </a:r>
          </a:p>
        </p:txBody>
      </p:sp>
      <p:sp>
        <p:nvSpPr>
          <p:cNvPr id="215" name="TextBox 214">
            <a:extLst>
              <a:ext uri="{FF2B5EF4-FFF2-40B4-BE49-F238E27FC236}">
                <a16:creationId xmlns:a16="http://schemas.microsoft.com/office/drawing/2014/main" id="{5C1809E0-8218-C45F-37F4-E9D3B7383BCE}"/>
              </a:ext>
            </a:extLst>
          </p:cNvPr>
          <p:cNvSpPr txBox="1"/>
          <p:nvPr>
            <p:custDataLst>
              <p:tags r:id="rId12"/>
            </p:custDataLst>
          </p:nvPr>
        </p:nvSpPr>
        <p:spPr>
          <a:xfrm>
            <a:off x="10315481" y="1807786"/>
            <a:ext cx="1319307" cy="43088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dirty="0">
                <a:cs typeface="+mn-cs"/>
              </a:rPr>
              <a:t>Capacity utilized </a:t>
            </a:r>
          </a:p>
        </p:txBody>
      </p:sp>
      <p:sp>
        <p:nvSpPr>
          <p:cNvPr id="85" name="TextBox 84">
            <a:extLst>
              <a:ext uri="{FF2B5EF4-FFF2-40B4-BE49-F238E27FC236}">
                <a16:creationId xmlns:a16="http://schemas.microsoft.com/office/drawing/2014/main" id="{29909F90-E24E-D1F6-969C-E4C31884950D}"/>
              </a:ext>
            </a:extLst>
          </p:cNvPr>
          <p:cNvSpPr txBox="1">
            <a:spLocks/>
          </p:cNvSpPr>
          <p:nvPr>
            <p:custDataLst>
              <p:tags r:id="rId13"/>
            </p:custDataLst>
          </p:nvPr>
        </p:nvSpPr>
        <p:spPr>
          <a:xfrm>
            <a:off x="4175760" y="2859309"/>
            <a:ext cx="1092879"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High</a:t>
            </a:r>
          </a:p>
        </p:txBody>
      </p:sp>
      <p:sp>
        <p:nvSpPr>
          <p:cNvPr id="92" name="TextBox 91">
            <a:extLst>
              <a:ext uri="{FF2B5EF4-FFF2-40B4-BE49-F238E27FC236}">
                <a16:creationId xmlns:a16="http://schemas.microsoft.com/office/drawing/2014/main" id="{65CE4C63-4B18-B688-82B2-97EAA7A56C56}"/>
              </a:ext>
            </a:extLst>
          </p:cNvPr>
          <p:cNvSpPr txBox="1"/>
          <p:nvPr>
            <p:custDataLst>
              <p:tags r:id="rId14"/>
            </p:custDataLst>
          </p:nvPr>
        </p:nvSpPr>
        <p:spPr>
          <a:xfrm>
            <a:off x="5511874" y="2859309"/>
            <a:ext cx="1092044"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R2</a:t>
            </a:r>
          </a:p>
        </p:txBody>
      </p:sp>
      <p:sp>
        <p:nvSpPr>
          <p:cNvPr id="89" name="TextBox 88">
            <a:extLst>
              <a:ext uri="{FF2B5EF4-FFF2-40B4-BE49-F238E27FC236}">
                <a16:creationId xmlns:a16="http://schemas.microsoft.com/office/drawing/2014/main" id="{9855A68B-A667-F4CE-A285-1315D7AE8E6D}"/>
              </a:ext>
            </a:extLst>
          </p:cNvPr>
          <p:cNvSpPr txBox="1"/>
          <p:nvPr>
            <p:custDataLst>
              <p:tags r:id="rId15"/>
            </p:custDataLst>
          </p:nvPr>
        </p:nvSpPr>
        <p:spPr>
          <a:xfrm>
            <a:off x="8815847" y="2821805"/>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2</a:t>
            </a:r>
          </a:p>
        </p:txBody>
      </p:sp>
      <p:sp>
        <p:nvSpPr>
          <p:cNvPr id="199" name="TextBox 198">
            <a:extLst>
              <a:ext uri="{FF2B5EF4-FFF2-40B4-BE49-F238E27FC236}">
                <a16:creationId xmlns:a16="http://schemas.microsoft.com/office/drawing/2014/main" id="{71243423-5B03-35A9-A051-E05BBA4CC5FC}"/>
              </a:ext>
            </a:extLst>
          </p:cNvPr>
          <p:cNvSpPr txBox="1"/>
          <p:nvPr>
            <p:custDataLst>
              <p:tags r:id="rId16"/>
            </p:custDataLst>
          </p:nvPr>
        </p:nvSpPr>
        <p:spPr>
          <a:xfrm>
            <a:off x="6982091" y="2821805"/>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60</a:t>
            </a:r>
          </a:p>
        </p:txBody>
      </p:sp>
      <p:sp>
        <p:nvSpPr>
          <p:cNvPr id="216" name="TextBox 215">
            <a:extLst>
              <a:ext uri="{FF2B5EF4-FFF2-40B4-BE49-F238E27FC236}">
                <a16:creationId xmlns:a16="http://schemas.microsoft.com/office/drawing/2014/main" id="{958F05EA-8999-62CF-12DD-08ED966EE279}"/>
              </a:ext>
            </a:extLst>
          </p:cNvPr>
          <p:cNvSpPr txBox="1"/>
          <p:nvPr>
            <p:custDataLst>
              <p:tags r:id="rId17"/>
            </p:custDataLst>
          </p:nvPr>
        </p:nvSpPr>
        <p:spPr>
          <a:xfrm>
            <a:off x="10450418" y="2821805"/>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cs typeface="+mn-cs"/>
              </a:rPr>
              <a:t>60</a:t>
            </a:r>
          </a:p>
        </p:txBody>
      </p:sp>
      <p:sp>
        <p:nvSpPr>
          <p:cNvPr id="101" name="TextBox 100">
            <a:extLst>
              <a:ext uri="{FF2B5EF4-FFF2-40B4-BE49-F238E27FC236}">
                <a16:creationId xmlns:a16="http://schemas.microsoft.com/office/drawing/2014/main" id="{BCC9DB47-F9E6-2EAD-B84C-7F2FCF9332B5}"/>
              </a:ext>
            </a:extLst>
          </p:cNvPr>
          <p:cNvSpPr txBox="1">
            <a:spLocks/>
          </p:cNvSpPr>
          <p:nvPr>
            <p:custDataLst>
              <p:tags r:id="rId18"/>
            </p:custDataLst>
          </p:nvPr>
        </p:nvSpPr>
        <p:spPr>
          <a:xfrm>
            <a:off x="4175760" y="3304116"/>
            <a:ext cx="1092879"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cs typeface="+mn-cs"/>
              </a:rPr>
              <a:t>High</a:t>
            </a:r>
          </a:p>
        </p:txBody>
      </p:sp>
      <p:sp>
        <p:nvSpPr>
          <p:cNvPr id="104" name="TextBox 103">
            <a:extLst>
              <a:ext uri="{FF2B5EF4-FFF2-40B4-BE49-F238E27FC236}">
                <a16:creationId xmlns:a16="http://schemas.microsoft.com/office/drawing/2014/main" id="{F9656F02-3EAF-3A2E-9BA6-D58D5A001028}"/>
              </a:ext>
            </a:extLst>
          </p:cNvPr>
          <p:cNvSpPr txBox="1"/>
          <p:nvPr>
            <p:custDataLst>
              <p:tags r:id="rId19"/>
            </p:custDataLst>
          </p:nvPr>
        </p:nvSpPr>
        <p:spPr>
          <a:xfrm>
            <a:off x="5511874" y="3304116"/>
            <a:ext cx="1092044"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R3</a:t>
            </a:r>
          </a:p>
        </p:txBody>
      </p:sp>
      <p:sp>
        <p:nvSpPr>
          <p:cNvPr id="102" name="TextBox 101">
            <a:extLst>
              <a:ext uri="{FF2B5EF4-FFF2-40B4-BE49-F238E27FC236}">
                <a16:creationId xmlns:a16="http://schemas.microsoft.com/office/drawing/2014/main" id="{DBC744D3-4405-04A9-0C78-4B0A2FDF5D3F}"/>
              </a:ext>
            </a:extLst>
          </p:cNvPr>
          <p:cNvSpPr txBox="1"/>
          <p:nvPr>
            <p:custDataLst>
              <p:tags r:id="rId20"/>
            </p:custDataLst>
          </p:nvPr>
        </p:nvSpPr>
        <p:spPr>
          <a:xfrm>
            <a:off x="8815847" y="3304116"/>
            <a:ext cx="1049432" cy="184666"/>
          </a:xfrm>
          <a:prstGeom prst="rect">
            <a:avLst/>
          </a:prstGeom>
          <a:ln>
            <a:no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On-hold</a:t>
            </a:r>
          </a:p>
        </p:txBody>
      </p:sp>
      <p:sp>
        <p:nvSpPr>
          <p:cNvPr id="200" name="TextBox 199">
            <a:extLst>
              <a:ext uri="{FF2B5EF4-FFF2-40B4-BE49-F238E27FC236}">
                <a16:creationId xmlns:a16="http://schemas.microsoft.com/office/drawing/2014/main" id="{2C2FE0C0-6EBE-1126-C32A-87939995C9E8}"/>
              </a:ext>
            </a:extLst>
          </p:cNvPr>
          <p:cNvSpPr txBox="1"/>
          <p:nvPr>
            <p:custDataLst>
              <p:tags r:id="rId21"/>
            </p:custDataLst>
          </p:nvPr>
        </p:nvSpPr>
        <p:spPr>
          <a:xfrm>
            <a:off x="6982091" y="3266612"/>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100</a:t>
            </a:r>
          </a:p>
        </p:txBody>
      </p:sp>
      <p:sp>
        <p:nvSpPr>
          <p:cNvPr id="217" name="TextBox 216">
            <a:extLst>
              <a:ext uri="{FF2B5EF4-FFF2-40B4-BE49-F238E27FC236}">
                <a16:creationId xmlns:a16="http://schemas.microsoft.com/office/drawing/2014/main" id="{127FDC52-4909-C66C-4701-74A436580962}"/>
              </a:ext>
            </a:extLst>
          </p:cNvPr>
          <p:cNvSpPr txBox="1"/>
          <p:nvPr>
            <p:custDataLst>
              <p:tags r:id="rId22"/>
            </p:custDataLst>
          </p:nvPr>
        </p:nvSpPr>
        <p:spPr>
          <a:xfrm>
            <a:off x="10450418" y="3266612"/>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0</a:t>
            </a:r>
          </a:p>
        </p:txBody>
      </p:sp>
      <p:sp>
        <p:nvSpPr>
          <p:cNvPr id="114" name="TextBox 113">
            <a:extLst>
              <a:ext uri="{FF2B5EF4-FFF2-40B4-BE49-F238E27FC236}">
                <a16:creationId xmlns:a16="http://schemas.microsoft.com/office/drawing/2014/main" id="{2B4146A7-100D-DBE4-0438-034C8A8EC3CC}"/>
              </a:ext>
            </a:extLst>
          </p:cNvPr>
          <p:cNvSpPr txBox="1">
            <a:spLocks/>
          </p:cNvSpPr>
          <p:nvPr>
            <p:custDataLst>
              <p:tags r:id="rId23"/>
            </p:custDataLst>
          </p:nvPr>
        </p:nvSpPr>
        <p:spPr>
          <a:xfrm>
            <a:off x="4175760" y="3748923"/>
            <a:ext cx="1092879"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Medium </a:t>
            </a:r>
          </a:p>
        </p:txBody>
      </p:sp>
      <p:sp>
        <p:nvSpPr>
          <p:cNvPr id="131" name="TextBox 130">
            <a:extLst>
              <a:ext uri="{FF2B5EF4-FFF2-40B4-BE49-F238E27FC236}">
                <a16:creationId xmlns:a16="http://schemas.microsoft.com/office/drawing/2014/main" id="{B32631A2-45FD-9015-DB95-545CFE3B0B3B}"/>
              </a:ext>
            </a:extLst>
          </p:cNvPr>
          <p:cNvSpPr txBox="1"/>
          <p:nvPr>
            <p:custDataLst>
              <p:tags r:id="rId24"/>
            </p:custDataLst>
          </p:nvPr>
        </p:nvSpPr>
        <p:spPr>
          <a:xfrm>
            <a:off x="5511874" y="3748923"/>
            <a:ext cx="1092044"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R4</a:t>
            </a:r>
          </a:p>
        </p:txBody>
      </p:sp>
      <p:sp>
        <p:nvSpPr>
          <p:cNvPr id="130" name="TextBox 129">
            <a:extLst>
              <a:ext uri="{FF2B5EF4-FFF2-40B4-BE49-F238E27FC236}">
                <a16:creationId xmlns:a16="http://schemas.microsoft.com/office/drawing/2014/main" id="{46A00835-B206-E0C0-330D-5D577B841555}"/>
              </a:ext>
            </a:extLst>
          </p:cNvPr>
          <p:cNvSpPr txBox="1"/>
          <p:nvPr>
            <p:custDataLst>
              <p:tags r:id="rId25"/>
            </p:custDataLst>
          </p:nvPr>
        </p:nvSpPr>
        <p:spPr>
          <a:xfrm>
            <a:off x="8815847" y="3711419"/>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3</a:t>
            </a:r>
          </a:p>
        </p:txBody>
      </p:sp>
      <p:sp>
        <p:nvSpPr>
          <p:cNvPr id="201" name="TextBox 200">
            <a:extLst>
              <a:ext uri="{FF2B5EF4-FFF2-40B4-BE49-F238E27FC236}">
                <a16:creationId xmlns:a16="http://schemas.microsoft.com/office/drawing/2014/main" id="{53908426-53EA-70E3-5CBD-5F328498C785}"/>
              </a:ext>
            </a:extLst>
          </p:cNvPr>
          <p:cNvSpPr txBox="1"/>
          <p:nvPr>
            <p:custDataLst>
              <p:tags r:id="rId26"/>
            </p:custDataLst>
          </p:nvPr>
        </p:nvSpPr>
        <p:spPr>
          <a:xfrm>
            <a:off x="6982091" y="3711419"/>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5</a:t>
            </a:r>
          </a:p>
        </p:txBody>
      </p:sp>
      <p:sp>
        <p:nvSpPr>
          <p:cNvPr id="218" name="TextBox 217">
            <a:extLst>
              <a:ext uri="{FF2B5EF4-FFF2-40B4-BE49-F238E27FC236}">
                <a16:creationId xmlns:a16="http://schemas.microsoft.com/office/drawing/2014/main" id="{D1860DF0-BE8C-1832-4F34-4A341FDC8CAB}"/>
              </a:ext>
            </a:extLst>
          </p:cNvPr>
          <p:cNvSpPr txBox="1"/>
          <p:nvPr>
            <p:custDataLst>
              <p:tags r:id="rId27"/>
            </p:custDataLst>
          </p:nvPr>
        </p:nvSpPr>
        <p:spPr>
          <a:xfrm>
            <a:off x="10450418" y="3711419"/>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5</a:t>
            </a:r>
          </a:p>
        </p:txBody>
      </p:sp>
      <p:sp>
        <p:nvSpPr>
          <p:cNvPr id="166" name="TextBox 165">
            <a:extLst>
              <a:ext uri="{FF2B5EF4-FFF2-40B4-BE49-F238E27FC236}">
                <a16:creationId xmlns:a16="http://schemas.microsoft.com/office/drawing/2014/main" id="{599AEE7A-3830-C7CB-AF8C-7DB0AA50500F}"/>
              </a:ext>
            </a:extLst>
          </p:cNvPr>
          <p:cNvSpPr txBox="1">
            <a:spLocks/>
          </p:cNvSpPr>
          <p:nvPr>
            <p:custDataLst>
              <p:tags r:id="rId28"/>
            </p:custDataLst>
          </p:nvPr>
        </p:nvSpPr>
        <p:spPr>
          <a:xfrm>
            <a:off x="4175760" y="2414502"/>
            <a:ext cx="1092879"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High</a:t>
            </a:r>
          </a:p>
        </p:txBody>
      </p:sp>
      <p:sp>
        <p:nvSpPr>
          <p:cNvPr id="168" name="TextBox 167">
            <a:extLst>
              <a:ext uri="{FF2B5EF4-FFF2-40B4-BE49-F238E27FC236}">
                <a16:creationId xmlns:a16="http://schemas.microsoft.com/office/drawing/2014/main" id="{36D10194-A40A-A2E5-E7F3-E17543AD1DD2}"/>
              </a:ext>
            </a:extLst>
          </p:cNvPr>
          <p:cNvSpPr txBox="1"/>
          <p:nvPr>
            <p:custDataLst>
              <p:tags r:id="rId29"/>
            </p:custDataLst>
          </p:nvPr>
        </p:nvSpPr>
        <p:spPr>
          <a:xfrm>
            <a:off x="5511874" y="2414502"/>
            <a:ext cx="1092044"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R1</a:t>
            </a:r>
          </a:p>
        </p:txBody>
      </p:sp>
      <p:sp>
        <p:nvSpPr>
          <p:cNvPr id="167" name="TextBox 166">
            <a:extLst>
              <a:ext uri="{FF2B5EF4-FFF2-40B4-BE49-F238E27FC236}">
                <a16:creationId xmlns:a16="http://schemas.microsoft.com/office/drawing/2014/main" id="{B2B91820-3595-75B3-85CD-6549FF4A8783}"/>
              </a:ext>
            </a:extLst>
          </p:cNvPr>
          <p:cNvSpPr txBox="1"/>
          <p:nvPr>
            <p:custDataLst>
              <p:tags r:id="rId30"/>
            </p:custDataLst>
          </p:nvPr>
        </p:nvSpPr>
        <p:spPr>
          <a:xfrm>
            <a:off x="8815847" y="2376998"/>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a:t>
            </a:r>
          </a:p>
        </p:txBody>
      </p:sp>
      <p:sp>
        <p:nvSpPr>
          <p:cNvPr id="202" name="TextBox 201">
            <a:extLst>
              <a:ext uri="{FF2B5EF4-FFF2-40B4-BE49-F238E27FC236}">
                <a16:creationId xmlns:a16="http://schemas.microsoft.com/office/drawing/2014/main" id="{1B8A2631-B148-CD73-F051-CDF89B1463A7}"/>
              </a:ext>
            </a:extLst>
          </p:cNvPr>
          <p:cNvSpPr txBox="1"/>
          <p:nvPr>
            <p:custDataLst>
              <p:tags r:id="rId31"/>
            </p:custDataLst>
          </p:nvPr>
        </p:nvSpPr>
        <p:spPr>
          <a:xfrm>
            <a:off x="6982091" y="2376998"/>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15</a:t>
            </a:r>
          </a:p>
        </p:txBody>
      </p:sp>
      <p:sp>
        <p:nvSpPr>
          <p:cNvPr id="219" name="TextBox 218">
            <a:extLst>
              <a:ext uri="{FF2B5EF4-FFF2-40B4-BE49-F238E27FC236}">
                <a16:creationId xmlns:a16="http://schemas.microsoft.com/office/drawing/2014/main" id="{FF8944DC-16B4-2B96-7306-A6F406873D1C}"/>
              </a:ext>
            </a:extLst>
          </p:cNvPr>
          <p:cNvSpPr txBox="1"/>
          <p:nvPr>
            <p:custDataLst>
              <p:tags r:id="rId32"/>
            </p:custDataLst>
          </p:nvPr>
        </p:nvSpPr>
        <p:spPr>
          <a:xfrm>
            <a:off x="10450418" y="2376998"/>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15</a:t>
            </a:r>
          </a:p>
        </p:txBody>
      </p:sp>
      <p:sp>
        <p:nvSpPr>
          <p:cNvPr id="209" name="TextBox 208">
            <a:extLst>
              <a:ext uri="{FF2B5EF4-FFF2-40B4-BE49-F238E27FC236}">
                <a16:creationId xmlns:a16="http://schemas.microsoft.com/office/drawing/2014/main" id="{D393DB46-CC5B-CD3A-4F3B-08BE13D25867}"/>
              </a:ext>
            </a:extLst>
          </p:cNvPr>
          <p:cNvSpPr txBox="1">
            <a:spLocks/>
          </p:cNvSpPr>
          <p:nvPr>
            <p:custDataLst>
              <p:tags r:id="rId33"/>
            </p:custDataLst>
          </p:nvPr>
        </p:nvSpPr>
        <p:spPr>
          <a:xfrm>
            <a:off x="4175760" y="4193730"/>
            <a:ext cx="1092879"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Medium </a:t>
            </a:r>
          </a:p>
        </p:txBody>
      </p:sp>
      <p:sp>
        <p:nvSpPr>
          <p:cNvPr id="210" name="TextBox 209">
            <a:extLst>
              <a:ext uri="{FF2B5EF4-FFF2-40B4-BE49-F238E27FC236}">
                <a16:creationId xmlns:a16="http://schemas.microsoft.com/office/drawing/2014/main" id="{AF78B828-E7B1-0542-0375-C6CB64FB713A}"/>
              </a:ext>
            </a:extLst>
          </p:cNvPr>
          <p:cNvSpPr txBox="1"/>
          <p:nvPr>
            <p:custDataLst>
              <p:tags r:id="rId34"/>
            </p:custDataLst>
          </p:nvPr>
        </p:nvSpPr>
        <p:spPr>
          <a:xfrm>
            <a:off x="5511874" y="4193730"/>
            <a:ext cx="1092044"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mn-cs"/>
              </a:rPr>
              <a:t>R4</a:t>
            </a:r>
          </a:p>
        </p:txBody>
      </p:sp>
      <p:sp>
        <p:nvSpPr>
          <p:cNvPr id="212" name="TextBox 211">
            <a:extLst>
              <a:ext uri="{FF2B5EF4-FFF2-40B4-BE49-F238E27FC236}">
                <a16:creationId xmlns:a16="http://schemas.microsoft.com/office/drawing/2014/main" id="{C99E727D-19AD-7200-DEE4-606220D4A7E4}"/>
              </a:ext>
            </a:extLst>
          </p:cNvPr>
          <p:cNvSpPr txBox="1"/>
          <p:nvPr>
            <p:custDataLst>
              <p:tags r:id="rId35"/>
            </p:custDataLst>
          </p:nvPr>
        </p:nvSpPr>
        <p:spPr>
          <a:xfrm>
            <a:off x="8815847" y="4156226"/>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4</a:t>
            </a:r>
          </a:p>
        </p:txBody>
      </p:sp>
      <p:sp>
        <p:nvSpPr>
          <p:cNvPr id="213" name="TextBox 212">
            <a:extLst>
              <a:ext uri="{FF2B5EF4-FFF2-40B4-BE49-F238E27FC236}">
                <a16:creationId xmlns:a16="http://schemas.microsoft.com/office/drawing/2014/main" id="{F71E2CE3-213C-5096-7833-CA471F0538D0}"/>
              </a:ext>
            </a:extLst>
          </p:cNvPr>
          <p:cNvSpPr txBox="1"/>
          <p:nvPr>
            <p:custDataLst>
              <p:tags r:id="rId36"/>
            </p:custDataLst>
          </p:nvPr>
        </p:nvSpPr>
        <p:spPr>
          <a:xfrm>
            <a:off x="6982091" y="4156226"/>
            <a:ext cx="1049432" cy="259675"/>
          </a:xfrm>
          <a:prstGeom prst="ellipse">
            <a:avLst/>
          </a:prstGeom>
          <a:ln w="6350">
            <a:solidFill>
              <a:schemeClr val="accent1"/>
            </a:solidFill>
          </a:ln>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15 </a:t>
            </a:r>
          </a:p>
        </p:txBody>
      </p:sp>
      <p:sp>
        <p:nvSpPr>
          <p:cNvPr id="220" name="TextBox 219">
            <a:extLst>
              <a:ext uri="{FF2B5EF4-FFF2-40B4-BE49-F238E27FC236}">
                <a16:creationId xmlns:a16="http://schemas.microsoft.com/office/drawing/2014/main" id="{BBBE552F-80B9-05B3-4EE1-4FBF42DD5BA8}"/>
              </a:ext>
            </a:extLst>
          </p:cNvPr>
          <p:cNvSpPr txBox="1">
            <a:spLocks/>
          </p:cNvSpPr>
          <p:nvPr>
            <p:custDataLst>
              <p:tags r:id="rId37"/>
            </p:custDataLst>
          </p:nvPr>
        </p:nvSpPr>
        <p:spPr>
          <a:xfrm>
            <a:off x="10450418" y="4136819"/>
            <a:ext cx="1049432" cy="298489"/>
          </a:xfrm>
          <a:prstGeom prst="ellipse">
            <a:avLst/>
          </a:prstGeom>
          <a:ln w="6350">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a:cs typeface="+mn-cs"/>
              </a:rPr>
              <a:t>15 </a:t>
            </a:r>
          </a:p>
        </p:txBody>
      </p:sp>
      <p:sp>
        <p:nvSpPr>
          <p:cNvPr id="221" name="TextBox 220">
            <a:extLst>
              <a:ext uri="{FF2B5EF4-FFF2-40B4-BE49-F238E27FC236}">
                <a16:creationId xmlns:a16="http://schemas.microsoft.com/office/drawing/2014/main" id="{B909AB63-9DA2-36F2-2CF4-C622369E7E2D}"/>
              </a:ext>
            </a:extLst>
          </p:cNvPr>
          <p:cNvSpPr txBox="1">
            <a:spLocks/>
          </p:cNvSpPr>
          <p:nvPr>
            <p:custDataLst>
              <p:tags r:id="rId38"/>
            </p:custDataLst>
          </p:nvPr>
        </p:nvSpPr>
        <p:spPr>
          <a:xfrm>
            <a:off x="10450418" y="4581626"/>
            <a:ext cx="1049432" cy="298489"/>
          </a:xfrm>
          <a:prstGeom prst="ellipse">
            <a:avLst/>
          </a:prstGeom>
          <a:solidFill>
            <a:schemeClr val="accent1"/>
          </a:solidFill>
          <a:ln>
            <a:noFill/>
          </a:ln>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pPr>
            <a:r>
              <a:rPr lang="en-US" sz="1200" b="1">
                <a:solidFill>
                  <a:schemeClr val="bg1"/>
                </a:solidFill>
                <a:cs typeface="+mn-cs"/>
              </a:rPr>
              <a:t>95</a:t>
            </a:r>
          </a:p>
        </p:txBody>
      </p:sp>
      <p:sp>
        <p:nvSpPr>
          <p:cNvPr id="223" name="TextBox 222">
            <a:extLst>
              <a:ext uri="{FF2B5EF4-FFF2-40B4-BE49-F238E27FC236}">
                <a16:creationId xmlns:a16="http://schemas.microsoft.com/office/drawing/2014/main" id="{9F4AF253-BF16-95B2-CEE3-180B8AF4039D}"/>
              </a:ext>
            </a:extLst>
          </p:cNvPr>
          <p:cNvSpPr txBox="1">
            <a:spLocks/>
          </p:cNvSpPr>
          <p:nvPr>
            <p:custDataLst>
              <p:tags r:id="rId39"/>
            </p:custDataLst>
          </p:nvPr>
        </p:nvSpPr>
        <p:spPr>
          <a:xfrm>
            <a:off x="10450418" y="5026433"/>
            <a:ext cx="1049432" cy="298489"/>
          </a:xfrm>
          <a:prstGeom prst="ellipse">
            <a:avLst/>
          </a:prstGeom>
          <a:solidFill>
            <a:schemeClr val="accent1"/>
          </a:solidFill>
          <a:ln>
            <a:noFill/>
          </a:ln>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buNone/>
            </a:pPr>
            <a:r>
              <a:rPr lang="en-US" sz="1200" b="1">
                <a:solidFill>
                  <a:schemeClr val="bg1"/>
                </a:solidFill>
                <a:cs typeface="+mn-cs"/>
              </a:rPr>
              <a:t>20</a:t>
            </a:r>
          </a:p>
        </p:txBody>
      </p:sp>
      <p:sp>
        <p:nvSpPr>
          <p:cNvPr id="333" name="TextBox 332">
            <a:extLst>
              <a:ext uri="{FF2B5EF4-FFF2-40B4-BE49-F238E27FC236}">
                <a16:creationId xmlns:a16="http://schemas.microsoft.com/office/drawing/2014/main" id="{F9E35E06-357B-1261-5E0D-04A3071BBC43}"/>
              </a:ext>
            </a:extLst>
          </p:cNvPr>
          <p:cNvSpPr txBox="1">
            <a:spLocks/>
          </p:cNvSpPr>
          <p:nvPr>
            <p:custDataLst>
              <p:tags r:id="rId40"/>
            </p:custDataLst>
          </p:nvPr>
        </p:nvSpPr>
        <p:spPr>
          <a:xfrm>
            <a:off x="10450418" y="5471240"/>
            <a:ext cx="1049432" cy="298489"/>
          </a:xfrm>
          <a:prstGeom prst="ellipse">
            <a:avLst/>
          </a:prstGeom>
          <a:solidFill>
            <a:schemeClr val="accent1"/>
          </a:solidFill>
          <a:ln>
            <a:noFill/>
          </a:ln>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buNone/>
            </a:pPr>
            <a:r>
              <a:rPr lang="en-US" sz="1200" b="1">
                <a:solidFill>
                  <a:schemeClr val="bg1"/>
                </a:solidFill>
                <a:cs typeface="+mn-cs"/>
              </a:rPr>
              <a:t>120</a:t>
            </a:r>
          </a:p>
        </p:txBody>
      </p:sp>
      <p:sp>
        <p:nvSpPr>
          <p:cNvPr id="335" name="TextBox 334">
            <a:extLst>
              <a:ext uri="{FF2B5EF4-FFF2-40B4-BE49-F238E27FC236}">
                <a16:creationId xmlns:a16="http://schemas.microsoft.com/office/drawing/2014/main" id="{50958700-CE54-5DBC-A652-904B61D71F29}"/>
              </a:ext>
            </a:extLst>
          </p:cNvPr>
          <p:cNvSpPr txBox="1">
            <a:spLocks/>
          </p:cNvSpPr>
          <p:nvPr>
            <p:custDataLst>
              <p:tags r:id="rId41"/>
            </p:custDataLst>
          </p:nvPr>
        </p:nvSpPr>
        <p:spPr>
          <a:xfrm>
            <a:off x="10450418" y="5916046"/>
            <a:ext cx="1049432" cy="298489"/>
          </a:xfrm>
          <a:prstGeom prst="ellipse">
            <a:avLst/>
          </a:prstGeom>
          <a:solidFill>
            <a:schemeClr val="accent1"/>
          </a:solidFill>
          <a:ln>
            <a:noFill/>
          </a:ln>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2"/>
              </a:buClr>
              <a:buNone/>
            </a:pPr>
            <a:r>
              <a:rPr lang="en-US" sz="1200" b="1">
                <a:solidFill>
                  <a:schemeClr val="bg1"/>
                </a:solidFill>
                <a:cs typeface="+mn-cs"/>
              </a:rPr>
              <a:t>5</a:t>
            </a:r>
          </a:p>
        </p:txBody>
      </p:sp>
      <p:grpSp>
        <p:nvGrpSpPr>
          <p:cNvPr id="95" name="Group 94">
            <a:extLst>
              <a:ext uri="{FF2B5EF4-FFF2-40B4-BE49-F238E27FC236}">
                <a16:creationId xmlns:a16="http://schemas.microsoft.com/office/drawing/2014/main" id="{DC6CB56E-B4D9-C971-8FF4-5C8CE669943E}"/>
              </a:ext>
            </a:extLst>
          </p:cNvPr>
          <p:cNvGrpSpPr/>
          <p:nvPr/>
        </p:nvGrpSpPr>
        <p:grpSpPr>
          <a:xfrm>
            <a:off x="4175759" y="4638538"/>
            <a:ext cx="5836921" cy="1519086"/>
            <a:chOff x="4175759" y="4638538"/>
            <a:chExt cx="5898214" cy="1519086"/>
          </a:xfrm>
        </p:grpSpPr>
        <p:sp>
          <p:nvSpPr>
            <p:cNvPr id="222" name="TextBox 221">
              <a:extLst>
                <a:ext uri="{FF2B5EF4-FFF2-40B4-BE49-F238E27FC236}">
                  <a16:creationId xmlns:a16="http://schemas.microsoft.com/office/drawing/2014/main" id="{8A9D8732-1A80-72C8-426A-E475F6E610F8}"/>
                </a:ext>
              </a:extLst>
            </p:cNvPr>
            <p:cNvSpPr txBox="1">
              <a:spLocks/>
            </p:cNvSpPr>
            <p:nvPr>
              <p:custDataLst>
                <p:tags r:id="rId47"/>
              </p:custDataLst>
            </p:nvPr>
          </p:nvSpPr>
          <p:spPr>
            <a:xfrm>
              <a:off x="4175759" y="4638538"/>
              <a:ext cx="5898214"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Total capacity utilized </a:t>
              </a:r>
            </a:p>
          </p:txBody>
        </p:sp>
        <p:sp>
          <p:nvSpPr>
            <p:cNvPr id="224" name="TextBox 223">
              <a:extLst>
                <a:ext uri="{FF2B5EF4-FFF2-40B4-BE49-F238E27FC236}">
                  <a16:creationId xmlns:a16="http://schemas.microsoft.com/office/drawing/2014/main" id="{6BCB0BE2-754E-6758-03A0-50F215E20534}"/>
                </a:ext>
              </a:extLst>
            </p:cNvPr>
            <p:cNvSpPr txBox="1">
              <a:spLocks/>
            </p:cNvSpPr>
            <p:nvPr>
              <p:custDataLst>
                <p:tags r:id="rId48"/>
              </p:custDataLst>
            </p:nvPr>
          </p:nvSpPr>
          <p:spPr>
            <a:xfrm>
              <a:off x="4175759" y="5083344"/>
              <a:ext cx="5898214"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Total buffer needed for ad-hoc work</a:t>
              </a:r>
            </a:p>
          </p:txBody>
        </p:sp>
        <p:sp>
          <p:nvSpPr>
            <p:cNvPr id="334" name="TextBox 333">
              <a:extLst>
                <a:ext uri="{FF2B5EF4-FFF2-40B4-BE49-F238E27FC236}">
                  <a16:creationId xmlns:a16="http://schemas.microsoft.com/office/drawing/2014/main" id="{04107CA3-3C39-A444-F23E-41BF07FC49DC}"/>
                </a:ext>
              </a:extLst>
            </p:cNvPr>
            <p:cNvSpPr txBox="1">
              <a:spLocks/>
            </p:cNvSpPr>
            <p:nvPr>
              <p:custDataLst>
                <p:tags r:id="rId49"/>
              </p:custDataLst>
            </p:nvPr>
          </p:nvSpPr>
          <p:spPr>
            <a:xfrm>
              <a:off x="4175759" y="5528152"/>
              <a:ext cx="5898214"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cs typeface="+mn-cs"/>
                </a:rPr>
                <a:t>Total capacity available  </a:t>
              </a:r>
            </a:p>
          </p:txBody>
        </p:sp>
        <p:sp>
          <p:nvSpPr>
            <p:cNvPr id="336" name="TextBox 335">
              <a:extLst>
                <a:ext uri="{FF2B5EF4-FFF2-40B4-BE49-F238E27FC236}">
                  <a16:creationId xmlns:a16="http://schemas.microsoft.com/office/drawing/2014/main" id="{A2691D46-3FAE-659E-2E5A-BF866C91C583}"/>
                </a:ext>
              </a:extLst>
            </p:cNvPr>
            <p:cNvSpPr txBox="1">
              <a:spLocks/>
            </p:cNvSpPr>
            <p:nvPr>
              <p:custDataLst>
                <p:tags r:id="rId50"/>
              </p:custDataLst>
            </p:nvPr>
          </p:nvSpPr>
          <p:spPr>
            <a:xfrm>
              <a:off x="4175759" y="5972958"/>
              <a:ext cx="5898214" cy="184666"/>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cs typeface="+mn-cs"/>
                </a:rPr>
                <a:t>Total capacity unused </a:t>
              </a:r>
            </a:p>
          </p:txBody>
        </p:sp>
      </p:grpSp>
      <p:cxnSp>
        <p:nvCxnSpPr>
          <p:cNvPr id="338" name="Straight Connector 337">
            <a:extLst>
              <a:ext uri="{FF2B5EF4-FFF2-40B4-BE49-F238E27FC236}">
                <a16:creationId xmlns:a16="http://schemas.microsoft.com/office/drawing/2014/main" id="{C93806CC-8200-0EA9-6DC2-1D65E7434CDD}"/>
              </a:ext>
            </a:extLst>
          </p:cNvPr>
          <p:cNvCxnSpPr>
            <a:cxnSpLocks/>
          </p:cNvCxnSpPr>
          <p:nvPr>
            <p:custDataLst>
              <p:tags r:id="rId42"/>
            </p:custDataLst>
          </p:nvPr>
        </p:nvCxnSpPr>
        <p:spPr>
          <a:xfrm>
            <a:off x="4175761" y="4508467"/>
            <a:ext cx="7455754" cy="0"/>
          </a:xfrm>
          <a:prstGeom prst="line">
            <a:avLst/>
          </a:prstGeom>
          <a:ln w="6350" cap="flat">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938D823C-7E48-74DA-02BF-704A68433CD2}"/>
              </a:ext>
            </a:extLst>
          </p:cNvPr>
          <p:cNvCxnSpPr>
            <a:cxnSpLocks/>
          </p:cNvCxnSpPr>
          <p:nvPr>
            <p:custDataLst>
              <p:tags r:id="rId43"/>
            </p:custDataLst>
          </p:nvPr>
        </p:nvCxnSpPr>
        <p:spPr>
          <a:xfrm>
            <a:off x="4175761" y="4953274"/>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5CD3D76-8107-DA86-D63E-005138F43079}"/>
              </a:ext>
            </a:extLst>
          </p:cNvPr>
          <p:cNvCxnSpPr>
            <a:cxnSpLocks/>
          </p:cNvCxnSpPr>
          <p:nvPr>
            <p:custDataLst>
              <p:tags r:id="rId44"/>
            </p:custDataLst>
          </p:nvPr>
        </p:nvCxnSpPr>
        <p:spPr>
          <a:xfrm>
            <a:off x="4175761" y="5398081"/>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95FA2778-A66A-E053-2892-E606F05BFB89}"/>
              </a:ext>
            </a:extLst>
          </p:cNvPr>
          <p:cNvCxnSpPr>
            <a:cxnSpLocks/>
          </p:cNvCxnSpPr>
          <p:nvPr>
            <p:custDataLst>
              <p:tags r:id="rId45"/>
            </p:custDataLst>
          </p:nvPr>
        </p:nvCxnSpPr>
        <p:spPr>
          <a:xfrm>
            <a:off x="4175761" y="5842888"/>
            <a:ext cx="745575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4" name="TextBox 353">
            <a:extLst>
              <a:ext uri="{FF2B5EF4-FFF2-40B4-BE49-F238E27FC236}">
                <a16:creationId xmlns:a16="http://schemas.microsoft.com/office/drawing/2014/main" id="{733C09F6-33DA-D00A-8119-4998F6D0C8B9}"/>
              </a:ext>
            </a:extLst>
          </p:cNvPr>
          <p:cNvSpPr txBox="1">
            <a:spLocks/>
          </p:cNvSpPr>
          <p:nvPr/>
        </p:nvSpPr>
        <p:spPr>
          <a:xfrm>
            <a:off x="4175760" y="991504"/>
            <a:ext cx="7455754" cy="684803"/>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1400" b="1" dirty="0">
                <a:cs typeface="+mn-cs"/>
              </a:rPr>
              <a:t>Priority and effort estimates of each demand will help allocate development capacity without over/under-burdening the IT team</a:t>
            </a:r>
          </a:p>
          <a:p>
            <a:pPr>
              <a:spcBef>
                <a:spcPts val="0"/>
              </a:spcBef>
            </a:pPr>
            <a:r>
              <a:rPr lang="en-US" sz="1400" i="1" dirty="0">
                <a:cs typeface="+mn-cs"/>
              </a:rPr>
              <a:t>Illustrative output from requirement pipeline discussion </a:t>
            </a:r>
          </a:p>
        </p:txBody>
      </p:sp>
      <p:cxnSp>
        <p:nvCxnSpPr>
          <p:cNvPr id="355" name="LineBasicStrong 25">
            <a:extLst>
              <a:ext uri="{FF2B5EF4-FFF2-40B4-BE49-F238E27FC236}">
                <a16:creationId xmlns:a16="http://schemas.microsoft.com/office/drawing/2014/main" id="{013A89C6-0DAA-77A6-B99D-F17A2299968E}"/>
              </a:ext>
            </a:extLst>
          </p:cNvPr>
          <p:cNvCxnSpPr>
            <a:cxnSpLocks/>
          </p:cNvCxnSpPr>
          <p:nvPr>
            <p:custDataLst>
              <p:tags r:id="rId46"/>
            </p:custDataLst>
          </p:nvPr>
        </p:nvCxnSpPr>
        <p:spPr>
          <a:xfrm>
            <a:off x="4175760" y="1704015"/>
            <a:ext cx="7455754"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1" name="Sticker">
            <a:extLst>
              <a:ext uri="{FF2B5EF4-FFF2-40B4-BE49-F238E27FC236}">
                <a16:creationId xmlns:a16="http://schemas.microsoft.com/office/drawing/2014/main" id="{25688137-389D-8894-CD03-20210245099E}"/>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t>ILLUSTRATIVE</a:t>
            </a:r>
          </a:p>
        </p:txBody>
      </p:sp>
    </p:spTree>
    <p:extLst>
      <p:ext uri="{BB962C8B-B14F-4D97-AF65-F5344CB8AC3E}">
        <p14:creationId xmlns:p14="http://schemas.microsoft.com/office/powerpoint/2010/main" val="184328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Object 2" hidden="1">
            <a:extLst>
              <a:ext uri="{FF2B5EF4-FFF2-40B4-BE49-F238E27FC236}">
                <a16:creationId xmlns:a16="http://schemas.microsoft.com/office/drawing/2014/main" id="{BF595FCF-9CEE-45C6-B965-7D4127C271CD}"/>
              </a:ext>
            </a:extLst>
          </p:cNvPr>
          <p:cNvGraphicFramePr>
            <a:graphicFrameLocks noChangeAspect="1"/>
          </p:cNvGraphicFramePr>
          <p:nvPr>
            <p:custDataLst>
              <p:tags r:id="rId2"/>
            </p:custDataLst>
            <p:extLst>
              <p:ext uri="{D42A27DB-BD31-4B8C-83A1-F6EECF244321}">
                <p14:modId xmlns:p14="http://schemas.microsoft.com/office/powerpoint/2010/main" val="32403620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35" name="Object 2" hidden="1">
                        <a:extLst>
                          <a:ext uri="{FF2B5EF4-FFF2-40B4-BE49-F238E27FC236}">
                            <a16:creationId xmlns:a16="http://schemas.microsoft.com/office/drawing/2014/main" id="{BF595FCF-9CEE-45C6-B965-7D4127C271C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A8E29036-1A99-4D93-A805-5CB06B7D5370}"/>
              </a:ext>
            </a:extLst>
          </p:cNvPr>
          <p:cNvSpPr>
            <a:spLocks noGrp="1"/>
          </p:cNvSpPr>
          <p:nvPr>
            <p:ph type="title"/>
            <p:custDataLst>
              <p:tags r:id="rId3"/>
            </p:custDataLst>
          </p:nvPr>
        </p:nvSpPr>
        <p:spPr>
          <a:xfrm>
            <a:off x="554736" y="1600118"/>
            <a:ext cx="2514600" cy="3046988"/>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4. Assurance team should enable process visibility and demand backlog grooming by generating regular MIS reports </a:t>
            </a:r>
            <a:endParaRPr lang="en-CA" dirty="0"/>
          </a:p>
        </p:txBody>
      </p:sp>
      <p:cxnSp>
        <p:nvCxnSpPr>
          <p:cNvPr id="53" name="Straight Connector 52">
            <a:extLst>
              <a:ext uri="{FF2B5EF4-FFF2-40B4-BE49-F238E27FC236}">
                <a16:creationId xmlns:a16="http://schemas.microsoft.com/office/drawing/2014/main" id="{7FD2434B-CF2D-4E17-BC88-0BEBC4313596}"/>
              </a:ext>
            </a:extLst>
          </p:cNvPr>
          <p:cNvCxnSpPr>
            <a:cxnSpLocks/>
          </p:cNvCxnSpPr>
          <p:nvPr>
            <p:custDataLst>
              <p:tags r:id="rId4"/>
            </p:custDataLst>
          </p:nvPr>
        </p:nvCxnSpPr>
        <p:spPr>
          <a:xfrm>
            <a:off x="3787846" y="1324593"/>
            <a:ext cx="784854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7D995B6-A762-4D1E-A7CD-70B622623DCB}"/>
              </a:ext>
            </a:extLst>
          </p:cNvPr>
          <p:cNvSpPr txBox="1">
            <a:spLocks/>
          </p:cNvSpPr>
          <p:nvPr/>
        </p:nvSpPr>
        <p:spPr>
          <a:xfrm>
            <a:off x="3787846" y="1001150"/>
            <a:ext cx="7848548"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dirty="0">
                <a:cs typeface="+mn-cs"/>
              </a:rPr>
              <a:t>Demand backlog grooming principles</a:t>
            </a:r>
          </a:p>
        </p:txBody>
      </p:sp>
      <p:sp>
        <p:nvSpPr>
          <p:cNvPr id="64" name="TextBox 63">
            <a:extLst>
              <a:ext uri="{FF2B5EF4-FFF2-40B4-BE49-F238E27FC236}">
                <a16:creationId xmlns:a16="http://schemas.microsoft.com/office/drawing/2014/main" id="{5CF2AB91-948A-48B9-AC11-33F1B4498938}"/>
              </a:ext>
            </a:extLst>
          </p:cNvPr>
          <p:cNvSpPr txBox="1">
            <a:spLocks/>
          </p:cNvSpPr>
          <p:nvPr/>
        </p:nvSpPr>
        <p:spPr>
          <a:xfrm>
            <a:off x="3787846" y="4224492"/>
            <a:ext cx="7848548"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dirty="0">
                <a:cs typeface="+mn-cs"/>
              </a:rPr>
              <a:t>Key MIS reports sent to leadership</a:t>
            </a:r>
          </a:p>
        </p:txBody>
      </p:sp>
      <p:cxnSp>
        <p:nvCxnSpPr>
          <p:cNvPr id="14" name="Straight Connector 13">
            <a:extLst>
              <a:ext uri="{FF2B5EF4-FFF2-40B4-BE49-F238E27FC236}">
                <a16:creationId xmlns:a16="http://schemas.microsoft.com/office/drawing/2014/main" id="{EDC891E7-EF6A-97A2-047C-E63D8A942EB1}"/>
              </a:ext>
            </a:extLst>
          </p:cNvPr>
          <p:cNvCxnSpPr>
            <a:cxnSpLocks/>
          </p:cNvCxnSpPr>
          <p:nvPr>
            <p:custDataLst>
              <p:tags r:id="rId5"/>
            </p:custDataLst>
          </p:nvPr>
        </p:nvCxnSpPr>
        <p:spPr>
          <a:xfrm>
            <a:off x="3787846" y="4563286"/>
            <a:ext cx="784854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7" name="CustomIcon">
            <a:extLst>
              <a:ext uri="{FF2B5EF4-FFF2-40B4-BE49-F238E27FC236}">
                <a16:creationId xmlns:a16="http://schemas.microsoft.com/office/drawing/2014/main" id="{A194CD4C-B99C-79EE-7E51-DE80B89FF638}"/>
              </a:ext>
            </a:extLst>
          </p:cNvPr>
          <p:cNvPicPr>
            <a:picLocks noChangeAspect="1"/>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11026794" y="668549"/>
            <a:ext cx="609600" cy="609600"/>
          </a:xfrm>
          <a:prstGeom prst="rect">
            <a:avLst/>
          </a:prstGeom>
        </p:spPr>
      </p:pic>
      <p:pic>
        <p:nvPicPr>
          <p:cNvPr id="19" name="CustomIcon">
            <a:extLst>
              <a:ext uri="{FF2B5EF4-FFF2-40B4-BE49-F238E27FC236}">
                <a16:creationId xmlns:a16="http://schemas.microsoft.com/office/drawing/2014/main" id="{F1C9BF32-21A2-117B-A235-7595257EE4F8}"/>
              </a:ext>
            </a:extLst>
          </p:cNvPr>
          <p:cNvPicPr>
            <a:picLocks noChangeAspect="1"/>
          </p:cNvPicPr>
          <p:nvPr>
            <p:custDataLst>
              <p:tags r:id="rId7"/>
            </p:custDataLst>
          </p:nvPr>
        </p:nvPicPr>
        <p:blipFill>
          <a:blip>
            <a:extLst>
              <a:ext uri="{96DAC541-7B7A-43D3-8B79-37D633B846F1}">
                <asvg:svgBlip xmlns:asvg="http://schemas.microsoft.com/office/drawing/2016/SVG/main" r:embed="rId15"/>
              </a:ext>
            </a:extLst>
          </a:blip>
          <a:stretch>
            <a:fillRect/>
          </a:stretch>
        </p:blipFill>
        <p:spPr>
          <a:xfrm>
            <a:off x="11026794" y="3891891"/>
            <a:ext cx="609600" cy="609600"/>
          </a:xfrm>
          <a:prstGeom prst="rect">
            <a:avLst/>
          </a:prstGeom>
        </p:spPr>
      </p:pic>
      <p:sp>
        <p:nvSpPr>
          <p:cNvPr id="15" name="Sticker">
            <a:extLst>
              <a:ext uri="{FF2B5EF4-FFF2-40B4-BE49-F238E27FC236}">
                <a16:creationId xmlns:a16="http://schemas.microsoft.com/office/drawing/2014/main" id="{CFD31BD3-FC05-0941-834E-DD146309A83D}"/>
              </a:ext>
            </a:extLst>
          </p:cNvPr>
          <p:cNvSpPr txBox="1"/>
          <p:nvPr/>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t>ILLUSTRATIVE</a:t>
            </a:r>
          </a:p>
        </p:txBody>
      </p:sp>
      <p:sp>
        <p:nvSpPr>
          <p:cNvPr id="22" name="TextBox 21">
            <a:extLst>
              <a:ext uri="{FF2B5EF4-FFF2-40B4-BE49-F238E27FC236}">
                <a16:creationId xmlns:a16="http://schemas.microsoft.com/office/drawing/2014/main" id="{37DEBB3D-F154-98D9-D9E2-0A803697F5D1}"/>
              </a:ext>
            </a:extLst>
          </p:cNvPr>
          <p:cNvSpPr txBox="1">
            <a:spLocks/>
          </p:cNvSpPr>
          <p:nvPr>
            <p:custDataLst>
              <p:tags r:id="rId8"/>
            </p:custDataLst>
          </p:nvPr>
        </p:nvSpPr>
        <p:spPr>
          <a:xfrm>
            <a:off x="3787846" y="1375007"/>
            <a:ext cx="7848548" cy="23493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800"/>
              </a:spcBef>
            </a:pPr>
            <a:r>
              <a:rPr lang="en-US" dirty="0">
                <a:latin typeface="+mn-lt"/>
                <a:ea typeface="+mn-ea"/>
                <a:cs typeface="+mn-cs"/>
              </a:rPr>
              <a:t>Demand backlog grooming refers to the process of </a:t>
            </a:r>
            <a:r>
              <a:rPr lang="en-US" b="1" dirty="0">
                <a:latin typeface="+mn-lt"/>
                <a:ea typeface="+mn-ea"/>
                <a:cs typeface="+mn-cs"/>
              </a:rPr>
              <a:t>cleaning up old, open demands </a:t>
            </a:r>
            <a:r>
              <a:rPr lang="en-US" dirty="0">
                <a:latin typeface="+mn-lt"/>
                <a:ea typeface="+mn-ea"/>
                <a:cs typeface="+mn-cs"/>
              </a:rPr>
              <a:t>from the demand trackers to enable cleaner discussions </a:t>
            </a:r>
          </a:p>
          <a:p>
            <a:pPr>
              <a:spcBef>
                <a:spcPts val="800"/>
              </a:spcBef>
            </a:pPr>
            <a:r>
              <a:rPr lang="en-US" dirty="0">
                <a:latin typeface="+mn-lt"/>
                <a:ea typeface="+mn-ea"/>
                <a:cs typeface="+mn-cs"/>
              </a:rPr>
              <a:t>Following principles can be adopted to identify demands </a:t>
            </a:r>
            <a:r>
              <a:rPr lang="en-US" b="1" dirty="0">
                <a:latin typeface="+mn-lt"/>
                <a:ea typeface="+mn-ea"/>
                <a:cs typeface="+mn-cs"/>
              </a:rPr>
              <a:t>which need to be dropped from discussions: </a:t>
            </a:r>
          </a:p>
          <a:p>
            <a:pPr lvl="1">
              <a:spcBef>
                <a:spcPts val="400"/>
              </a:spcBef>
            </a:pPr>
            <a:r>
              <a:rPr lang="en-US" dirty="0">
                <a:latin typeface="+mn-lt"/>
                <a:ea typeface="+mn-ea"/>
                <a:cs typeface="+mn-cs"/>
              </a:rPr>
              <a:t>Open demands, which haven’t been taken into execution since &gt; &lt;X&gt; days </a:t>
            </a:r>
          </a:p>
          <a:p>
            <a:pPr lvl="1">
              <a:spcBef>
                <a:spcPts val="400"/>
              </a:spcBef>
            </a:pPr>
            <a:r>
              <a:rPr lang="en-US" dirty="0">
                <a:latin typeface="+mn-lt"/>
                <a:ea typeface="+mn-ea"/>
                <a:cs typeface="+mn-cs"/>
              </a:rPr>
              <a:t>Open demands, which have been taken into execution, but have been put “on hold” (e.g., due to changes in business needs) for &gt; &lt;X&gt; days </a:t>
            </a:r>
          </a:p>
          <a:p>
            <a:pPr lvl="1">
              <a:spcBef>
                <a:spcPts val="400"/>
              </a:spcBef>
            </a:pPr>
            <a:r>
              <a:rPr lang="en-US" dirty="0">
                <a:latin typeface="+mn-lt"/>
                <a:ea typeface="+mn-ea"/>
                <a:cs typeface="+mn-cs"/>
              </a:rPr>
              <a:t>“High-priority” open demands, which haven’t been taken into execution since &gt; &lt;X&gt; days </a:t>
            </a:r>
            <a:br>
              <a:rPr lang="en-US" dirty="0">
                <a:latin typeface="+mn-lt"/>
                <a:ea typeface="+mn-ea"/>
                <a:cs typeface="+mn-cs"/>
              </a:rPr>
            </a:br>
            <a:r>
              <a:rPr lang="en-US" dirty="0">
                <a:latin typeface="+mn-lt"/>
                <a:ea typeface="+mn-ea"/>
                <a:cs typeface="+mn-cs"/>
              </a:rPr>
              <a:t>(starved demands) </a:t>
            </a:r>
          </a:p>
        </p:txBody>
      </p:sp>
      <p:sp>
        <p:nvSpPr>
          <p:cNvPr id="24" name="TextBox 23">
            <a:extLst>
              <a:ext uri="{FF2B5EF4-FFF2-40B4-BE49-F238E27FC236}">
                <a16:creationId xmlns:a16="http://schemas.microsoft.com/office/drawing/2014/main" id="{16433A60-22D3-4666-990A-DA5277F69D86}"/>
              </a:ext>
            </a:extLst>
          </p:cNvPr>
          <p:cNvSpPr txBox="1">
            <a:spLocks/>
          </p:cNvSpPr>
          <p:nvPr>
            <p:custDataLst>
              <p:tags r:id="rId9"/>
            </p:custDataLst>
          </p:nvPr>
        </p:nvSpPr>
        <p:spPr>
          <a:xfrm>
            <a:off x="3787846" y="4611147"/>
            <a:ext cx="7848548" cy="16517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800"/>
              </a:spcBef>
            </a:pPr>
            <a:r>
              <a:rPr lang="en-US" dirty="0">
                <a:latin typeface="+mn-lt"/>
                <a:ea typeface="+mn-ea"/>
                <a:cs typeface="+mn-cs"/>
              </a:rPr>
              <a:t>As a best practice, assurance team should generate following monthly reports to enable process visibility to senior management: </a:t>
            </a:r>
          </a:p>
          <a:p>
            <a:pPr lvl="1">
              <a:spcBef>
                <a:spcPts val="400"/>
              </a:spcBef>
            </a:pPr>
            <a:r>
              <a:rPr lang="en-US" dirty="0">
                <a:latin typeface="+mn-lt"/>
                <a:ea typeface="+mn-ea"/>
                <a:cs typeface="+mn-cs"/>
              </a:rPr>
              <a:t>Demands closed since last report (requirement-type wise)</a:t>
            </a:r>
          </a:p>
          <a:p>
            <a:pPr lvl="1">
              <a:spcBef>
                <a:spcPts val="400"/>
              </a:spcBef>
            </a:pPr>
            <a:r>
              <a:rPr lang="en-US" dirty="0">
                <a:latin typeface="+mn-lt"/>
                <a:ea typeface="+mn-ea"/>
                <a:cs typeface="+mn-cs"/>
              </a:rPr>
              <a:t>Demands which have moved into execution since last report (requirement-type wise)</a:t>
            </a:r>
          </a:p>
          <a:p>
            <a:pPr lvl="1">
              <a:spcBef>
                <a:spcPts val="400"/>
              </a:spcBef>
            </a:pPr>
            <a:r>
              <a:rPr lang="en-US" dirty="0">
                <a:latin typeface="+mn-lt"/>
                <a:ea typeface="+mn-ea"/>
                <a:cs typeface="+mn-cs"/>
              </a:rPr>
              <a:t>Demands which need to be dropped as of today (basis above grooming principles)</a:t>
            </a:r>
          </a:p>
          <a:p>
            <a:pPr lvl="1">
              <a:spcBef>
                <a:spcPts val="400"/>
              </a:spcBef>
            </a:pPr>
            <a:r>
              <a:rPr lang="en-US" dirty="0">
                <a:latin typeface="+mn-lt"/>
                <a:ea typeface="+mn-ea"/>
                <a:cs typeface="+mn-cs"/>
              </a:rPr>
              <a:t>Demands that are starved as of today (basis above grooming principles)</a:t>
            </a:r>
          </a:p>
        </p:txBody>
      </p:sp>
    </p:spTree>
    <p:custDataLst>
      <p:tags r:id="rId1"/>
    </p:custDataLst>
    <p:extLst>
      <p:ext uri="{BB962C8B-B14F-4D97-AF65-F5344CB8AC3E}">
        <p14:creationId xmlns:p14="http://schemas.microsoft.com/office/powerpoint/2010/main" val="135741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3E2F7A94-71D5-0967-3D6C-404C5A805864}"/>
              </a:ext>
            </a:extLst>
          </p:cNvPr>
          <p:cNvGraphicFramePr>
            <a:graphicFrameLocks noChangeAspect="1"/>
          </p:cNvGraphicFramePr>
          <p:nvPr>
            <p:custDataLst>
              <p:tags r:id="rId1"/>
            </p:custDataLst>
            <p:extLst>
              <p:ext uri="{D42A27DB-BD31-4B8C-83A1-F6EECF244321}">
                <p14:modId xmlns:p14="http://schemas.microsoft.com/office/powerpoint/2010/main" val="1800595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4" imgH="405" progId="TCLayout.ActiveDocument.1">
                  <p:embed/>
                </p:oleObj>
              </mc:Choice>
              <mc:Fallback>
                <p:oleObj name="think-cell Slide" r:id="rId10" imgW="404" imgH="405" progId="TCLayout.ActiveDocument.1">
                  <p:embed/>
                  <p:pic>
                    <p:nvPicPr>
                      <p:cNvPr id="6" name="Object 2" hidden="1">
                        <a:extLst>
                          <a:ext uri="{FF2B5EF4-FFF2-40B4-BE49-F238E27FC236}">
                            <a16:creationId xmlns:a16="http://schemas.microsoft.com/office/drawing/2014/main" id="{3E2F7A94-71D5-0967-3D6C-404C5A805864}"/>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75" name="Rectangle 74">
            <a:extLst>
              <a:ext uri="{FF2B5EF4-FFF2-40B4-BE49-F238E27FC236}">
                <a16:creationId xmlns:a16="http://schemas.microsoft.com/office/drawing/2014/main" id="{6A54B7D9-28BD-959F-5CBF-A0E05562E045}"/>
              </a:ext>
            </a:extLst>
          </p:cNvPr>
          <p:cNvSpPr>
            <a:spLocks/>
          </p:cNvSpPr>
          <p:nvPr/>
        </p:nvSpPr>
        <p:spPr>
          <a:xfrm>
            <a:off x="554037" y="1761067"/>
            <a:ext cx="3805889" cy="4489810"/>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US" sz="1100" b="1" i="0" u="none" strike="noStrike" kern="1200" cap="none" spc="0" normalizeH="0" baseline="0" noProof="0" dirty="0">
                <a:ln>
                  <a:noFill/>
                </a:ln>
                <a:solidFill>
                  <a:srgbClr val="000000"/>
                </a:solidFill>
                <a:effectLst/>
                <a:uLnTx/>
                <a:uFillTx/>
              </a:rPr>
              <a:t>Recommended option now, given current state of maturity</a:t>
            </a:r>
            <a:r>
              <a:rPr lang="en-US" sz="1100" b="1" dirty="0">
                <a:solidFill>
                  <a:srgbClr val="000000"/>
                </a:solidFill>
              </a:rPr>
              <a:t> (high degree of technical interdependencies)</a:t>
            </a:r>
            <a:endParaRPr kumimoji="0" lang="en-US" sz="1100" b="1" i="0" u="none" strike="noStrike" kern="1200" cap="none" spc="0" normalizeH="0" baseline="0" noProof="0" dirty="0">
              <a:ln>
                <a:noFill/>
              </a:ln>
              <a:solidFill>
                <a:srgbClr val="000000"/>
              </a:solidFill>
              <a:effectLst/>
              <a:uLnTx/>
              <a:uFillTx/>
            </a:endParaRPr>
          </a:p>
        </p:txBody>
      </p:sp>
      <p:sp>
        <p:nvSpPr>
          <p:cNvPr id="2" name="2. Slide Title">
            <a:extLst>
              <a:ext uri="{FF2B5EF4-FFF2-40B4-BE49-F238E27FC236}">
                <a16:creationId xmlns:a16="http://schemas.microsoft.com/office/drawing/2014/main" id="{FAD17FB7-5F45-C143-8500-6212226661C9}"/>
              </a:ext>
            </a:extLst>
          </p:cNvPr>
          <p:cNvSpPr>
            <a:spLocks noGrp="1"/>
          </p:cNvSpPr>
          <p:nvPr>
            <p:ph type="title"/>
            <p:custDataLst>
              <p:tags r:id="rId2"/>
            </p:custDataLst>
          </p:nvPr>
        </p:nvSpPr>
        <p:spPr>
          <a:xfrm>
            <a:off x="554734" y="447940"/>
            <a:ext cx="11082528" cy="73866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latin typeface="+mj-lt"/>
                <a:ea typeface="+mj-ea"/>
                <a:cs typeface="+mj-cs"/>
              </a:rPr>
              <a:t>Given bank’s maturity and degree of technical interdependencies, a set of compensating mechanisms would be needed in the near term</a:t>
            </a:r>
          </a:p>
        </p:txBody>
      </p:sp>
      <p:sp>
        <p:nvSpPr>
          <p:cNvPr id="74" name="TextBox 73">
            <a:extLst>
              <a:ext uri="{FF2B5EF4-FFF2-40B4-BE49-F238E27FC236}">
                <a16:creationId xmlns:a16="http://schemas.microsoft.com/office/drawing/2014/main" id="{3876BFFF-AD0F-DAD8-7091-A798C7B799B9}"/>
              </a:ext>
            </a:extLst>
          </p:cNvPr>
          <p:cNvSpPr txBox="1">
            <a:spLocks/>
          </p:cNvSpPr>
          <p:nvPr/>
        </p:nvSpPr>
        <p:spPr>
          <a:xfrm>
            <a:off x="8404356" y="1356459"/>
            <a:ext cx="3066545" cy="184666"/>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182880" lvl="1" indent="-182880">
              <a:lnSpc>
                <a:spcPct val="100000"/>
              </a:lnSpc>
              <a:spcBef>
                <a:spcPts val="0"/>
              </a:spcBef>
              <a:spcAft>
                <a:spcPts val="300"/>
              </a:spcAft>
              <a:buClrTx/>
              <a:buSzPct val="100000"/>
              <a:buFont typeface="Wingdings" panose="05000000000000000000" pitchFamily="2" charset="2"/>
              <a:buChar char="§"/>
              <a:defRPr lang="en-US" sz="1600" dirty="0"/>
            </a:lvl2pPr>
            <a:lvl3pPr marL="365760" lvl="2" indent="-182880">
              <a:lnSpc>
                <a:spcPct val="100000"/>
              </a:lnSpc>
              <a:spcBef>
                <a:spcPts val="0"/>
              </a:spcBef>
              <a:spcAft>
                <a:spcPts val="300"/>
              </a:spcAft>
              <a:buClrTx/>
              <a:buSzPct val="100000"/>
              <a:buFont typeface="Wingdings" panose="05000000000000000000" pitchFamily="2" charset="2"/>
              <a:buChar char="§"/>
              <a:defRPr lang="en-US" sz="1600" dirty="0"/>
            </a:lvl3pPr>
            <a:lvl4pPr marL="548640" lvl="3" indent="-182880">
              <a:lnSpc>
                <a:spcPct val="100000"/>
              </a:lnSpc>
              <a:spcBef>
                <a:spcPts val="0"/>
              </a:spcBef>
              <a:spcAft>
                <a:spcPts val="300"/>
              </a:spcAft>
              <a:buClrTx/>
              <a:buSzPct val="100000"/>
              <a:buFont typeface="Wingdings" panose="05000000000000000000" pitchFamily="2" charset="2"/>
              <a:buChar char="§"/>
              <a:defRPr lang="en-US" sz="1600" dirty="0"/>
            </a:lvl4pPr>
            <a:lvl5pPr marL="731520" lvl="4" indent="-182880">
              <a:lnSpc>
                <a:spcPct val="100000"/>
              </a:lnSpc>
              <a:spcBef>
                <a:spcPts val="0"/>
              </a:spcBef>
              <a:spcAft>
                <a:spcPts val="300"/>
              </a:spcAft>
              <a:buClrTx/>
              <a:buSzPct val="100000"/>
              <a:buFont typeface="Wingdings" panose="05000000000000000000" pitchFamily="2" charset="2"/>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rPr>
              <a:t>Further evolution of IT operating model</a:t>
            </a:r>
          </a:p>
        </p:txBody>
      </p:sp>
      <p:sp>
        <p:nvSpPr>
          <p:cNvPr id="72" name="Arrow: Right 71">
            <a:extLst>
              <a:ext uri="{FF2B5EF4-FFF2-40B4-BE49-F238E27FC236}">
                <a16:creationId xmlns:a16="http://schemas.microsoft.com/office/drawing/2014/main" id="{40C99C79-D000-3E97-C751-B1C7D1AD428C}"/>
              </a:ext>
            </a:extLst>
          </p:cNvPr>
          <p:cNvSpPr>
            <a:spLocks/>
          </p:cNvSpPr>
          <p:nvPr/>
        </p:nvSpPr>
        <p:spPr>
          <a:xfrm>
            <a:off x="554038" y="1537336"/>
            <a:ext cx="11083925" cy="214306"/>
          </a:xfrm>
          <a:prstGeom prst="rightArrow">
            <a:avLst>
              <a:gd name="adj1" fmla="val 39333"/>
              <a:gd name="adj2" fmla="val 5000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endParaRPr>
          </a:p>
        </p:txBody>
      </p:sp>
      <p:cxnSp>
        <p:nvCxnSpPr>
          <p:cNvPr id="147" name="GreyLineSeparatorDefaultVertical 147">
            <a:extLst>
              <a:ext uri="{FF2B5EF4-FFF2-40B4-BE49-F238E27FC236}">
                <a16:creationId xmlns:a16="http://schemas.microsoft.com/office/drawing/2014/main" id="{3944B3B2-DE55-EA0E-D3CB-42B5BB5CEC57}"/>
              </a:ext>
            </a:extLst>
          </p:cNvPr>
          <p:cNvCxnSpPr>
            <a:cxnSpLocks/>
          </p:cNvCxnSpPr>
          <p:nvPr>
            <p:custDataLst>
              <p:tags r:id="rId3"/>
            </p:custDataLst>
          </p:nvPr>
        </p:nvCxnSpPr>
        <p:spPr>
          <a:xfrm>
            <a:off x="4463336" y="1761067"/>
            <a:ext cx="0" cy="448981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1" name="GreyLineSeparatorDefaultVertical 147">
            <a:extLst>
              <a:ext uri="{FF2B5EF4-FFF2-40B4-BE49-F238E27FC236}">
                <a16:creationId xmlns:a16="http://schemas.microsoft.com/office/drawing/2014/main" id="{84007636-BB48-F78C-E35D-F8AB46B6F7E5}"/>
              </a:ext>
            </a:extLst>
          </p:cNvPr>
          <p:cNvCxnSpPr>
            <a:cxnSpLocks/>
          </p:cNvCxnSpPr>
          <p:nvPr>
            <p:custDataLst>
              <p:tags r:id="rId4"/>
            </p:custDataLst>
          </p:nvPr>
        </p:nvCxnSpPr>
        <p:spPr>
          <a:xfrm>
            <a:off x="8254983" y="1761067"/>
            <a:ext cx="0" cy="448981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8E977948-8683-509B-C541-77E191C116C9}"/>
              </a:ext>
            </a:extLst>
          </p:cNvPr>
          <p:cNvSpPr>
            <a:spLocks/>
          </p:cNvSpPr>
          <p:nvPr/>
        </p:nvSpPr>
        <p:spPr>
          <a:xfrm>
            <a:off x="9196387" y="1842617"/>
            <a:ext cx="765591" cy="524445"/>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37" name="Rectangle 36">
            <a:extLst>
              <a:ext uri="{FF2B5EF4-FFF2-40B4-BE49-F238E27FC236}">
                <a16:creationId xmlns:a16="http://schemas.microsoft.com/office/drawing/2014/main" id="{60E0A56D-E7FB-CAD7-FF1B-91E5BA0511A8}"/>
              </a:ext>
            </a:extLst>
          </p:cNvPr>
          <p:cNvSpPr>
            <a:spLocks/>
          </p:cNvSpPr>
          <p:nvPr/>
        </p:nvSpPr>
        <p:spPr>
          <a:xfrm>
            <a:off x="10034379" y="1842617"/>
            <a:ext cx="765591" cy="524445"/>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40" name="Rectangle 39">
            <a:extLst>
              <a:ext uri="{FF2B5EF4-FFF2-40B4-BE49-F238E27FC236}">
                <a16:creationId xmlns:a16="http://schemas.microsoft.com/office/drawing/2014/main" id="{CB14461D-E886-5458-D526-C0A5D00BD346}"/>
              </a:ext>
            </a:extLst>
          </p:cNvPr>
          <p:cNvSpPr>
            <a:spLocks/>
          </p:cNvSpPr>
          <p:nvPr/>
        </p:nvSpPr>
        <p:spPr>
          <a:xfrm>
            <a:off x="8358394" y="3030792"/>
            <a:ext cx="3279568"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3" name="Rectangle 2">
            <a:extLst>
              <a:ext uri="{FF2B5EF4-FFF2-40B4-BE49-F238E27FC236}">
                <a16:creationId xmlns:a16="http://schemas.microsoft.com/office/drawing/2014/main" id="{981C0B55-C301-56EE-C7A6-5218BB5B11B1}"/>
              </a:ext>
            </a:extLst>
          </p:cNvPr>
          <p:cNvSpPr>
            <a:spLocks/>
          </p:cNvSpPr>
          <p:nvPr/>
        </p:nvSpPr>
        <p:spPr>
          <a:xfrm>
            <a:off x="8358394" y="2940373"/>
            <a:ext cx="3279568"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41" name="Rectangle 40">
            <a:extLst>
              <a:ext uri="{FF2B5EF4-FFF2-40B4-BE49-F238E27FC236}">
                <a16:creationId xmlns:a16="http://schemas.microsoft.com/office/drawing/2014/main" id="{24546FEB-1BD5-4A48-67DE-B6CD404DD513}"/>
              </a:ext>
            </a:extLst>
          </p:cNvPr>
          <p:cNvSpPr>
            <a:spLocks/>
          </p:cNvSpPr>
          <p:nvPr/>
        </p:nvSpPr>
        <p:spPr>
          <a:xfrm>
            <a:off x="8358394" y="3495002"/>
            <a:ext cx="3279568"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5" name="Rectangle 4">
            <a:extLst>
              <a:ext uri="{FF2B5EF4-FFF2-40B4-BE49-F238E27FC236}">
                <a16:creationId xmlns:a16="http://schemas.microsoft.com/office/drawing/2014/main" id="{E2B7FACF-992A-8651-1D6D-6FA8A0AF5C24}"/>
              </a:ext>
            </a:extLst>
          </p:cNvPr>
          <p:cNvSpPr>
            <a:spLocks/>
          </p:cNvSpPr>
          <p:nvPr/>
        </p:nvSpPr>
        <p:spPr>
          <a:xfrm>
            <a:off x="8358394" y="3404582"/>
            <a:ext cx="3279568"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33" name="Rectangle 32">
            <a:extLst>
              <a:ext uri="{FF2B5EF4-FFF2-40B4-BE49-F238E27FC236}">
                <a16:creationId xmlns:a16="http://schemas.microsoft.com/office/drawing/2014/main" id="{F003E635-C17F-18B9-706A-A6809925FF54}"/>
              </a:ext>
            </a:extLst>
          </p:cNvPr>
          <p:cNvSpPr>
            <a:spLocks/>
          </p:cNvSpPr>
          <p:nvPr/>
        </p:nvSpPr>
        <p:spPr>
          <a:xfrm>
            <a:off x="8358395" y="1842617"/>
            <a:ext cx="765591" cy="524445"/>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43" name="Rectangle 42">
            <a:extLst>
              <a:ext uri="{FF2B5EF4-FFF2-40B4-BE49-F238E27FC236}">
                <a16:creationId xmlns:a16="http://schemas.microsoft.com/office/drawing/2014/main" id="{15A7DF58-32BB-CA74-04D7-ECA1B7175C71}"/>
              </a:ext>
            </a:extLst>
          </p:cNvPr>
          <p:cNvSpPr>
            <a:spLocks/>
          </p:cNvSpPr>
          <p:nvPr/>
        </p:nvSpPr>
        <p:spPr>
          <a:xfrm>
            <a:off x="10872372" y="1842617"/>
            <a:ext cx="765591" cy="524445"/>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38" name="Rectangle 37">
            <a:extLst>
              <a:ext uri="{FF2B5EF4-FFF2-40B4-BE49-F238E27FC236}">
                <a16:creationId xmlns:a16="http://schemas.microsoft.com/office/drawing/2014/main" id="{35394B52-C956-009D-2E2A-51F25CD27ABC}"/>
              </a:ext>
            </a:extLst>
          </p:cNvPr>
          <p:cNvSpPr>
            <a:spLocks/>
          </p:cNvSpPr>
          <p:nvPr/>
        </p:nvSpPr>
        <p:spPr>
          <a:xfrm>
            <a:off x="9196387" y="2566583"/>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39" name="Rectangle 38">
            <a:extLst>
              <a:ext uri="{FF2B5EF4-FFF2-40B4-BE49-F238E27FC236}">
                <a16:creationId xmlns:a16="http://schemas.microsoft.com/office/drawing/2014/main" id="{C2C782BA-74F5-7D93-DB57-FB1F5D03E305}"/>
              </a:ext>
            </a:extLst>
          </p:cNvPr>
          <p:cNvSpPr>
            <a:spLocks/>
          </p:cNvSpPr>
          <p:nvPr/>
        </p:nvSpPr>
        <p:spPr>
          <a:xfrm>
            <a:off x="10034379" y="2566583"/>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34" name="Rectangle 33">
            <a:extLst>
              <a:ext uri="{FF2B5EF4-FFF2-40B4-BE49-F238E27FC236}">
                <a16:creationId xmlns:a16="http://schemas.microsoft.com/office/drawing/2014/main" id="{F6D08373-9534-AF90-F39B-B54CEC9E3581}"/>
              </a:ext>
            </a:extLst>
          </p:cNvPr>
          <p:cNvSpPr>
            <a:spLocks/>
          </p:cNvSpPr>
          <p:nvPr/>
        </p:nvSpPr>
        <p:spPr>
          <a:xfrm>
            <a:off x="8358395" y="2566583"/>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42" name="Rectangle 41">
            <a:extLst>
              <a:ext uri="{FF2B5EF4-FFF2-40B4-BE49-F238E27FC236}">
                <a16:creationId xmlns:a16="http://schemas.microsoft.com/office/drawing/2014/main" id="{D706BBCC-5ACA-209C-16BE-AE69B6D34C75}"/>
              </a:ext>
            </a:extLst>
          </p:cNvPr>
          <p:cNvSpPr>
            <a:spLocks/>
          </p:cNvSpPr>
          <p:nvPr/>
        </p:nvSpPr>
        <p:spPr>
          <a:xfrm>
            <a:off x="10872372" y="2566583"/>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44" name="Rectangle 43">
            <a:extLst>
              <a:ext uri="{FF2B5EF4-FFF2-40B4-BE49-F238E27FC236}">
                <a16:creationId xmlns:a16="http://schemas.microsoft.com/office/drawing/2014/main" id="{599CBBEE-0CF8-9409-8A03-D65F36E1C0C0}"/>
              </a:ext>
            </a:extLst>
          </p:cNvPr>
          <p:cNvSpPr>
            <a:spLocks/>
          </p:cNvSpPr>
          <p:nvPr/>
        </p:nvSpPr>
        <p:spPr>
          <a:xfrm>
            <a:off x="9196387" y="2476164"/>
            <a:ext cx="765591"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45" name="Rectangle 44">
            <a:extLst>
              <a:ext uri="{FF2B5EF4-FFF2-40B4-BE49-F238E27FC236}">
                <a16:creationId xmlns:a16="http://schemas.microsoft.com/office/drawing/2014/main" id="{7B41775C-4F0A-A02D-06E8-C708166B9578}"/>
              </a:ext>
            </a:extLst>
          </p:cNvPr>
          <p:cNvSpPr>
            <a:spLocks/>
          </p:cNvSpPr>
          <p:nvPr/>
        </p:nvSpPr>
        <p:spPr>
          <a:xfrm>
            <a:off x="10034379" y="2476164"/>
            <a:ext cx="765591"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35" name="Rectangle 34">
            <a:extLst>
              <a:ext uri="{FF2B5EF4-FFF2-40B4-BE49-F238E27FC236}">
                <a16:creationId xmlns:a16="http://schemas.microsoft.com/office/drawing/2014/main" id="{E57C0FD6-CD7B-ED74-5864-E72B6713828C}"/>
              </a:ext>
            </a:extLst>
          </p:cNvPr>
          <p:cNvSpPr>
            <a:spLocks/>
          </p:cNvSpPr>
          <p:nvPr/>
        </p:nvSpPr>
        <p:spPr>
          <a:xfrm>
            <a:off x="8358395" y="2476164"/>
            <a:ext cx="765591"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46" name="Rectangle 45">
            <a:extLst>
              <a:ext uri="{FF2B5EF4-FFF2-40B4-BE49-F238E27FC236}">
                <a16:creationId xmlns:a16="http://schemas.microsoft.com/office/drawing/2014/main" id="{A22523BE-04F7-AA50-7981-0A8A9BCFE150}"/>
              </a:ext>
            </a:extLst>
          </p:cNvPr>
          <p:cNvSpPr>
            <a:spLocks/>
          </p:cNvSpPr>
          <p:nvPr/>
        </p:nvSpPr>
        <p:spPr>
          <a:xfrm>
            <a:off x="10872372" y="2476164"/>
            <a:ext cx="765591" cy="92771"/>
          </a:xfrm>
          <a:prstGeom prst="rect">
            <a:avLst/>
          </a:prstGeom>
          <a:solidFill>
            <a:schemeClr val="accent2"/>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sym typeface="Arial" panose="020B0604020202020204" pitchFamily="34" charset="0"/>
            </a:endParaRPr>
          </a:p>
        </p:txBody>
      </p:sp>
      <p:sp>
        <p:nvSpPr>
          <p:cNvPr id="13" name="TextBox 12">
            <a:extLst>
              <a:ext uri="{FF2B5EF4-FFF2-40B4-BE49-F238E27FC236}">
                <a16:creationId xmlns:a16="http://schemas.microsoft.com/office/drawing/2014/main" id="{5A9CA723-F10E-6D84-52DC-AA6CD897D9A5}"/>
              </a:ext>
            </a:extLst>
          </p:cNvPr>
          <p:cNvSpPr txBox="1"/>
          <p:nvPr>
            <p:custDataLst>
              <p:tags r:id="rId5"/>
            </p:custDataLst>
          </p:nvPr>
        </p:nvSpPr>
        <p:spPr>
          <a:xfrm>
            <a:off x="8358394" y="3913569"/>
            <a:ext cx="3279568" cy="116955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cs typeface="+mn-cs"/>
              </a:rPr>
              <a:t>High degree of decoupling in tech landscape </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cs typeface="+mn-cs"/>
              </a:rPr>
              <a:t>1:1 alignment between origin of demand (BU) and tech assets</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cs typeface="+mn-cs"/>
              </a:rPr>
              <a:t>EPMO is not needed, demand and supply matching is done by IT units</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cs typeface="+mn-cs"/>
              </a:rPr>
              <a:t>High degree of </a:t>
            </a:r>
            <a:r>
              <a:rPr kumimoji="0" lang="en-US" sz="1100" b="0" i="0" u="none" strike="noStrike" kern="1200" cap="none" spc="0" normalizeH="0" baseline="0" noProof="0" dirty="0" err="1">
                <a:ln>
                  <a:noFill/>
                </a:ln>
                <a:solidFill>
                  <a:srgbClr val="000000"/>
                </a:solidFill>
                <a:effectLst/>
                <a:uLnTx/>
                <a:uFillTx/>
                <a:cs typeface="+mn-cs"/>
              </a:rPr>
              <a:t>BizDevOps</a:t>
            </a:r>
            <a:r>
              <a:rPr kumimoji="0" lang="en-US" sz="1100" b="0" i="0" u="none" strike="noStrike" kern="1200" cap="none" spc="0" normalizeH="0" baseline="0" noProof="0" dirty="0">
                <a:ln>
                  <a:noFill/>
                </a:ln>
                <a:solidFill>
                  <a:srgbClr val="000000"/>
                </a:solidFill>
                <a:effectLst/>
                <a:uLnTx/>
                <a:uFillTx/>
                <a:cs typeface="+mn-cs"/>
              </a:rPr>
              <a:t> adoption</a:t>
            </a:r>
          </a:p>
        </p:txBody>
      </p:sp>
      <p:sp>
        <p:nvSpPr>
          <p:cNvPr id="25" name="TextBox 24">
            <a:extLst>
              <a:ext uri="{FF2B5EF4-FFF2-40B4-BE49-F238E27FC236}">
                <a16:creationId xmlns:a16="http://schemas.microsoft.com/office/drawing/2014/main" id="{26DE46EA-280B-5CD9-BE3D-865325CD8052}"/>
              </a:ext>
            </a:extLst>
          </p:cNvPr>
          <p:cNvSpPr txBox="1">
            <a:spLocks/>
          </p:cNvSpPr>
          <p:nvPr>
            <p:custDataLst>
              <p:tags r:id="rId6"/>
            </p:custDataLst>
          </p:nvPr>
        </p:nvSpPr>
        <p:spPr>
          <a:xfrm>
            <a:off x="633591" y="3913569"/>
            <a:ext cx="3646781" cy="13388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Dependencies arising from integrated business processes and technology landscape</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Business interfaces to capture demand, supply portfolios to translate into delivery units</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EPMO to broker and facilitate resolution of resource contentions for the total delivery</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Some degree of federation </a:t>
            </a:r>
          </a:p>
        </p:txBody>
      </p:sp>
      <p:grpSp>
        <p:nvGrpSpPr>
          <p:cNvPr id="51" name="Group 50">
            <a:extLst>
              <a:ext uri="{FF2B5EF4-FFF2-40B4-BE49-F238E27FC236}">
                <a16:creationId xmlns:a16="http://schemas.microsoft.com/office/drawing/2014/main" id="{DFFEAD28-1850-3241-4DF0-14326F99AD10}"/>
              </a:ext>
            </a:extLst>
          </p:cNvPr>
          <p:cNvGrpSpPr>
            <a:grpSpLocks/>
          </p:cNvGrpSpPr>
          <p:nvPr/>
        </p:nvGrpSpPr>
        <p:grpSpPr>
          <a:xfrm>
            <a:off x="633591" y="1842617"/>
            <a:ext cx="3646781" cy="1920240"/>
            <a:chOff x="604840" y="1842617"/>
            <a:chExt cx="3646781" cy="1920240"/>
          </a:xfrm>
        </p:grpSpPr>
        <p:sp>
          <p:nvSpPr>
            <p:cNvPr id="22" name="Rectangle 21">
              <a:extLst>
                <a:ext uri="{FF2B5EF4-FFF2-40B4-BE49-F238E27FC236}">
                  <a16:creationId xmlns:a16="http://schemas.microsoft.com/office/drawing/2014/main" id="{653D88AC-CC08-CDC7-5064-DCB2BD4ECF8A}"/>
                </a:ext>
              </a:extLst>
            </p:cNvPr>
            <p:cNvSpPr>
              <a:spLocks/>
            </p:cNvSpPr>
            <p:nvPr/>
          </p:nvSpPr>
          <p:spPr>
            <a:xfrm>
              <a:off x="604840" y="3490730"/>
              <a:ext cx="1603583" cy="26896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103" name="Rectangle 102">
              <a:extLst>
                <a:ext uri="{FF2B5EF4-FFF2-40B4-BE49-F238E27FC236}">
                  <a16:creationId xmlns:a16="http://schemas.microsoft.com/office/drawing/2014/main" id="{D2E55C08-4AB8-5808-9411-CFC4D80458B0}"/>
                </a:ext>
              </a:extLst>
            </p:cNvPr>
            <p:cNvSpPr>
              <a:spLocks/>
            </p:cNvSpPr>
            <p:nvPr/>
          </p:nvSpPr>
          <p:spPr>
            <a:xfrm>
              <a:off x="2280824" y="3490730"/>
              <a:ext cx="1603583"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53" name="Rectangle 52">
              <a:extLst>
                <a:ext uri="{FF2B5EF4-FFF2-40B4-BE49-F238E27FC236}">
                  <a16:creationId xmlns:a16="http://schemas.microsoft.com/office/drawing/2014/main" id="{E246D9E4-5A39-DE29-A43D-8E163EEEC075}"/>
                </a:ext>
              </a:extLst>
            </p:cNvPr>
            <p:cNvSpPr>
              <a:spLocks/>
            </p:cNvSpPr>
            <p:nvPr/>
          </p:nvSpPr>
          <p:spPr>
            <a:xfrm rot="16200000">
              <a:off x="3144094" y="2655330"/>
              <a:ext cx="1920240" cy="294814"/>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dirty="0">
                  <a:ln>
                    <a:noFill/>
                  </a:ln>
                  <a:solidFill>
                    <a:schemeClr val="tx1"/>
                  </a:solidFill>
                  <a:effectLst/>
                  <a:uLnTx/>
                  <a:uFillTx/>
                  <a:sym typeface="Arial" panose="020B0604020202020204" pitchFamily="34" charset="0"/>
                </a:rPr>
                <a:t>EPMO</a:t>
              </a:r>
            </a:p>
          </p:txBody>
        </p:sp>
        <p:sp>
          <p:nvSpPr>
            <p:cNvPr id="20" name="Rectangle 19">
              <a:extLst>
                <a:ext uri="{FF2B5EF4-FFF2-40B4-BE49-F238E27FC236}">
                  <a16:creationId xmlns:a16="http://schemas.microsoft.com/office/drawing/2014/main" id="{E10E4C19-5C38-130C-6C99-AD98300A1564}"/>
                </a:ext>
              </a:extLst>
            </p:cNvPr>
            <p:cNvSpPr>
              <a:spLocks/>
            </p:cNvSpPr>
            <p:nvPr/>
          </p:nvSpPr>
          <p:spPr>
            <a:xfrm>
              <a:off x="2280824" y="2794416"/>
              <a:ext cx="1603583"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15" name="Rectangle 14">
              <a:extLst>
                <a:ext uri="{FF2B5EF4-FFF2-40B4-BE49-F238E27FC236}">
                  <a16:creationId xmlns:a16="http://schemas.microsoft.com/office/drawing/2014/main" id="{D43F98D2-09EA-D9D9-5791-23D299D8B0AF}"/>
                </a:ext>
              </a:extLst>
            </p:cNvPr>
            <p:cNvSpPr>
              <a:spLocks/>
            </p:cNvSpPr>
            <p:nvPr/>
          </p:nvSpPr>
          <p:spPr>
            <a:xfrm>
              <a:off x="604840" y="2794416"/>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19" name="Rectangle 18">
              <a:extLst>
                <a:ext uri="{FF2B5EF4-FFF2-40B4-BE49-F238E27FC236}">
                  <a16:creationId xmlns:a16="http://schemas.microsoft.com/office/drawing/2014/main" id="{30C0A3E5-B286-AB15-B474-13B37B656033}"/>
                </a:ext>
              </a:extLst>
            </p:cNvPr>
            <p:cNvSpPr>
              <a:spLocks/>
            </p:cNvSpPr>
            <p:nvPr/>
          </p:nvSpPr>
          <p:spPr>
            <a:xfrm>
              <a:off x="1442832" y="2794416"/>
              <a:ext cx="76559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16" name="Rectangle 15">
              <a:extLst>
                <a:ext uri="{FF2B5EF4-FFF2-40B4-BE49-F238E27FC236}">
                  <a16:creationId xmlns:a16="http://schemas.microsoft.com/office/drawing/2014/main" id="{80AEDD8F-6B8F-7533-0C8B-BADD47545463}"/>
                </a:ext>
              </a:extLst>
            </p:cNvPr>
            <p:cNvSpPr>
              <a:spLocks/>
            </p:cNvSpPr>
            <p:nvPr/>
          </p:nvSpPr>
          <p:spPr>
            <a:xfrm>
              <a:off x="604840" y="2448395"/>
              <a:ext cx="1603583"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chemeClr val="tx1"/>
                  </a:solidFill>
                  <a:effectLst/>
                  <a:uLnTx/>
                  <a:uFillTx/>
                  <a:sym typeface="Arial" panose="020B0604020202020204" pitchFamily="34" charset="0"/>
                </a:rPr>
                <a:t>Portfolio</a:t>
              </a:r>
            </a:p>
          </p:txBody>
        </p:sp>
        <p:sp>
          <p:nvSpPr>
            <p:cNvPr id="67" name="Rectangle 66">
              <a:extLst>
                <a:ext uri="{FF2B5EF4-FFF2-40B4-BE49-F238E27FC236}">
                  <a16:creationId xmlns:a16="http://schemas.microsoft.com/office/drawing/2014/main" id="{2B28FF3C-D4D3-8AD2-A7D2-AE8A48C25347}"/>
                </a:ext>
              </a:extLst>
            </p:cNvPr>
            <p:cNvSpPr>
              <a:spLocks/>
            </p:cNvSpPr>
            <p:nvPr/>
          </p:nvSpPr>
          <p:spPr>
            <a:xfrm>
              <a:off x="2280824" y="2448395"/>
              <a:ext cx="1603583"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50" normalizeH="0" baseline="0" noProof="0" dirty="0">
                  <a:ln>
                    <a:noFill/>
                  </a:ln>
                  <a:solidFill>
                    <a:schemeClr val="tx1"/>
                  </a:solidFill>
                  <a:effectLst/>
                  <a:uLnTx/>
                  <a:uFillTx/>
                  <a:sym typeface="Arial" panose="020B0604020202020204" pitchFamily="34" charset="0"/>
                </a:rPr>
                <a:t>Portfolio</a:t>
              </a:r>
            </a:p>
          </p:txBody>
        </p:sp>
        <p:sp>
          <p:nvSpPr>
            <p:cNvPr id="11" name="Rectangle 10">
              <a:extLst>
                <a:ext uri="{FF2B5EF4-FFF2-40B4-BE49-F238E27FC236}">
                  <a16:creationId xmlns:a16="http://schemas.microsoft.com/office/drawing/2014/main" id="{156B6747-070F-7A56-3FC8-46DBFAD1CA17}"/>
                </a:ext>
              </a:extLst>
            </p:cNvPr>
            <p:cNvSpPr>
              <a:spLocks/>
            </p:cNvSpPr>
            <p:nvPr/>
          </p:nvSpPr>
          <p:spPr>
            <a:xfrm>
              <a:off x="604840" y="1842617"/>
              <a:ext cx="1603583"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17" name="Rectangle 16">
              <a:extLst>
                <a:ext uri="{FF2B5EF4-FFF2-40B4-BE49-F238E27FC236}">
                  <a16:creationId xmlns:a16="http://schemas.microsoft.com/office/drawing/2014/main" id="{EABB1746-55EC-3B5E-9716-2C44FD2792B2}"/>
                </a:ext>
              </a:extLst>
            </p:cNvPr>
            <p:cNvSpPr>
              <a:spLocks/>
            </p:cNvSpPr>
            <p:nvPr/>
          </p:nvSpPr>
          <p:spPr>
            <a:xfrm>
              <a:off x="2280824" y="1842617"/>
              <a:ext cx="765591"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18" name="Rectangle 17">
              <a:extLst>
                <a:ext uri="{FF2B5EF4-FFF2-40B4-BE49-F238E27FC236}">
                  <a16:creationId xmlns:a16="http://schemas.microsoft.com/office/drawing/2014/main" id="{57F62FF3-73DD-11D9-CAA6-34BBD289AD74}"/>
                </a:ext>
              </a:extLst>
            </p:cNvPr>
            <p:cNvSpPr>
              <a:spLocks/>
            </p:cNvSpPr>
            <p:nvPr/>
          </p:nvSpPr>
          <p:spPr>
            <a:xfrm>
              <a:off x="3118817" y="1842617"/>
              <a:ext cx="765591"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94" name="Rectangle 93">
              <a:extLst>
                <a:ext uri="{FF2B5EF4-FFF2-40B4-BE49-F238E27FC236}">
                  <a16:creationId xmlns:a16="http://schemas.microsoft.com/office/drawing/2014/main" id="{EB03B282-9A43-04B5-1871-86FC091B722A}"/>
                </a:ext>
              </a:extLst>
            </p:cNvPr>
            <p:cNvSpPr>
              <a:spLocks/>
            </p:cNvSpPr>
            <p:nvPr/>
          </p:nvSpPr>
          <p:spPr>
            <a:xfrm>
              <a:off x="2280824" y="2102374"/>
              <a:ext cx="765591"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 int.</a:t>
              </a:r>
            </a:p>
          </p:txBody>
        </p:sp>
        <p:sp>
          <p:nvSpPr>
            <p:cNvPr id="93" name="Rectangle 92">
              <a:extLst>
                <a:ext uri="{FF2B5EF4-FFF2-40B4-BE49-F238E27FC236}">
                  <a16:creationId xmlns:a16="http://schemas.microsoft.com/office/drawing/2014/main" id="{42610FBE-6B09-3D2B-2C3B-2977BA204959}"/>
                </a:ext>
              </a:extLst>
            </p:cNvPr>
            <p:cNvSpPr>
              <a:spLocks/>
            </p:cNvSpPr>
            <p:nvPr/>
          </p:nvSpPr>
          <p:spPr>
            <a:xfrm>
              <a:off x="604840" y="2102374"/>
              <a:ext cx="1603583"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Business interface</a:t>
              </a:r>
            </a:p>
          </p:txBody>
        </p:sp>
        <p:sp>
          <p:nvSpPr>
            <p:cNvPr id="95" name="Rectangle 94">
              <a:extLst>
                <a:ext uri="{FF2B5EF4-FFF2-40B4-BE49-F238E27FC236}">
                  <a16:creationId xmlns:a16="http://schemas.microsoft.com/office/drawing/2014/main" id="{CC823BB1-27C6-41CD-D1F0-3BE45B795F3E}"/>
                </a:ext>
              </a:extLst>
            </p:cNvPr>
            <p:cNvSpPr>
              <a:spLocks/>
            </p:cNvSpPr>
            <p:nvPr/>
          </p:nvSpPr>
          <p:spPr>
            <a:xfrm>
              <a:off x="3118817" y="2102374"/>
              <a:ext cx="765591"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 int.</a:t>
              </a:r>
            </a:p>
          </p:txBody>
        </p:sp>
        <p:sp>
          <p:nvSpPr>
            <p:cNvPr id="47" name="Rectangle 46">
              <a:extLst>
                <a:ext uri="{FF2B5EF4-FFF2-40B4-BE49-F238E27FC236}">
                  <a16:creationId xmlns:a16="http://schemas.microsoft.com/office/drawing/2014/main" id="{86FB0A81-22B7-ACA3-2613-FA9117A762F2}"/>
                </a:ext>
              </a:extLst>
            </p:cNvPr>
            <p:cNvSpPr>
              <a:spLocks/>
            </p:cNvSpPr>
            <p:nvPr/>
          </p:nvSpPr>
          <p:spPr>
            <a:xfrm>
              <a:off x="604840" y="3145517"/>
              <a:ext cx="3279567"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chemeClr val="tx1"/>
                  </a:solidFill>
                  <a:effectLst/>
                  <a:uLnTx/>
                  <a:uFillTx/>
                  <a:sym typeface="Arial" panose="020B0604020202020204" pitchFamily="34" charset="0"/>
                </a:rPr>
                <a:t>Portfolio</a:t>
              </a:r>
            </a:p>
          </p:txBody>
        </p:sp>
      </p:grpSp>
      <p:sp>
        <p:nvSpPr>
          <p:cNvPr id="31" name="Rectangle 30">
            <a:extLst>
              <a:ext uri="{FF2B5EF4-FFF2-40B4-BE49-F238E27FC236}">
                <a16:creationId xmlns:a16="http://schemas.microsoft.com/office/drawing/2014/main" id="{9439FD7A-7B06-8A88-406E-B7E4378A8787}"/>
              </a:ext>
            </a:extLst>
          </p:cNvPr>
          <p:cNvSpPr>
            <a:spLocks/>
          </p:cNvSpPr>
          <p:nvPr/>
        </p:nvSpPr>
        <p:spPr>
          <a:xfrm>
            <a:off x="4566746" y="3490730"/>
            <a:ext cx="3279568" cy="26896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54" name="Rectangle 53">
            <a:extLst>
              <a:ext uri="{FF2B5EF4-FFF2-40B4-BE49-F238E27FC236}">
                <a16:creationId xmlns:a16="http://schemas.microsoft.com/office/drawing/2014/main" id="{076FE3A8-7CC2-443C-E0F3-849AE4D63FA3}"/>
              </a:ext>
            </a:extLst>
          </p:cNvPr>
          <p:cNvSpPr>
            <a:spLocks/>
          </p:cNvSpPr>
          <p:nvPr/>
        </p:nvSpPr>
        <p:spPr>
          <a:xfrm rot="16200000">
            <a:off x="7074129" y="2685413"/>
            <a:ext cx="1920240" cy="234648"/>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dirty="0">
                <a:ln>
                  <a:noFill/>
                </a:ln>
                <a:solidFill>
                  <a:schemeClr val="tx1"/>
                </a:solidFill>
                <a:effectLst/>
                <a:uLnTx/>
                <a:uFillTx/>
                <a:sym typeface="Arial" panose="020B0604020202020204" pitchFamily="34" charset="0"/>
              </a:rPr>
              <a:t>EPMO</a:t>
            </a:r>
          </a:p>
        </p:txBody>
      </p:sp>
      <p:grpSp>
        <p:nvGrpSpPr>
          <p:cNvPr id="118" name="Group 117">
            <a:extLst>
              <a:ext uri="{FF2B5EF4-FFF2-40B4-BE49-F238E27FC236}">
                <a16:creationId xmlns:a16="http://schemas.microsoft.com/office/drawing/2014/main" id="{296FA5D2-07F7-AF43-EEF3-DEB4692A290A}"/>
              </a:ext>
            </a:extLst>
          </p:cNvPr>
          <p:cNvGrpSpPr/>
          <p:nvPr/>
        </p:nvGrpSpPr>
        <p:grpSpPr>
          <a:xfrm>
            <a:off x="4566746" y="2794416"/>
            <a:ext cx="3279568" cy="264688"/>
            <a:chOff x="5055180" y="2715010"/>
            <a:chExt cx="3053063" cy="264688"/>
          </a:xfrm>
        </p:grpSpPr>
        <p:sp>
          <p:nvSpPr>
            <p:cNvPr id="24" name="Rectangle 23">
              <a:extLst>
                <a:ext uri="{FF2B5EF4-FFF2-40B4-BE49-F238E27FC236}">
                  <a16:creationId xmlns:a16="http://schemas.microsoft.com/office/drawing/2014/main" id="{4829F514-31A9-C4C5-91A4-E70CA67ED1D8}"/>
                </a:ext>
              </a:extLst>
            </p:cNvPr>
            <p:cNvSpPr>
              <a:spLocks/>
            </p:cNvSpPr>
            <p:nvPr/>
          </p:nvSpPr>
          <p:spPr>
            <a:xfrm>
              <a:off x="5055180" y="2715010"/>
              <a:ext cx="1492831"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29" name="Rectangle 28">
              <a:extLst>
                <a:ext uri="{FF2B5EF4-FFF2-40B4-BE49-F238E27FC236}">
                  <a16:creationId xmlns:a16="http://schemas.microsoft.com/office/drawing/2014/main" id="{F3D1C8F4-3816-7E51-ACE9-7C821F9D507B}"/>
                </a:ext>
              </a:extLst>
            </p:cNvPr>
            <p:cNvSpPr>
              <a:spLocks/>
            </p:cNvSpPr>
            <p:nvPr/>
          </p:nvSpPr>
          <p:spPr>
            <a:xfrm>
              <a:off x="6615412" y="2715010"/>
              <a:ext cx="712715"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sp>
          <p:nvSpPr>
            <p:cNvPr id="32" name="Rectangle 31">
              <a:extLst>
                <a:ext uri="{FF2B5EF4-FFF2-40B4-BE49-F238E27FC236}">
                  <a16:creationId xmlns:a16="http://schemas.microsoft.com/office/drawing/2014/main" id="{6C57A319-BAE9-11D8-6F11-18E33B95FBB2}"/>
                </a:ext>
              </a:extLst>
            </p:cNvPr>
            <p:cNvSpPr>
              <a:spLocks/>
            </p:cNvSpPr>
            <p:nvPr/>
          </p:nvSpPr>
          <p:spPr>
            <a:xfrm>
              <a:off x="7395528" y="2715010"/>
              <a:ext cx="712715" cy="26468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rPr>
                <a:t>Supply</a:t>
              </a:r>
            </a:p>
          </p:txBody>
        </p:sp>
      </p:grpSp>
      <p:sp>
        <p:nvSpPr>
          <p:cNvPr id="69" name="Rectangle 68">
            <a:extLst>
              <a:ext uri="{FF2B5EF4-FFF2-40B4-BE49-F238E27FC236}">
                <a16:creationId xmlns:a16="http://schemas.microsoft.com/office/drawing/2014/main" id="{746C26D7-95E7-D1B5-16DF-7955927E72D8}"/>
              </a:ext>
            </a:extLst>
          </p:cNvPr>
          <p:cNvSpPr>
            <a:spLocks/>
          </p:cNvSpPr>
          <p:nvPr/>
        </p:nvSpPr>
        <p:spPr>
          <a:xfrm>
            <a:off x="4566746" y="2448395"/>
            <a:ext cx="1603583"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dirty="0">
                <a:ln>
                  <a:noFill/>
                </a:ln>
                <a:solidFill>
                  <a:schemeClr val="tx1"/>
                </a:solidFill>
                <a:effectLst/>
                <a:uLnTx/>
                <a:uFillTx/>
                <a:sym typeface="Arial" panose="020B0604020202020204" pitchFamily="34" charset="0"/>
              </a:rPr>
              <a:t>Portfolio</a:t>
            </a:r>
          </a:p>
        </p:txBody>
      </p:sp>
      <p:sp>
        <p:nvSpPr>
          <p:cNvPr id="143" name="Rectangle 142">
            <a:extLst>
              <a:ext uri="{FF2B5EF4-FFF2-40B4-BE49-F238E27FC236}">
                <a16:creationId xmlns:a16="http://schemas.microsoft.com/office/drawing/2014/main" id="{38F381F3-5304-CD57-95FF-D8EDAC342BCE}"/>
              </a:ext>
            </a:extLst>
          </p:cNvPr>
          <p:cNvSpPr>
            <a:spLocks/>
          </p:cNvSpPr>
          <p:nvPr/>
        </p:nvSpPr>
        <p:spPr>
          <a:xfrm>
            <a:off x="6242731" y="2448395"/>
            <a:ext cx="765591"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50" normalizeH="0" baseline="0" noProof="0">
                <a:ln>
                  <a:noFill/>
                </a:ln>
                <a:solidFill>
                  <a:schemeClr val="tx1"/>
                </a:solidFill>
                <a:effectLst/>
                <a:uLnTx/>
                <a:uFillTx/>
                <a:sym typeface="Arial" panose="020B0604020202020204" pitchFamily="34" charset="0"/>
              </a:rPr>
              <a:t>Portfolio</a:t>
            </a:r>
          </a:p>
        </p:txBody>
      </p:sp>
      <p:sp>
        <p:nvSpPr>
          <p:cNvPr id="144" name="Rectangle 143">
            <a:extLst>
              <a:ext uri="{FF2B5EF4-FFF2-40B4-BE49-F238E27FC236}">
                <a16:creationId xmlns:a16="http://schemas.microsoft.com/office/drawing/2014/main" id="{03BA77AB-5318-067F-2C76-0AA740E66821}"/>
              </a:ext>
            </a:extLst>
          </p:cNvPr>
          <p:cNvSpPr>
            <a:spLocks/>
          </p:cNvSpPr>
          <p:nvPr/>
        </p:nvSpPr>
        <p:spPr>
          <a:xfrm>
            <a:off x="7080723" y="2448395"/>
            <a:ext cx="765591" cy="264688"/>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50" normalizeH="0" baseline="0" noProof="0">
                <a:ln>
                  <a:noFill/>
                </a:ln>
                <a:solidFill>
                  <a:schemeClr val="tx1"/>
                </a:solidFill>
                <a:effectLst/>
                <a:uLnTx/>
                <a:uFillTx/>
                <a:sym typeface="Arial" panose="020B0604020202020204" pitchFamily="34" charset="0"/>
              </a:rPr>
              <a:t>Portfolio</a:t>
            </a:r>
          </a:p>
        </p:txBody>
      </p:sp>
      <p:sp>
        <p:nvSpPr>
          <p:cNvPr id="23" name="Rectangle 22">
            <a:extLst>
              <a:ext uri="{FF2B5EF4-FFF2-40B4-BE49-F238E27FC236}">
                <a16:creationId xmlns:a16="http://schemas.microsoft.com/office/drawing/2014/main" id="{9B1765CD-DE0A-FDDF-B953-919B8F271954}"/>
              </a:ext>
            </a:extLst>
          </p:cNvPr>
          <p:cNvSpPr>
            <a:spLocks/>
          </p:cNvSpPr>
          <p:nvPr/>
        </p:nvSpPr>
        <p:spPr>
          <a:xfrm>
            <a:off x="4566746" y="1842617"/>
            <a:ext cx="1603583"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141" name="Rectangle 140">
            <a:extLst>
              <a:ext uri="{FF2B5EF4-FFF2-40B4-BE49-F238E27FC236}">
                <a16:creationId xmlns:a16="http://schemas.microsoft.com/office/drawing/2014/main" id="{08A352BD-41E9-6A19-EBCA-718755D50932}"/>
              </a:ext>
            </a:extLst>
          </p:cNvPr>
          <p:cNvSpPr>
            <a:spLocks/>
          </p:cNvSpPr>
          <p:nvPr/>
        </p:nvSpPr>
        <p:spPr>
          <a:xfrm>
            <a:off x="6242731" y="1842617"/>
            <a:ext cx="765591"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142" name="Rectangle 141">
            <a:extLst>
              <a:ext uri="{FF2B5EF4-FFF2-40B4-BE49-F238E27FC236}">
                <a16:creationId xmlns:a16="http://schemas.microsoft.com/office/drawing/2014/main" id="{E1133E22-4FBA-3B0B-0C0E-567F05922B12}"/>
              </a:ext>
            </a:extLst>
          </p:cNvPr>
          <p:cNvSpPr>
            <a:spLocks/>
          </p:cNvSpPr>
          <p:nvPr/>
        </p:nvSpPr>
        <p:spPr>
          <a:xfrm>
            <a:off x="7080723" y="1842617"/>
            <a:ext cx="765591" cy="264688"/>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a:t>
            </a:r>
          </a:p>
        </p:txBody>
      </p:sp>
      <p:sp>
        <p:nvSpPr>
          <p:cNvPr id="97" name="Rectangle 96">
            <a:extLst>
              <a:ext uri="{FF2B5EF4-FFF2-40B4-BE49-F238E27FC236}">
                <a16:creationId xmlns:a16="http://schemas.microsoft.com/office/drawing/2014/main" id="{E7DF25AE-3668-C125-637D-EBF669299B3A}"/>
              </a:ext>
            </a:extLst>
          </p:cNvPr>
          <p:cNvSpPr>
            <a:spLocks/>
          </p:cNvSpPr>
          <p:nvPr/>
        </p:nvSpPr>
        <p:spPr>
          <a:xfrm>
            <a:off x="4566746" y="2102374"/>
            <a:ext cx="1603583"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Business interface</a:t>
            </a:r>
          </a:p>
        </p:txBody>
      </p:sp>
      <p:sp>
        <p:nvSpPr>
          <p:cNvPr id="98" name="Rectangle 97">
            <a:extLst>
              <a:ext uri="{FF2B5EF4-FFF2-40B4-BE49-F238E27FC236}">
                <a16:creationId xmlns:a16="http://schemas.microsoft.com/office/drawing/2014/main" id="{5E88BC66-53DE-5E88-A6BA-7B6E62C245DA}"/>
              </a:ext>
            </a:extLst>
          </p:cNvPr>
          <p:cNvSpPr>
            <a:spLocks/>
          </p:cNvSpPr>
          <p:nvPr/>
        </p:nvSpPr>
        <p:spPr>
          <a:xfrm>
            <a:off x="6242731" y="2102374"/>
            <a:ext cx="765591"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 int.</a:t>
            </a:r>
          </a:p>
        </p:txBody>
      </p:sp>
      <p:sp>
        <p:nvSpPr>
          <p:cNvPr id="99" name="Rectangle 98">
            <a:extLst>
              <a:ext uri="{FF2B5EF4-FFF2-40B4-BE49-F238E27FC236}">
                <a16:creationId xmlns:a16="http://schemas.microsoft.com/office/drawing/2014/main" id="{A5CE3D90-D2C2-CBE5-E1B8-5536B388539E}"/>
              </a:ext>
            </a:extLst>
          </p:cNvPr>
          <p:cNvSpPr>
            <a:spLocks/>
          </p:cNvSpPr>
          <p:nvPr/>
        </p:nvSpPr>
        <p:spPr>
          <a:xfrm>
            <a:off x="7080723" y="2102374"/>
            <a:ext cx="765591" cy="264688"/>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sym typeface="Arial" panose="020B0604020202020204" pitchFamily="34" charset="0"/>
              </a:rPr>
              <a:t>Bus. int.</a:t>
            </a:r>
          </a:p>
        </p:txBody>
      </p:sp>
      <p:sp>
        <p:nvSpPr>
          <p:cNvPr id="10" name="TextBox 9">
            <a:extLst>
              <a:ext uri="{FF2B5EF4-FFF2-40B4-BE49-F238E27FC236}">
                <a16:creationId xmlns:a16="http://schemas.microsoft.com/office/drawing/2014/main" id="{4E13B9F4-F53D-929E-CA1E-45FE9FF585F1}"/>
              </a:ext>
            </a:extLst>
          </p:cNvPr>
          <p:cNvSpPr txBox="1"/>
          <p:nvPr>
            <p:custDataLst>
              <p:tags r:id="rId7"/>
            </p:custDataLst>
          </p:nvPr>
        </p:nvSpPr>
        <p:spPr>
          <a:xfrm>
            <a:off x="4566746" y="3913569"/>
            <a:ext cx="3521126" cy="184665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Gradual decoupling of tech landscape, reducing dependencies and many-to-many relations between BU and tech supply</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Supply portfolio role diminishes as maturity of supply units grow, becomes 1:1 with IT unit</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EPMO supports transparency and coordination, but lower degree of dependencies and resource contentions</a:t>
            </a:r>
          </a:p>
          <a:p>
            <a:pPr marL="228600" marR="0" lvl="1" indent="-225425" algn="l" defTabSz="914400" rtl="0" eaLnBrk="1" fontAlgn="auto" latinLnBrk="0" hangingPunct="1">
              <a:lnSpc>
                <a:spcPct val="100000"/>
              </a:lnSpc>
              <a:spcBef>
                <a:spcPts val="10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cs typeface="+mn-cs"/>
              </a:rPr>
              <a:t>Opportunity to increase degree of federation upon maturity</a:t>
            </a:r>
          </a:p>
        </p:txBody>
      </p:sp>
      <p:sp>
        <p:nvSpPr>
          <p:cNvPr id="48" name="Rectangle 47">
            <a:extLst>
              <a:ext uri="{FF2B5EF4-FFF2-40B4-BE49-F238E27FC236}">
                <a16:creationId xmlns:a16="http://schemas.microsoft.com/office/drawing/2014/main" id="{B5222BA9-916F-8D01-0D86-D7FB5AA21CEC}"/>
              </a:ext>
            </a:extLst>
          </p:cNvPr>
          <p:cNvSpPr>
            <a:spLocks/>
          </p:cNvSpPr>
          <p:nvPr/>
        </p:nvSpPr>
        <p:spPr>
          <a:xfrm>
            <a:off x="4566746" y="3145517"/>
            <a:ext cx="3279568" cy="268960"/>
          </a:xfrm>
          <a:prstGeom prst="rect">
            <a:avLst/>
          </a:prstGeom>
          <a:solidFill>
            <a:schemeClr val="accent2">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864" tIns="54864" rIns="54864" bIns="5486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dirty="0">
                <a:ln>
                  <a:noFill/>
                </a:ln>
                <a:solidFill>
                  <a:schemeClr val="tx1"/>
                </a:solidFill>
                <a:effectLst/>
                <a:uLnTx/>
                <a:uFillTx/>
                <a:sym typeface="Arial" panose="020B0604020202020204" pitchFamily="34" charset="0"/>
              </a:rPr>
              <a:t>Portfolio</a:t>
            </a:r>
          </a:p>
        </p:txBody>
      </p:sp>
    </p:spTree>
    <p:extLst>
      <p:ext uri="{BB962C8B-B14F-4D97-AF65-F5344CB8AC3E}">
        <p14:creationId xmlns:p14="http://schemas.microsoft.com/office/powerpoint/2010/main" val="263582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1979" name="Rectangle 10" hidden="1"/>
          <p:cNvGraphicFramePr>
            <a:graphicFrameLocks/>
          </p:cNvGraphicFramePr>
          <p:nvPr>
            <p:custDataLst>
              <p:tags r:id="rId1"/>
            </p:custDataLst>
            <p:extLst>
              <p:ext uri="{D42A27DB-BD31-4B8C-83A1-F6EECF244321}">
                <p14:modId xmlns:p14="http://schemas.microsoft.com/office/powerpoint/2010/main" val="4234766000"/>
              </p:ext>
            </p:extLst>
          </p:nvPr>
        </p:nvGraphicFramePr>
        <p:xfrm>
          <a:off x="1524270" y="1"/>
          <a:ext cx="145777" cy="158735"/>
        </p:xfrm>
        <a:graphic>
          <a:graphicData uri="http://schemas.openxmlformats.org/presentationml/2006/ole">
            <mc:AlternateContent xmlns:mc="http://schemas.openxmlformats.org/markup-compatibility/2006">
              <mc:Choice xmlns:v="urn:schemas-microsoft-com:vml" Requires="v">
                <p:oleObj name="think-cell Slide" r:id="rId14" imgW="0" imgH="0" progId="TCLayout.ActiveDocument.1">
                  <p:embed/>
                </p:oleObj>
              </mc:Choice>
              <mc:Fallback>
                <p:oleObj name="think-cell Slide" r:id="rId14" imgW="0" imgH="0" progId="TCLayout.ActiveDocument.1">
                  <p:embed/>
                  <p:pic>
                    <p:nvPicPr>
                      <p:cNvPr id="211979" name="Rectangle 10"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gray">
                      <a:xfrm>
                        <a:off x="1524270" y="1"/>
                        <a:ext cx="145777" cy="158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1" hidden="1">
            <a:extLst>
              <a:ext uri="{FF2B5EF4-FFF2-40B4-BE49-F238E27FC236}">
                <a16:creationId xmlns:a16="http://schemas.microsoft.com/office/drawing/2014/main" id="{05CE7E42-8C60-4331-BF92-4C6575549EDA}"/>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ts val="300"/>
              </a:spcBef>
              <a:spcAft>
                <a:spcPts val="300"/>
              </a:spcAft>
            </a:pPr>
            <a:endParaRPr lang="en-US" sz="2500" b="1" err="1">
              <a:solidFill>
                <a:schemeClr val="bg1"/>
              </a:solidFill>
              <a:sym typeface="Georgia" panose="02040502050405020303" pitchFamily="18" charset="0"/>
            </a:endParaRPr>
          </a:p>
        </p:txBody>
      </p:sp>
      <p:sp>
        <p:nvSpPr>
          <p:cNvPr id="211981" name="2. Slide Title"/>
          <p:cNvSpPr>
            <a:spLocks noGrp="1" noChangeArrowheads="1"/>
          </p:cNvSpPr>
          <p:nvPr>
            <p:ph type="title"/>
            <p:custDataLst>
              <p:tags r:id="rId3"/>
            </p:custDataLst>
          </p:nvPr>
        </p:nvSpPr>
        <p:spPr>
          <a:xfrm>
            <a:off x="554734" y="534400"/>
            <a:ext cx="11082528" cy="369332"/>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latin typeface="+mj-lt"/>
                <a:ea typeface="+mj-ea"/>
                <a:cs typeface="+mj-cs"/>
              </a:rPr>
              <a:t>Role of Enterprise Portfolio Management function (EPMO)</a:t>
            </a:r>
          </a:p>
        </p:txBody>
      </p:sp>
      <p:sp>
        <p:nvSpPr>
          <p:cNvPr id="4" name="Subtitle 3">
            <a:extLst>
              <a:ext uri="{FF2B5EF4-FFF2-40B4-BE49-F238E27FC236}">
                <a16:creationId xmlns:a16="http://schemas.microsoft.com/office/drawing/2014/main" id="{3E77C2DB-09B2-29BD-AE26-A53B04DFB764}"/>
              </a:ext>
            </a:extLst>
          </p:cNvPr>
          <p:cNvSpPr>
            <a:spLocks noGrp="1"/>
          </p:cNvSpPr>
          <p:nvPr>
            <p:ph type="subTitle" idx="1"/>
          </p:nvPr>
        </p:nvSpPr>
        <p:spPr>
          <a:xfrm>
            <a:off x="554736" y="958596"/>
            <a:ext cx="11082528" cy="246221"/>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latin typeface="+mn-lt"/>
                <a:ea typeface="+mn-ea"/>
                <a:cs typeface="+mn-cs"/>
              </a:rPr>
              <a:t>Example, for discussion</a:t>
            </a:r>
          </a:p>
        </p:txBody>
      </p:sp>
      <p:sp>
        <p:nvSpPr>
          <p:cNvPr id="211999" name="TextBox 211998">
            <a:extLst>
              <a:ext uri="{FF2B5EF4-FFF2-40B4-BE49-F238E27FC236}">
                <a16:creationId xmlns:a16="http://schemas.microsoft.com/office/drawing/2014/main" id="{67C3C8FF-D5D4-12B8-1AEF-2B6FF2FC65DB}"/>
              </a:ext>
            </a:extLst>
          </p:cNvPr>
          <p:cNvSpPr txBox="1">
            <a:spLocks/>
          </p:cNvSpPr>
          <p:nvPr/>
        </p:nvSpPr>
        <p:spPr>
          <a:xfrm>
            <a:off x="3882626" y="3511694"/>
            <a:ext cx="524182" cy="430887"/>
          </a:xfrm>
          <a:prstGeom prst="rect">
            <a:avLst/>
          </a:prstGeom>
          <a:noFill/>
          <a:ln>
            <a:noFill/>
            <a:miter lim="800000"/>
          </a:ln>
        </p:spPr>
        <p:txBody>
          <a:bodyPr wrap="none" lIns="0" tIns="0" rIns="0" bIns="0" rtlCol="0" anchor="t">
            <a:spAutoFit/>
          </a:bodyPr>
          <a:lstStyle/>
          <a:p>
            <a:pPr lvl="0">
              <a:spcBef>
                <a:spcPts val="300"/>
              </a:spcBef>
              <a:defRPr/>
            </a:pPr>
            <a:r>
              <a:rPr lang="en-US" sz="1400" b="1">
                <a:sym typeface="Theinhardt Pan Medium" panose="020B0604020101020102" pitchFamily="34" charset="0"/>
              </a:rPr>
              <a:t>Fund-</a:t>
            </a:r>
            <a:br>
              <a:rPr lang="en-US" sz="1400" b="1">
                <a:sym typeface="Theinhardt Pan Medium" panose="020B0604020101020102" pitchFamily="34" charset="0"/>
              </a:rPr>
            </a:br>
            <a:r>
              <a:rPr lang="en-US" sz="1400" b="1" err="1">
                <a:sym typeface="Theinhardt Pan Medium" panose="020B0604020101020102" pitchFamily="34" charset="0"/>
              </a:rPr>
              <a:t>ing</a:t>
            </a:r>
            <a:r>
              <a:rPr lang="en-US" sz="1400" b="1">
                <a:sym typeface="Theinhardt Pan Medium" panose="020B0604020101020102" pitchFamily="34" charset="0"/>
              </a:rPr>
              <a:t> </a:t>
            </a:r>
          </a:p>
        </p:txBody>
      </p:sp>
      <p:sp>
        <p:nvSpPr>
          <p:cNvPr id="212000" name="Freeform 22">
            <a:extLst>
              <a:ext uri="{FF2B5EF4-FFF2-40B4-BE49-F238E27FC236}">
                <a16:creationId xmlns:a16="http://schemas.microsoft.com/office/drawing/2014/main" id="{DC8F14FF-AB33-AA5B-6381-5159D759A6B7}"/>
              </a:ext>
            </a:extLst>
          </p:cNvPr>
          <p:cNvSpPr>
            <a:spLocks/>
          </p:cNvSpPr>
          <p:nvPr/>
        </p:nvSpPr>
        <p:spPr bwMode="auto">
          <a:xfrm rot="2841015">
            <a:off x="2034160" y="2266547"/>
            <a:ext cx="1168836" cy="1166425"/>
          </a:xfrm>
          <a:custGeom>
            <a:avLst/>
            <a:gdLst>
              <a:gd name="T0" fmla="*/ 0 w 6546"/>
              <a:gd name="T1" fmla="*/ 6547 h 6547"/>
              <a:gd name="T2" fmla="*/ 6546 w 6546"/>
              <a:gd name="T3" fmla="*/ 0 h 6547"/>
              <a:gd name="T4" fmla="*/ 6546 w 6546"/>
              <a:gd name="T5" fmla="*/ 1964 h 6547"/>
              <a:gd name="T6" fmla="*/ 1964 w 6546"/>
              <a:gd name="T7" fmla="*/ 6547 h 6547"/>
              <a:gd name="T8" fmla="*/ 0 w 6546"/>
              <a:gd name="T9" fmla="*/ 6547 h 6547"/>
            </a:gdLst>
            <a:ahLst/>
            <a:cxnLst>
              <a:cxn ang="0">
                <a:pos x="T0" y="T1"/>
              </a:cxn>
              <a:cxn ang="0">
                <a:pos x="T2" y="T3"/>
              </a:cxn>
              <a:cxn ang="0">
                <a:pos x="T4" y="T5"/>
              </a:cxn>
              <a:cxn ang="0">
                <a:pos x="T6" y="T7"/>
              </a:cxn>
              <a:cxn ang="0">
                <a:pos x="T8" y="T9"/>
              </a:cxn>
            </a:cxnLst>
            <a:rect l="0" t="0" r="r" b="b"/>
            <a:pathLst>
              <a:path w="6546" h="6547">
                <a:moveTo>
                  <a:pt x="0" y="6547"/>
                </a:moveTo>
                <a:cubicBezTo>
                  <a:pt x="0" y="2931"/>
                  <a:pt x="2931" y="0"/>
                  <a:pt x="6546" y="0"/>
                </a:cubicBezTo>
                <a:lnTo>
                  <a:pt x="6546" y="1964"/>
                </a:lnTo>
                <a:cubicBezTo>
                  <a:pt x="4015" y="1964"/>
                  <a:pt x="1964" y="4016"/>
                  <a:pt x="1964" y="6547"/>
                </a:cubicBezTo>
                <a:lnTo>
                  <a:pt x="0" y="6547"/>
                </a:lnTo>
                <a:close/>
              </a:path>
            </a:pathLst>
          </a:custGeom>
          <a:solidFill>
            <a:schemeClr val="accent4"/>
          </a:solidFill>
          <a:ln w="9525">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a:buClr>
                <a:schemeClr val="bg1"/>
              </a:buClr>
            </a:pPr>
            <a:endParaRPr lang="en-US" sz="1600">
              <a:solidFill>
                <a:schemeClr val="bg1"/>
              </a:solidFill>
            </a:endParaRPr>
          </a:p>
        </p:txBody>
      </p:sp>
      <p:sp>
        <p:nvSpPr>
          <p:cNvPr id="212001" name="Freeform 16">
            <a:extLst>
              <a:ext uri="{FF2B5EF4-FFF2-40B4-BE49-F238E27FC236}">
                <a16:creationId xmlns:a16="http://schemas.microsoft.com/office/drawing/2014/main" id="{E9262897-B511-2DEB-9BED-BB5F14D4527C}"/>
              </a:ext>
            </a:extLst>
          </p:cNvPr>
          <p:cNvSpPr>
            <a:spLocks/>
          </p:cNvSpPr>
          <p:nvPr/>
        </p:nvSpPr>
        <p:spPr bwMode="auto">
          <a:xfrm rot="2841015">
            <a:off x="2826258" y="3125793"/>
            <a:ext cx="1167631" cy="1166425"/>
          </a:xfrm>
          <a:custGeom>
            <a:avLst/>
            <a:gdLst>
              <a:gd name="T0" fmla="*/ 0 w 6546"/>
              <a:gd name="T1" fmla="*/ 0 h 6547"/>
              <a:gd name="T2" fmla="*/ 6546 w 6546"/>
              <a:gd name="T3" fmla="*/ 6547 h 6547"/>
              <a:gd name="T4" fmla="*/ 4582 w 6546"/>
              <a:gd name="T5" fmla="*/ 6547 h 6547"/>
              <a:gd name="T6" fmla="*/ 0 w 6546"/>
              <a:gd name="T7" fmla="*/ 1964 h 6547"/>
              <a:gd name="T8" fmla="*/ 0 w 6546"/>
              <a:gd name="T9" fmla="*/ 0 h 6547"/>
            </a:gdLst>
            <a:ahLst/>
            <a:cxnLst>
              <a:cxn ang="0">
                <a:pos x="T0" y="T1"/>
              </a:cxn>
              <a:cxn ang="0">
                <a:pos x="T2" y="T3"/>
              </a:cxn>
              <a:cxn ang="0">
                <a:pos x="T4" y="T5"/>
              </a:cxn>
              <a:cxn ang="0">
                <a:pos x="T6" y="T7"/>
              </a:cxn>
              <a:cxn ang="0">
                <a:pos x="T8" y="T9"/>
              </a:cxn>
            </a:cxnLst>
            <a:rect l="0" t="0" r="r" b="b"/>
            <a:pathLst>
              <a:path w="6546" h="6547">
                <a:moveTo>
                  <a:pt x="0" y="0"/>
                </a:moveTo>
                <a:cubicBezTo>
                  <a:pt x="3615" y="0"/>
                  <a:pt x="6546" y="2931"/>
                  <a:pt x="6546" y="6547"/>
                </a:cubicBezTo>
                <a:lnTo>
                  <a:pt x="4582" y="6547"/>
                </a:lnTo>
                <a:cubicBezTo>
                  <a:pt x="4582" y="4016"/>
                  <a:pt x="2531" y="1964"/>
                  <a:pt x="0" y="1964"/>
                </a:cubicBezTo>
                <a:lnTo>
                  <a:pt x="0" y="0"/>
                </a:lnTo>
                <a:close/>
              </a:path>
            </a:pathLst>
          </a:custGeom>
          <a:solidFill>
            <a:schemeClr val="accent2"/>
          </a:solidFill>
          <a:ln w="9525">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a:buClr>
                <a:schemeClr val="bg2"/>
              </a:buClr>
            </a:pPr>
            <a:endParaRPr lang="en-US" sz="1600">
              <a:solidFill>
                <a:schemeClr val="lt1"/>
              </a:solidFill>
            </a:endParaRPr>
          </a:p>
        </p:txBody>
      </p:sp>
      <p:sp>
        <p:nvSpPr>
          <p:cNvPr id="212002" name="Freeform 20">
            <a:extLst>
              <a:ext uri="{FF2B5EF4-FFF2-40B4-BE49-F238E27FC236}">
                <a16:creationId xmlns:a16="http://schemas.microsoft.com/office/drawing/2014/main" id="{F73C89BF-E341-BD1D-C9EB-182A1F465AF5}"/>
              </a:ext>
            </a:extLst>
          </p:cNvPr>
          <p:cNvSpPr>
            <a:spLocks/>
          </p:cNvSpPr>
          <p:nvPr/>
        </p:nvSpPr>
        <p:spPr bwMode="auto">
          <a:xfrm rot="2841015">
            <a:off x="1177130" y="3057206"/>
            <a:ext cx="1168836" cy="1164016"/>
          </a:xfrm>
          <a:custGeom>
            <a:avLst/>
            <a:gdLst>
              <a:gd name="T0" fmla="*/ 6546 w 6546"/>
              <a:gd name="T1" fmla="*/ 6546 h 6546"/>
              <a:gd name="T2" fmla="*/ 0 w 6546"/>
              <a:gd name="T3" fmla="*/ 0 h 6546"/>
              <a:gd name="T4" fmla="*/ 1964 w 6546"/>
              <a:gd name="T5" fmla="*/ 0 h 6546"/>
              <a:gd name="T6" fmla="*/ 6546 w 6546"/>
              <a:gd name="T7" fmla="*/ 4582 h 6546"/>
              <a:gd name="T8" fmla="*/ 6546 w 6546"/>
              <a:gd name="T9" fmla="*/ 6546 h 6546"/>
            </a:gdLst>
            <a:ahLst/>
            <a:cxnLst>
              <a:cxn ang="0">
                <a:pos x="T0" y="T1"/>
              </a:cxn>
              <a:cxn ang="0">
                <a:pos x="T2" y="T3"/>
              </a:cxn>
              <a:cxn ang="0">
                <a:pos x="T4" y="T5"/>
              </a:cxn>
              <a:cxn ang="0">
                <a:pos x="T6" y="T7"/>
              </a:cxn>
              <a:cxn ang="0">
                <a:pos x="T8" y="T9"/>
              </a:cxn>
            </a:cxnLst>
            <a:rect l="0" t="0" r="r" b="b"/>
            <a:pathLst>
              <a:path w="6546" h="6546">
                <a:moveTo>
                  <a:pt x="6546" y="6546"/>
                </a:moveTo>
                <a:cubicBezTo>
                  <a:pt x="2931" y="6546"/>
                  <a:pt x="0" y="3615"/>
                  <a:pt x="0" y="0"/>
                </a:cubicBezTo>
                <a:lnTo>
                  <a:pt x="1964" y="0"/>
                </a:lnTo>
                <a:cubicBezTo>
                  <a:pt x="1964" y="2530"/>
                  <a:pt x="4015" y="4582"/>
                  <a:pt x="6546" y="4582"/>
                </a:cubicBezTo>
                <a:lnTo>
                  <a:pt x="6546" y="6546"/>
                </a:lnTo>
                <a:close/>
              </a:path>
            </a:pathLst>
          </a:custGeom>
          <a:solidFill>
            <a:schemeClr val="accent2"/>
          </a:solidFill>
          <a:ln w="9525">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a:buClr>
                <a:schemeClr val="bg1"/>
              </a:buClr>
            </a:pPr>
            <a:endParaRPr lang="en-US" sz="1600">
              <a:solidFill>
                <a:schemeClr val="bg1"/>
              </a:solidFill>
            </a:endParaRPr>
          </a:p>
        </p:txBody>
      </p:sp>
      <p:sp>
        <p:nvSpPr>
          <p:cNvPr id="212003" name="Freeform 18">
            <a:extLst>
              <a:ext uri="{FF2B5EF4-FFF2-40B4-BE49-F238E27FC236}">
                <a16:creationId xmlns:a16="http://schemas.microsoft.com/office/drawing/2014/main" id="{DD388B74-873E-0EF0-9E2D-77E394F210EA}"/>
              </a:ext>
            </a:extLst>
          </p:cNvPr>
          <p:cNvSpPr>
            <a:spLocks/>
          </p:cNvSpPr>
          <p:nvPr/>
        </p:nvSpPr>
        <p:spPr bwMode="auto">
          <a:xfrm rot="2841015">
            <a:off x="1969228" y="3916453"/>
            <a:ext cx="1167631" cy="1164016"/>
          </a:xfrm>
          <a:custGeom>
            <a:avLst/>
            <a:gdLst>
              <a:gd name="T0" fmla="*/ 6546 w 6546"/>
              <a:gd name="T1" fmla="*/ 0 h 6546"/>
              <a:gd name="T2" fmla="*/ 0 w 6546"/>
              <a:gd name="T3" fmla="*/ 6546 h 6546"/>
              <a:gd name="T4" fmla="*/ 0 w 6546"/>
              <a:gd name="T5" fmla="*/ 4582 h 6546"/>
              <a:gd name="T6" fmla="*/ 4582 w 6546"/>
              <a:gd name="T7" fmla="*/ 0 h 6546"/>
              <a:gd name="T8" fmla="*/ 6546 w 6546"/>
              <a:gd name="T9" fmla="*/ 0 h 6546"/>
            </a:gdLst>
            <a:ahLst/>
            <a:cxnLst>
              <a:cxn ang="0">
                <a:pos x="T0" y="T1"/>
              </a:cxn>
              <a:cxn ang="0">
                <a:pos x="T2" y="T3"/>
              </a:cxn>
              <a:cxn ang="0">
                <a:pos x="T4" y="T5"/>
              </a:cxn>
              <a:cxn ang="0">
                <a:pos x="T6" y="T7"/>
              </a:cxn>
              <a:cxn ang="0">
                <a:pos x="T8" y="T9"/>
              </a:cxn>
            </a:cxnLst>
            <a:rect l="0" t="0" r="r" b="b"/>
            <a:pathLst>
              <a:path w="6546" h="6546">
                <a:moveTo>
                  <a:pt x="6546" y="0"/>
                </a:moveTo>
                <a:cubicBezTo>
                  <a:pt x="6546" y="3615"/>
                  <a:pt x="3615" y="6546"/>
                  <a:pt x="0" y="6546"/>
                </a:cubicBezTo>
                <a:lnTo>
                  <a:pt x="0" y="4582"/>
                </a:lnTo>
                <a:cubicBezTo>
                  <a:pt x="2531" y="4582"/>
                  <a:pt x="4582" y="2530"/>
                  <a:pt x="4582" y="0"/>
                </a:cubicBezTo>
                <a:lnTo>
                  <a:pt x="6546" y="0"/>
                </a:lnTo>
                <a:close/>
              </a:path>
            </a:pathLst>
          </a:custGeom>
          <a:solidFill>
            <a:schemeClr val="accent4"/>
          </a:solidFill>
          <a:ln w="9525">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a:buClr>
                <a:schemeClr val="bg1"/>
              </a:buClr>
            </a:pPr>
            <a:endParaRPr lang="en-US" sz="1600">
              <a:solidFill>
                <a:schemeClr val="bg1"/>
              </a:solidFill>
            </a:endParaRPr>
          </a:p>
        </p:txBody>
      </p:sp>
      <p:sp>
        <p:nvSpPr>
          <p:cNvPr id="212004" name="TextBox 212003">
            <a:extLst>
              <a:ext uri="{FF2B5EF4-FFF2-40B4-BE49-F238E27FC236}">
                <a16:creationId xmlns:a16="http://schemas.microsoft.com/office/drawing/2014/main" id="{B1F70166-3AC1-7A73-B4AD-2CD1E529434B}"/>
              </a:ext>
            </a:extLst>
          </p:cNvPr>
          <p:cNvSpPr txBox="1"/>
          <p:nvPr/>
        </p:nvSpPr>
        <p:spPr>
          <a:xfrm>
            <a:off x="1995632" y="3245607"/>
            <a:ext cx="1179152" cy="861774"/>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lvl="5"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lvl="6"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lvl="7"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lvl="8"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a:cs typeface="+mn-cs"/>
              </a:rPr>
              <a:t>Enterprise Portfolio Management Office</a:t>
            </a:r>
          </a:p>
        </p:txBody>
      </p:sp>
      <p:sp>
        <p:nvSpPr>
          <p:cNvPr id="212005" name="TextBox 212004">
            <a:extLst>
              <a:ext uri="{FF2B5EF4-FFF2-40B4-BE49-F238E27FC236}">
                <a16:creationId xmlns:a16="http://schemas.microsoft.com/office/drawing/2014/main" id="{E2EB4AED-DB73-2A53-A401-D7817674FD0C}"/>
              </a:ext>
            </a:extLst>
          </p:cNvPr>
          <p:cNvSpPr txBox="1">
            <a:spLocks/>
          </p:cNvSpPr>
          <p:nvPr/>
        </p:nvSpPr>
        <p:spPr>
          <a:xfrm>
            <a:off x="1823763" y="2029983"/>
            <a:ext cx="1542090" cy="430887"/>
          </a:xfrm>
          <a:prstGeom prst="rect">
            <a:avLst/>
          </a:prstGeom>
          <a:noFill/>
          <a:ln>
            <a:noFill/>
            <a:miter lim="800000"/>
          </a:ln>
        </p:spPr>
        <p:txBody>
          <a:bodyPr wrap="none" lIns="0" tIns="0" rIns="0" bIns="0" rtlCol="0" anchor="t">
            <a:spAutoFit/>
          </a:bodyPr>
          <a:lstStyle/>
          <a:p>
            <a:pPr lvl="0" algn="ctr">
              <a:spcBef>
                <a:spcPts val="300"/>
              </a:spcBef>
              <a:defRPr/>
            </a:pPr>
            <a:r>
              <a:rPr lang="en-US" sz="1400" b="1">
                <a:sym typeface="Theinhardt Pan Medium" panose="020B0604020101020102" pitchFamily="34" charset="0"/>
              </a:rPr>
              <a:t>Work intake and </a:t>
            </a:r>
            <a:br>
              <a:rPr lang="en-US" sz="1400" b="1">
                <a:sym typeface="Theinhardt Pan Medium" panose="020B0604020101020102" pitchFamily="34" charset="0"/>
              </a:rPr>
            </a:br>
            <a:r>
              <a:rPr lang="en-US" sz="1400" b="1">
                <a:sym typeface="Theinhardt Pan Medium" panose="020B0604020101020102" pitchFamily="34" charset="0"/>
              </a:rPr>
              <a:t>prioritization</a:t>
            </a:r>
          </a:p>
        </p:txBody>
      </p:sp>
      <p:sp>
        <p:nvSpPr>
          <p:cNvPr id="212006" name="TextBox 212005">
            <a:extLst>
              <a:ext uri="{FF2B5EF4-FFF2-40B4-BE49-F238E27FC236}">
                <a16:creationId xmlns:a16="http://schemas.microsoft.com/office/drawing/2014/main" id="{EB36207A-C174-8D01-EE2C-ACC350395627}"/>
              </a:ext>
            </a:extLst>
          </p:cNvPr>
          <p:cNvSpPr txBox="1">
            <a:spLocks/>
          </p:cNvSpPr>
          <p:nvPr/>
        </p:nvSpPr>
        <p:spPr>
          <a:xfrm>
            <a:off x="554736" y="3303522"/>
            <a:ext cx="811119" cy="861774"/>
          </a:xfrm>
          <a:prstGeom prst="rect">
            <a:avLst/>
          </a:prstGeom>
          <a:noFill/>
          <a:ln>
            <a:noFill/>
            <a:miter lim="800000"/>
          </a:ln>
        </p:spPr>
        <p:txBody>
          <a:bodyPr wrap="none" lIns="0" tIns="0" rIns="0" bIns="0" rtlCol="0" anchor="t">
            <a:spAutoFit/>
          </a:bodyPr>
          <a:lstStyle/>
          <a:p>
            <a:pPr lvl="0">
              <a:spcBef>
                <a:spcPts val="300"/>
              </a:spcBef>
              <a:defRPr/>
            </a:pPr>
            <a:r>
              <a:rPr lang="en-US" sz="1400" b="1">
                <a:sym typeface="Theinhardt Pan Medium" panose="020B0604020101020102" pitchFamily="34" charset="0"/>
              </a:rPr>
              <a:t>Perform-</a:t>
            </a:r>
            <a:br>
              <a:rPr lang="en-US" sz="1400" b="1">
                <a:sym typeface="Theinhardt Pan Medium" panose="020B0604020101020102" pitchFamily="34" charset="0"/>
              </a:rPr>
            </a:br>
            <a:r>
              <a:rPr lang="en-US" sz="1400" b="1" err="1">
                <a:sym typeface="Theinhardt Pan Medium" panose="020B0604020101020102" pitchFamily="34" charset="0"/>
              </a:rPr>
              <a:t>ance</a:t>
            </a:r>
            <a:r>
              <a:rPr lang="en-US" sz="1400" b="1">
                <a:sym typeface="Theinhardt Pan Medium" panose="020B0604020101020102" pitchFamily="34" charset="0"/>
              </a:rPr>
              <a:t> </a:t>
            </a:r>
            <a:br>
              <a:rPr lang="en-US" sz="1400" b="1">
                <a:sym typeface="Theinhardt Pan Medium" panose="020B0604020101020102" pitchFamily="34" charset="0"/>
              </a:rPr>
            </a:br>
            <a:r>
              <a:rPr lang="en-US" sz="1400" b="1">
                <a:sym typeface="Theinhardt Pan Medium" panose="020B0604020101020102" pitchFamily="34" charset="0"/>
              </a:rPr>
              <a:t>manage</a:t>
            </a:r>
            <a:br>
              <a:rPr lang="en-US" sz="1400" b="1">
                <a:sym typeface="Theinhardt Pan Medium" panose="020B0604020101020102" pitchFamily="34" charset="0"/>
              </a:rPr>
            </a:br>
            <a:r>
              <a:rPr lang="en-US" sz="1400" b="1" err="1">
                <a:sym typeface="Theinhardt Pan Medium" panose="020B0604020101020102" pitchFamily="34" charset="0"/>
              </a:rPr>
              <a:t>ment</a:t>
            </a:r>
            <a:endParaRPr lang="en-US" sz="1400" b="1">
              <a:sym typeface="Theinhardt Pan Medium" panose="020B0604020101020102" pitchFamily="34" charset="0"/>
            </a:endParaRPr>
          </a:p>
        </p:txBody>
      </p:sp>
      <p:sp>
        <p:nvSpPr>
          <p:cNvPr id="212007" name="TextBox 212006">
            <a:extLst>
              <a:ext uri="{FF2B5EF4-FFF2-40B4-BE49-F238E27FC236}">
                <a16:creationId xmlns:a16="http://schemas.microsoft.com/office/drawing/2014/main" id="{AA787563-522B-1B9E-9278-41F0EF30F25B}"/>
              </a:ext>
            </a:extLst>
          </p:cNvPr>
          <p:cNvSpPr txBox="1">
            <a:spLocks/>
          </p:cNvSpPr>
          <p:nvPr/>
        </p:nvSpPr>
        <p:spPr>
          <a:xfrm>
            <a:off x="2028284" y="4955931"/>
            <a:ext cx="1215077" cy="430887"/>
          </a:xfrm>
          <a:prstGeom prst="rect">
            <a:avLst/>
          </a:prstGeom>
          <a:noFill/>
          <a:ln>
            <a:noFill/>
            <a:miter lim="800000"/>
          </a:ln>
        </p:spPr>
        <p:txBody>
          <a:bodyPr wrap="none" lIns="0" tIns="0" rIns="0" bIns="0" rtlCol="0" anchor="t">
            <a:spAutoFit/>
          </a:bodyPr>
          <a:lstStyle/>
          <a:p>
            <a:pPr lvl="0" algn="ctr">
              <a:spcBef>
                <a:spcPts val="300"/>
              </a:spcBef>
              <a:defRPr/>
            </a:pPr>
            <a:r>
              <a:rPr lang="en-US" sz="1400" b="1">
                <a:sym typeface="Theinhardt Pan Medium" panose="020B0604020101020102" pitchFamily="34" charset="0"/>
              </a:rPr>
              <a:t>Capacity and </a:t>
            </a:r>
            <a:br>
              <a:rPr lang="en-US" sz="1400" b="1">
                <a:sym typeface="Theinhardt Pan Medium" panose="020B0604020101020102" pitchFamily="34" charset="0"/>
              </a:rPr>
            </a:br>
            <a:r>
              <a:rPr lang="en-US" sz="1400" b="1">
                <a:sym typeface="Theinhardt Pan Medium" panose="020B0604020101020102" pitchFamily="34" charset="0"/>
              </a:rPr>
              <a:t>resourcing</a:t>
            </a:r>
          </a:p>
        </p:txBody>
      </p:sp>
      <p:sp>
        <p:nvSpPr>
          <p:cNvPr id="212008" name="Oval 212007">
            <a:extLst>
              <a:ext uri="{FF2B5EF4-FFF2-40B4-BE49-F238E27FC236}">
                <a16:creationId xmlns:a16="http://schemas.microsoft.com/office/drawing/2014/main" id="{C6234FA3-2881-67B5-A5DF-5FE83676D143}"/>
              </a:ext>
            </a:extLst>
          </p:cNvPr>
          <p:cNvSpPr>
            <a:spLocks/>
          </p:cNvSpPr>
          <p:nvPr/>
        </p:nvSpPr>
        <p:spPr>
          <a:xfrm>
            <a:off x="1491355" y="3561971"/>
            <a:ext cx="229044" cy="229044"/>
          </a:xfrm>
          <a:prstGeom prst="ellipse">
            <a:avLst/>
          </a:prstGeom>
          <a:solidFill>
            <a:schemeClr val="accent1"/>
          </a:solidFill>
          <a:ln w="63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buClr>
                <a:schemeClr val="bg1"/>
              </a:buClr>
            </a:pPr>
            <a:r>
              <a:rPr lang="en-US" sz="1400">
                <a:solidFill>
                  <a:schemeClr val="bg1"/>
                </a:solidFill>
                <a:sym typeface="Theinhardt Pan Medium" panose="020B0604020101020102" pitchFamily="34" charset="0"/>
              </a:rPr>
              <a:t>4</a:t>
            </a:r>
          </a:p>
        </p:txBody>
      </p:sp>
      <p:sp>
        <p:nvSpPr>
          <p:cNvPr id="212009" name="Oval 212008">
            <a:extLst>
              <a:ext uri="{FF2B5EF4-FFF2-40B4-BE49-F238E27FC236}">
                <a16:creationId xmlns:a16="http://schemas.microsoft.com/office/drawing/2014/main" id="{A3BC550B-487A-AD07-BCFE-2D64350E8BB7}"/>
              </a:ext>
            </a:extLst>
          </p:cNvPr>
          <p:cNvSpPr>
            <a:spLocks/>
          </p:cNvSpPr>
          <p:nvPr/>
        </p:nvSpPr>
        <p:spPr>
          <a:xfrm>
            <a:off x="3468088" y="3561971"/>
            <a:ext cx="229044" cy="229044"/>
          </a:xfrm>
          <a:prstGeom prst="ellipse">
            <a:avLst/>
          </a:prstGeom>
          <a:solidFill>
            <a:schemeClr val="accent1"/>
          </a:solidFill>
          <a:ln w="63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buClr>
                <a:schemeClr val="bg1"/>
              </a:buClr>
            </a:pPr>
            <a:r>
              <a:rPr lang="en-US" sz="1400">
                <a:solidFill>
                  <a:schemeClr val="bg1"/>
                </a:solidFill>
                <a:sym typeface="Theinhardt Pan Medium" panose="020B0604020101020102" pitchFamily="34" charset="0"/>
              </a:rPr>
              <a:t>2</a:t>
            </a:r>
          </a:p>
        </p:txBody>
      </p:sp>
      <p:sp>
        <p:nvSpPr>
          <p:cNvPr id="212010" name="Oval 212009">
            <a:extLst>
              <a:ext uri="{FF2B5EF4-FFF2-40B4-BE49-F238E27FC236}">
                <a16:creationId xmlns:a16="http://schemas.microsoft.com/office/drawing/2014/main" id="{E92D239B-C9B9-EF1C-575F-EC2AFAFD020E}"/>
              </a:ext>
            </a:extLst>
          </p:cNvPr>
          <p:cNvSpPr>
            <a:spLocks/>
          </p:cNvSpPr>
          <p:nvPr/>
        </p:nvSpPr>
        <p:spPr>
          <a:xfrm>
            <a:off x="2504056" y="2559006"/>
            <a:ext cx="229044" cy="229044"/>
          </a:xfrm>
          <a:prstGeom prst="ellipse">
            <a:avLst/>
          </a:prstGeom>
          <a:solidFill>
            <a:schemeClr val="accent1"/>
          </a:solidFill>
          <a:ln w="63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buClr>
                <a:schemeClr val="bg1"/>
              </a:buClr>
            </a:pPr>
            <a:r>
              <a:rPr lang="en-US" sz="1400">
                <a:solidFill>
                  <a:schemeClr val="bg1"/>
                </a:solidFill>
                <a:sym typeface="Theinhardt Pan Medium" panose="020B0604020101020102" pitchFamily="34" charset="0"/>
              </a:rPr>
              <a:t>1</a:t>
            </a:r>
          </a:p>
        </p:txBody>
      </p:sp>
      <p:sp>
        <p:nvSpPr>
          <p:cNvPr id="212011" name="Oval 212010">
            <a:extLst>
              <a:ext uri="{FF2B5EF4-FFF2-40B4-BE49-F238E27FC236}">
                <a16:creationId xmlns:a16="http://schemas.microsoft.com/office/drawing/2014/main" id="{C9D131F6-BA8A-E348-C011-225E179FF29C}"/>
              </a:ext>
            </a:extLst>
          </p:cNvPr>
          <p:cNvSpPr>
            <a:spLocks/>
          </p:cNvSpPr>
          <p:nvPr/>
        </p:nvSpPr>
        <p:spPr>
          <a:xfrm>
            <a:off x="2504056" y="4541338"/>
            <a:ext cx="229044" cy="229044"/>
          </a:xfrm>
          <a:prstGeom prst="ellipse">
            <a:avLst/>
          </a:prstGeom>
          <a:solidFill>
            <a:schemeClr val="accent1"/>
          </a:solidFill>
          <a:ln w="63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buClr>
                <a:schemeClr val="bg1"/>
              </a:buClr>
            </a:pPr>
            <a:r>
              <a:rPr lang="en-US" sz="1400">
                <a:solidFill>
                  <a:schemeClr val="bg1"/>
                </a:solidFill>
                <a:sym typeface="Theinhardt Pan Medium" panose="020B0604020101020102" pitchFamily="34" charset="0"/>
              </a:rPr>
              <a:t>3</a:t>
            </a:r>
          </a:p>
        </p:txBody>
      </p:sp>
      <p:cxnSp>
        <p:nvCxnSpPr>
          <p:cNvPr id="44" name="Straight Connector 43">
            <a:extLst>
              <a:ext uri="{FF2B5EF4-FFF2-40B4-BE49-F238E27FC236}">
                <a16:creationId xmlns:a16="http://schemas.microsoft.com/office/drawing/2014/main" id="{34841A33-DE89-E591-4796-4E541E8458BB}"/>
              </a:ext>
            </a:extLst>
          </p:cNvPr>
          <p:cNvCxnSpPr>
            <a:cxnSpLocks/>
          </p:cNvCxnSpPr>
          <p:nvPr/>
        </p:nvCxnSpPr>
        <p:spPr>
          <a:xfrm>
            <a:off x="4618277" y="1300480"/>
            <a:ext cx="0" cy="481584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LineBasicDefault 70">
            <a:extLst>
              <a:ext uri="{FF2B5EF4-FFF2-40B4-BE49-F238E27FC236}">
                <a16:creationId xmlns:a16="http://schemas.microsoft.com/office/drawing/2014/main" id="{66F1E8B1-40D6-0F9F-9F98-F54E9736FB03}"/>
              </a:ext>
            </a:extLst>
          </p:cNvPr>
          <p:cNvCxnSpPr>
            <a:cxnSpLocks/>
          </p:cNvCxnSpPr>
          <p:nvPr>
            <p:custDataLst>
              <p:tags r:id="rId4"/>
            </p:custDataLst>
          </p:nvPr>
        </p:nvCxnSpPr>
        <p:spPr>
          <a:xfrm>
            <a:off x="4808592" y="1653640"/>
            <a:ext cx="685409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GreyLineContentSeparatorDefault 25">
            <a:extLst>
              <a:ext uri="{FF2B5EF4-FFF2-40B4-BE49-F238E27FC236}">
                <a16:creationId xmlns:a16="http://schemas.microsoft.com/office/drawing/2014/main" id="{67BB40D6-F43A-1427-C664-AF4DFDF18757}"/>
              </a:ext>
            </a:extLst>
          </p:cNvPr>
          <p:cNvCxnSpPr>
            <a:cxnSpLocks/>
          </p:cNvCxnSpPr>
          <p:nvPr>
            <p:custDataLst>
              <p:tags r:id="rId5"/>
            </p:custDataLst>
          </p:nvPr>
        </p:nvCxnSpPr>
        <p:spPr>
          <a:xfrm>
            <a:off x="4808592" y="3284324"/>
            <a:ext cx="6854094"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GreyLineContentSeparatorDefault 25">
            <a:extLst>
              <a:ext uri="{FF2B5EF4-FFF2-40B4-BE49-F238E27FC236}">
                <a16:creationId xmlns:a16="http://schemas.microsoft.com/office/drawing/2014/main" id="{147121FA-E078-32BA-A9AE-561224DA3CA5}"/>
              </a:ext>
            </a:extLst>
          </p:cNvPr>
          <p:cNvCxnSpPr>
            <a:cxnSpLocks/>
          </p:cNvCxnSpPr>
          <p:nvPr>
            <p:custDataLst>
              <p:tags r:id="rId6"/>
            </p:custDataLst>
          </p:nvPr>
        </p:nvCxnSpPr>
        <p:spPr>
          <a:xfrm>
            <a:off x="4808592" y="3999345"/>
            <a:ext cx="6854094"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GreyLineContentSeparatorDefault 25">
            <a:extLst>
              <a:ext uri="{FF2B5EF4-FFF2-40B4-BE49-F238E27FC236}">
                <a16:creationId xmlns:a16="http://schemas.microsoft.com/office/drawing/2014/main" id="{2222486D-05C8-0AFD-DBEA-15F18AC94E8E}"/>
              </a:ext>
            </a:extLst>
          </p:cNvPr>
          <p:cNvCxnSpPr>
            <a:cxnSpLocks/>
          </p:cNvCxnSpPr>
          <p:nvPr>
            <p:custDataLst>
              <p:tags r:id="rId7"/>
            </p:custDataLst>
          </p:nvPr>
        </p:nvCxnSpPr>
        <p:spPr>
          <a:xfrm>
            <a:off x="4808592" y="4968282"/>
            <a:ext cx="6854094"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CABD902-B5F6-3A49-D859-EB89DDD7FDEA}"/>
              </a:ext>
            </a:extLst>
          </p:cNvPr>
          <p:cNvSpPr txBox="1">
            <a:spLocks/>
          </p:cNvSpPr>
          <p:nvPr/>
        </p:nvSpPr>
        <p:spPr>
          <a:xfrm>
            <a:off x="4808593" y="1363981"/>
            <a:ext cx="1521709" cy="246221"/>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cs typeface="+mn-cs"/>
              </a:rPr>
              <a:t>Function</a:t>
            </a:r>
          </a:p>
        </p:txBody>
      </p:sp>
      <p:sp>
        <p:nvSpPr>
          <p:cNvPr id="17" name="TextBox 16">
            <a:extLst>
              <a:ext uri="{FF2B5EF4-FFF2-40B4-BE49-F238E27FC236}">
                <a16:creationId xmlns:a16="http://schemas.microsoft.com/office/drawing/2014/main" id="{E9178CFC-F190-2DEF-FA4A-D8871D3E76A5}"/>
              </a:ext>
            </a:extLst>
          </p:cNvPr>
          <p:cNvSpPr txBox="1">
            <a:spLocks/>
          </p:cNvSpPr>
          <p:nvPr/>
        </p:nvSpPr>
        <p:spPr>
          <a:xfrm>
            <a:off x="6527781" y="1363981"/>
            <a:ext cx="5134905" cy="246221"/>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cs typeface="+mn-cs"/>
              </a:rPr>
              <a:t>Description</a:t>
            </a:r>
          </a:p>
        </p:txBody>
      </p:sp>
      <p:sp>
        <p:nvSpPr>
          <p:cNvPr id="19" name="TrackerNumBlue 20">
            <a:extLst>
              <a:ext uri="{FF2B5EF4-FFF2-40B4-BE49-F238E27FC236}">
                <a16:creationId xmlns:a16="http://schemas.microsoft.com/office/drawing/2014/main" id="{DB159FE1-BF37-16D7-5ED9-CD8C9D23A895}"/>
              </a:ext>
            </a:extLst>
          </p:cNvPr>
          <p:cNvSpPr/>
          <p:nvPr>
            <p:custDataLst>
              <p:tags r:id="rId8"/>
            </p:custDataLst>
          </p:nvPr>
        </p:nvSpPr>
        <p:spPr>
          <a:xfrm>
            <a:off x="4808592" y="1714943"/>
            <a:ext cx="219456" cy="21743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dirty="0">
                <a:solidFill>
                  <a:schemeClr val="bg1"/>
                </a:solidFill>
              </a:rPr>
              <a:t>1</a:t>
            </a:r>
          </a:p>
        </p:txBody>
      </p:sp>
      <p:sp>
        <p:nvSpPr>
          <p:cNvPr id="18" name="TextBox 17">
            <a:extLst>
              <a:ext uri="{FF2B5EF4-FFF2-40B4-BE49-F238E27FC236}">
                <a16:creationId xmlns:a16="http://schemas.microsoft.com/office/drawing/2014/main" id="{8287A957-C765-7D7D-C675-92483098451A}"/>
              </a:ext>
            </a:extLst>
          </p:cNvPr>
          <p:cNvSpPr txBox="1">
            <a:spLocks/>
          </p:cNvSpPr>
          <p:nvPr/>
        </p:nvSpPr>
        <p:spPr>
          <a:xfrm>
            <a:off x="5089829" y="1714943"/>
            <a:ext cx="1240472" cy="6463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Work intake and prioritization</a:t>
            </a:r>
          </a:p>
        </p:txBody>
      </p:sp>
      <p:sp>
        <p:nvSpPr>
          <p:cNvPr id="12" name="TextBox 11">
            <a:extLst>
              <a:ext uri="{FF2B5EF4-FFF2-40B4-BE49-F238E27FC236}">
                <a16:creationId xmlns:a16="http://schemas.microsoft.com/office/drawing/2014/main" id="{68CA0D53-3F9B-AAB4-F83D-11F1287C0ABE}"/>
              </a:ext>
            </a:extLst>
          </p:cNvPr>
          <p:cNvSpPr txBox="1">
            <a:spLocks/>
          </p:cNvSpPr>
          <p:nvPr/>
        </p:nvSpPr>
        <p:spPr>
          <a:xfrm>
            <a:off x="6527781" y="1714943"/>
            <a:ext cx="5134905" cy="144655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dirty="0">
                <a:latin typeface="+mn-lt"/>
                <a:ea typeface="+mn-ea"/>
                <a:cs typeface="+mn-cs"/>
              </a:rPr>
              <a:t>Sets single point for collecting business and tech demand</a:t>
            </a:r>
          </a:p>
          <a:p>
            <a:pPr lvl="1"/>
            <a:r>
              <a:rPr lang="en-US" dirty="0">
                <a:latin typeface="+mn-lt"/>
                <a:ea typeface="+mn-ea"/>
                <a:cs typeface="+mn-cs"/>
              </a:rPr>
              <a:t>Customer-service mindset toward business partners</a:t>
            </a:r>
          </a:p>
          <a:p>
            <a:pPr lvl="1"/>
            <a:r>
              <a:rPr lang="en-US" dirty="0">
                <a:latin typeface="+mn-lt"/>
                <a:ea typeface="+mn-ea"/>
                <a:cs typeface="+mn-cs"/>
              </a:rPr>
              <a:t>Orchestrates trade-offs on “what’s delivered when”, proposes resolution of resource contention</a:t>
            </a:r>
          </a:p>
          <a:p>
            <a:pPr lvl="1"/>
            <a:r>
              <a:rPr lang="en-US" dirty="0">
                <a:latin typeface="+mn-lt"/>
                <a:ea typeface="+mn-ea"/>
                <a:cs typeface="+mn-cs"/>
              </a:rPr>
              <a:t>Ensures work is aligned with strategy and creates value</a:t>
            </a:r>
          </a:p>
          <a:p>
            <a:pPr lvl="1"/>
            <a:r>
              <a:rPr lang="en-US" dirty="0">
                <a:latin typeface="+mn-lt"/>
                <a:ea typeface="+mn-ea"/>
                <a:cs typeface="+mn-cs"/>
              </a:rPr>
              <a:t>Anchors organization on a clear plan</a:t>
            </a:r>
          </a:p>
        </p:txBody>
      </p:sp>
      <p:sp>
        <p:nvSpPr>
          <p:cNvPr id="23" name="TrackerNumBlue 20">
            <a:extLst>
              <a:ext uri="{FF2B5EF4-FFF2-40B4-BE49-F238E27FC236}">
                <a16:creationId xmlns:a16="http://schemas.microsoft.com/office/drawing/2014/main" id="{68C7C11E-1118-6CCC-CD69-370606D7564D}"/>
              </a:ext>
            </a:extLst>
          </p:cNvPr>
          <p:cNvSpPr/>
          <p:nvPr>
            <p:custDataLst>
              <p:tags r:id="rId9"/>
            </p:custDataLst>
          </p:nvPr>
        </p:nvSpPr>
        <p:spPr>
          <a:xfrm>
            <a:off x="4808592" y="3407155"/>
            <a:ext cx="219456" cy="21743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2</a:t>
            </a:r>
          </a:p>
        </p:txBody>
      </p:sp>
      <p:sp>
        <p:nvSpPr>
          <p:cNvPr id="21" name="TextBox 20">
            <a:extLst>
              <a:ext uri="{FF2B5EF4-FFF2-40B4-BE49-F238E27FC236}">
                <a16:creationId xmlns:a16="http://schemas.microsoft.com/office/drawing/2014/main" id="{CCC63E56-5576-C910-3C62-39BA7D953E1F}"/>
              </a:ext>
            </a:extLst>
          </p:cNvPr>
          <p:cNvSpPr txBox="1">
            <a:spLocks/>
          </p:cNvSpPr>
          <p:nvPr/>
        </p:nvSpPr>
        <p:spPr>
          <a:xfrm>
            <a:off x="5089829" y="3407155"/>
            <a:ext cx="1240472" cy="21544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Funding</a:t>
            </a:r>
          </a:p>
        </p:txBody>
      </p:sp>
      <p:sp>
        <p:nvSpPr>
          <p:cNvPr id="20" name="TextBox 19">
            <a:extLst>
              <a:ext uri="{FF2B5EF4-FFF2-40B4-BE49-F238E27FC236}">
                <a16:creationId xmlns:a16="http://schemas.microsoft.com/office/drawing/2014/main" id="{76F70B0A-83A1-9F77-F211-B92D7CC03333}"/>
              </a:ext>
            </a:extLst>
          </p:cNvPr>
          <p:cNvSpPr txBox="1">
            <a:spLocks/>
          </p:cNvSpPr>
          <p:nvPr/>
        </p:nvSpPr>
        <p:spPr>
          <a:xfrm>
            <a:off x="6527781" y="3407155"/>
            <a:ext cx="5134905" cy="46935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dirty="0">
                <a:latin typeface="+mn-lt"/>
                <a:ea typeface="+mn-ea"/>
                <a:cs typeface="+mn-cs"/>
              </a:rPr>
              <a:t>Coordinates and tracks funding against measurable KPIs</a:t>
            </a:r>
          </a:p>
          <a:p>
            <a:pPr lvl="1"/>
            <a:r>
              <a:rPr lang="en-US" dirty="0">
                <a:latin typeface="+mn-lt"/>
                <a:ea typeface="+mn-ea"/>
                <a:cs typeface="+mn-cs"/>
              </a:rPr>
              <a:t>Continues to track deliverables, e.g., “earn funding as you go”</a:t>
            </a:r>
          </a:p>
        </p:txBody>
      </p:sp>
      <p:sp>
        <p:nvSpPr>
          <p:cNvPr id="26" name="TrackerNumBlue 20">
            <a:extLst>
              <a:ext uri="{FF2B5EF4-FFF2-40B4-BE49-F238E27FC236}">
                <a16:creationId xmlns:a16="http://schemas.microsoft.com/office/drawing/2014/main" id="{AFF21E19-0717-9E40-6A6A-781284F763DA}"/>
              </a:ext>
            </a:extLst>
          </p:cNvPr>
          <p:cNvSpPr/>
          <p:nvPr>
            <p:custDataLst>
              <p:tags r:id="rId10"/>
            </p:custDataLst>
          </p:nvPr>
        </p:nvSpPr>
        <p:spPr>
          <a:xfrm>
            <a:off x="4808592" y="4122176"/>
            <a:ext cx="219456" cy="21743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3</a:t>
            </a:r>
          </a:p>
        </p:txBody>
      </p:sp>
      <p:sp>
        <p:nvSpPr>
          <p:cNvPr id="24" name="TextBox 23">
            <a:extLst>
              <a:ext uri="{FF2B5EF4-FFF2-40B4-BE49-F238E27FC236}">
                <a16:creationId xmlns:a16="http://schemas.microsoft.com/office/drawing/2014/main" id="{69B77845-2CF4-0A31-84A7-DB45A7D08568}"/>
              </a:ext>
            </a:extLst>
          </p:cNvPr>
          <p:cNvSpPr txBox="1">
            <a:spLocks/>
          </p:cNvSpPr>
          <p:nvPr/>
        </p:nvSpPr>
        <p:spPr>
          <a:xfrm>
            <a:off x="5089829" y="4122176"/>
            <a:ext cx="1240472"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Capacity and resourcing</a:t>
            </a:r>
          </a:p>
        </p:txBody>
      </p:sp>
      <p:sp>
        <p:nvSpPr>
          <p:cNvPr id="25" name="TextBox 24">
            <a:extLst>
              <a:ext uri="{FF2B5EF4-FFF2-40B4-BE49-F238E27FC236}">
                <a16:creationId xmlns:a16="http://schemas.microsoft.com/office/drawing/2014/main" id="{A13FE926-D54B-B4F7-65B1-B766C0690621}"/>
              </a:ext>
            </a:extLst>
          </p:cNvPr>
          <p:cNvSpPr txBox="1">
            <a:spLocks/>
          </p:cNvSpPr>
          <p:nvPr/>
        </p:nvSpPr>
        <p:spPr>
          <a:xfrm>
            <a:off x="6527781" y="4122176"/>
            <a:ext cx="5134905" cy="72327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dirty="0">
                <a:latin typeface="+mn-lt"/>
                <a:ea typeface="+mn-ea"/>
                <a:cs typeface="+mn-cs"/>
              </a:rPr>
              <a:t>Tees-up resource trade-offs between products / platforms</a:t>
            </a:r>
          </a:p>
          <a:p>
            <a:pPr lvl="1"/>
            <a:r>
              <a:rPr lang="en-US" dirty="0">
                <a:latin typeface="+mn-lt"/>
                <a:ea typeface="+mn-ea"/>
                <a:cs typeface="+mn-cs"/>
              </a:rPr>
              <a:t>Tracks the organization’s technical skills</a:t>
            </a:r>
          </a:p>
          <a:p>
            <a:pPr lvl="1"/>
            <a:r>
              <a:rPr lang="en-US" dirty="0">
                <a:latin typeface="+mn-lt"/>
                <a:ea typeface="+mn-ea"/>
                <a:cs typeface="+mn-cs"/>
              </a:rPr>
              <a:t>May manage vendor contracts and performance</a:t>
            </a:r>
          </a:p>
        </p:txBody>
      </p:sp>
      <p:sp>
        <p:nvSpPr>
          <p:cNvPr id="35" name="TextBox 34">
            <a:extLst>
              <a:ext uri="{FF2B5EF4-FFF2-40B4-BE49-F238E27FC236}">
                <a16:creationId xmlns:a16="http://schemas.microsoft.com/office/drawing/2014/main" id="{980EF525-E689-EB24-8FF7-4A2205E6044C}"/>
              </a:ext>
            </a:extLst>
          </p:cNvPr>
          <p:cNvSpPr txBox="1">
            <a:spLocks/>
          </p:cNvSpPr>
          <p:nvPr/>
        </p:nvSpPr>
        <p:spPr>
          <a:xfrm>
            <a:off x="5089829" y="5091113"/>
            <a:ext cx="1240472"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Performance management</a:t>
            </a:r>
          </a:p>
        </p:txBody>
      </p:sp>
      <p:sp>
        <p:nvSpPr>
          <p:cNvPr id="37" name="TrackerNumBlue 20">
            <a:extLst>
              <a:ext uri="{FF2B5EF4-FFF2-40B4-BE49-F238E27FC236}">
                <a16:creationId xmlns:a16="http://schemas.microsoft.com/office/drawing/2014/main" id="{B3B8B72C-06E5-C24D-39B7-9ADEB27074CF}"/>
              </a:ext>
            </a:extLst>
          </p:cNvPr>
          <p:cNvSpPr/>
          <p:nvPr>
            <p:custDataLst>
              <p:tags r:id="rId11"/>
            </p:custDataLst>
          </p:nvPr>
        </p:nvSpPr>
        <p:spPr>
          <a:xfrm>
            <a:off x="4808592" y="5091113"/>
            <a:ext cx="219456" cy="21743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4</a:t>
            </a:r>
          </a:p>
        </p:txBody>
      </p:sp>
      <p:sp>
        <p:nvSpPr>
          <p:cNvPr id="30" name="TextBox 29">
            <a:extLst>
              <a:ext uri="{FF2B5EF4-FFF2-40B4-BE49-F238E27FC236}">
                <a16:creationId xmlns:a16="http://schemas.microsoft.com/office/drawing/2014/main" id="{EC9814A7-A8B1-82BF-EA2C-B619BF44192F}"/>
              </a:ext>
            </a:extLst>
          </p:cNvPr>
          <p:cNvSpPr txBox="1">
            <a:spLocks/>
          </p:cNvSpPr>
          <p:nvPr/>
        </p:nvSpPr>
        <p:spPr>
          <a:xfrm>
            <a:off x="6527781" y="5091113"/>
            <a:ext cx="5134905" cy="72327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dirty="0">
                <a:latin typeface="+mn-lt"/>
                <a:ea typeface="+mn-ea"/>
                <a:cs typeface="+mn-cs"/>
              </a:rPr>
              <a:t>Tracks team performance against set KPIs</a:t>
            </a:r>
          </a:p>
          <a:p>
            <a:pPr lvl="1"/>
            <a:r>
              <a:rPr lang="en-US" dirty="0">
                <a:latin typeface="+mn-lt"/>
                <a:ea typeface="+mn-ea"/>
                <a:cs typeface="+mn-cs"/>
              </a:rPr>
              <a:t>One source of truth on delivery status</a:t>
            </a:r>
          </a:p>
          <a:p>
            <a:pPr lvl="1"/>
            <a:r>
              <a:rPr lang="en-US" dirty="0">
                <a:latin typeface="+mn-lt"/>
                <a:ea typeface="+mn-ea"/>
                <a:cs typeface="+mn-cs"/>
              </a:rPr>
              <a:t>Provides bird’s-eye view on technology’s ROI and speed</a:t>
            </a:r>
          </a:p>
        </p:txBody>
      </p:sp>
    </p:spTree>
    <p:extLst>
      <p:ext uri="{BB962C8B-B14F-4D97-AF65-F5344CB8AC3E}">
        <p14:creationId xmlns:p14="http://schemas.microsoft.com/office/powerpoint/2010/main" val="3480055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9BE26512-8284-A7D2-1D74-25A4573BADCC}"/>
              </a:ext>
            </a:extLst>
          </p:cNvPr>
          <p:cNvGraphicFramePr>
            <a:graphicFrameLocks noChangeAspect="1"/>
          </p:cNvGraphicFramePr>
          <p:nvPr>
            <p:custDataLst>
              <p:tags r:id="rId1"/>
            </p:custDataLst>
            <p:extLst>
              <p:ext uri="{D42A27DB-BD31-4B8C-83A1-F6EECF244321}">
                <p14:modId xmlns:p14="http://schemas.microsoft.com/office/powerpoint/2010/main" val="606724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6" name="Object 6" hidden="1">
                        <a:extLst>
                          <a:ext uri="{FF2B5EF4-FFF2-40B4-BE49-F238E27FC236}">
                            <a16:creationId xmlns:a16="http://schemas.microsoft.com/office/drawing/2014/main" id="{9BE26512-8284-A7D2-1D74-25A4573BADCC}"/>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39D67E6-DB95-482E-A953-7E46F5085654}"/>
              </a:ext>
            </a:extLst>
          </p:cNvPr>
          <p:cNvSpPr>
            <a:spLocks noGrp="1"/>
          </p:cNvSpPr>
          <p:nvPr>
            <p:ph type="title"/>
            <p:custDataLst>
              <p:tags r:id="rId2"/>
            </p:custDataLst>
          </p:nvPr>
        </p:nvSpPr>
        <p:spPr>
          <a:xfrm>
            <a:off x="554734" y="513487"/>
            <a:ext cx="11082528" cy="73866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latin typeface="+mj-lt"/>
                <a:ea typeface="+mj-ea"/>
                <a:cs typeface="+mj-cs"/>
              </a:rPr>
              <a:t>Based on the assessment result, best practices suggest a list of changes across 4 dimensions to evolve the bank’s IT operating model</a:t>
            </a:r>
          </a:p>
        </p:txBody>
      </p:sp>
      <p:cxnSp>
        <p:nvCxnSpPr>
          <p:cNvPr id="37" name="LineBasicDefault 37">
            <a:extLst>
              <a:ext uri="{FF2B5EF4-FFF2-40B4-BE49-F238E27FC236}">
                <a16:creationId xmlns:a16="http://schemas.microsoft.com/office/drawing/2014/main" id="{31B21D30-9461-8A2B-E359-07F599364257}"/>
              </a:ext>
            </a:extLst>
          </p:cNvPr>
          <p:cNvCxnSpPr>
            <a:cxnSpLocks/>
          </p:cNvCxnSpPr>
          <p:nvPr>
            <p:custDataLst>
              <p:tags r:id="rId3"/>
            </p:custDataLst>
          </p:nvPr>
        </p:nvCxnSpPr>
        <p:spPr>
          <a:xfrm>
            <a:off x="554736" y="3429611"/>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LineBasicDefault 37">
            <a:extLst>
              <a:ext uri="{FF2B5EF4-FFF2-40B4-BE49-F238E27FC236}">
                <a16:creationId xmlns:a16="http://schemas.microsoft.com/office/drawing/2014/main" id="{AC1F6D1E-EABB-5005-15DF-D577A681724F}"/>
              </a:ext>
            </a:extLst>
          </p:cNvPr>
          <p:cNvCxnSpPr>
            <a:cxnSpLocks/>
          </p:cNvCxnSpPr>
          <p:nvPr>
            <p:custDataLst>
              <p:tags r:id="rId4"/>
            </p:custDataLst>
          </p:nvPr>
        </p:nvCxnSpPr>
        <p:spPr>
          <a:xfrm>
            <a:off x="554736" y="4798532"/>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LineBasicDefault 37">
            <a:extLst>
              <a:ext uri="{FF2B5EF4-FFF2-40B4-BE49-F238E27FC236}">
                <a16:creationId xmlns:a16="http://schemas.microsoft.com/office/drawing/2014/main" id="{FEF78EDF-F2B9-8A48-726D-AE0C62105AA5}"/>
              </a:ext>
            </a:extLst>
          </p:cNvPr>
          <p:cNvCxnSpPr>
            <a:cxnSpLocks/>
          </p:cNvCxnSpPr>
          <p:nvPr>
            <p:custDataLst>
              <p:tags r:id="rId5"/>
            </p:custDataLst>
          </p:nvPr>
        </p:nvCxnSpPr>
        <p:spPr>
          <a:xfrm>
            <a:off x="554736" y="5426571"/>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FB72DA-BDBF-3307-2A6B-786A1F2B14BA}"/>
              </a:ext>
            </a:extLst>
          </p:cNvPr>
          <p:cNvSpPr txBox="1">
            <a:spLocks/>
          </p:cNvSpPr>
          <p:nvPr/>
        </p:nvSpPr>
        <p:spPr>
          <a:xfrm>
            <a:off x="2937163" y="1656555"/>
            <a:ext cx="8700099" cy="553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Create business interfaces responsible for aggregation and prioritization of demand: </a:t>
            </a:r>
            <a:r>
              <a:rPr lang="en-US" sz="1200">
                <a:solidFill>
                  <a:srgbClr val="000000"/>
                </a:solidFill>
                <a:cs typeface="+mn-cs"/>
                <a:sym typeface=""/>
              </a:rPr>
              <a:t>One accountable person is appointed for each BU to aggregate and prioritize the total demand for the BU in a stack-ranked list (1 to N) according to their business priorities</a:t>
            </a:r>
            <a:endParaRPr lang="en-GB" sz="1200" dirty="0">
              <a:solidFill>
                <a:srgbClr val="000000"/>
              </a:solidFill>
              <a:cs typeface="+mn-cs"/>
              <a:sym typeface=""/>
            </a:endParaRPr>
          </a:p>
        </p:txBody>
      </p:sp>
      <p:sp>
        <p:nvSpPr>
          <p:cNvPr id="36" name="TextBox 35">
            <a:extLst>
              <a:ext uri="{FF2B5EF4-FFF2-40B4-BE49-F238E27FC236}">
                <a16:creationId xmlns:a16="http://schemas.microsoft.com/office/drawing/2014/main" id="{BD1C658D-246E-687B-3921-F53C393AC469}"/>
              </a:ext>
            </a:extLst>
          </p:cNvPr>
          <p:cNvSpPr txBox="1">
            <a:spLocks/>
          </p:cNvSpPr>
          <p:nvPr/>
        </p:nvSpPr>
        <p:spPr>
          <a:xfrm>
            <a:off x="2937163" y="2309129"/>
            <a:ext cx="8700099"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Clarify roles of supply portfolios as responsible for deliverability of demands. </a:t>
            </a:r>
            <a:r>
              <a:rPr lang="en-US" sz="1200">
                <a:solidFill>
                  <a:srgbClr val="000000"/>
                </a:solidFill>
                <a:cs typeface="+mn-cs"/>
                <a:sym typeface=""/>
              </a:rPr>
              <a:t>The portfolios may involve a board of stakeholders to do so but are ultimately led by a single portfolio owner</a:t>
            </a:r>
            <a:endParaRPr lang="en-GB" sz="1200">
              <a:solidFill>
                <a:srgbClr val="000000"/>
              </a:solidFill>
              <a:cs typeface="+mn-cs"/>
              <a:sym typeface=""/>
            </a:endParaRPr>
          </a:p>
        </p:txBody>
      </p:sp>
      <p:sp>
        <p:nvSpPr>
          <p:cNvPr id="38" name="TextBox 37">
            <a:extLst>
              <a:ext uri="{FF2B5EF4-FFF2-40B4-BE49-F238E27FC236}">
                <a16:creationId xmlns:a16="http://schemas.microsoft.com/office/drawing/2014/main" id="{D31BFB94-0210-1E33-7098-F699E7799F3A}"/>
              </a:ext>
            </a:extLst>
          </p:cNvPr>
          <p:cNvSpPr txBox="1">
            <a:spLocks/>
          </p:cNvSpPr>
          <p:nvPr/>
        </p:nvSpPr>
        <p:spPr>
          <a:xfrm>
            <a:off x="2937163" y="2777037"/>
            <a:ext cx="8700099" cy="553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Selectively reorganize tech to ease coordination</a:t>
            </a:r>
            <a:r>
              <a:rPr lang="en-US" sz="1200">
                <a:solidFill>
                  <a:srgbClr val="000000"/>
                </a:solidFill>
                <a:cs typeface="+mn-cs"/>
                <a:sym typeface=""/>
              </a:rPr>
              <a:t>: Each IT unit can only belong to one supply portfolio. The units within the portfolio should, in total, fulfill a consistent business or technology outcome and have a bounded architecture. Complexity of coordination reduced if all IT units are from either decentral or central IT</a:t>
            </a:r>
            <a:endParaRPr lang="en-GB" sz="1200">
              <a:solidFill>
                <a:srgbClr val="000000"/>
              </a:solidFill>
              <a:cs typeface="+mn-cs"/>
              <a:sym typeface=""/>
            </a:endParaRPr>
          </a:p>
        </p:txBody>
      </p:sp>
      <p:sp>
        <p:nvSpPr>
          <p:cNvPr id="39" name="TextBox 38">
            <a:extLst>
              <a:ext uri="{FF2B5EF4-FFF2-40B4-BE49-F238E27FC236}">
                <a16:creationId xmlns:a16="http://schemas.microsoft.com/office/drawing/2014/main" id="{1A9740BC-67B9-365A-3935-4712F4E20EDE}"/>
              </a:ext>
            </a:extLst>
          </p:cNvPr>
          <p:cNvSpPr txBox="1">
            <a:spLocks/>
          </p:cNvSpPr>
          <p:nvPr/>
        </p:nvSpPr>
        <p:spPr>
          <a:xfrm>
            <a:off x="2937163" y="3528187"/>
            <a:ext cx="8700099"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Establish an EPMO for supply-and-demand matching: </a:t>
            </a:r>
            <a:r>
              <a:rPr lang="en-US" sz="1200">
                <a:solidFill>
                  <a:srgbClr val="000000"/>
                </a:solidFill>
                <a:cs typeface="+mn-cs"/>
                <a:sym typeface=""/>
              </a:rPr>
              <a:t>5-10 people with analytical skillset and servant leadership mindset resolve resource contentions and enforce consistent planning across</a:t>
            </a:r>
            <a:endParaRPr lang="en-GB" sz="1200">
              <a:solidFill>
                <a:srgbClr val="000000"/>
              </a:solidFill>
              <a:cs typeface="+mn-cs"/>
              <a:sym typeface=""/>
            </a:endParaRPr>
          </a:p>
        </p:txBody>
      </p:sp>
      <p:sp>
        <p:nvSpPr>
          <p:cNvPr id="42" name="TextBox 41">
            <a:extLst>
              <a:ext uri="{FF2B5EF4-FFF2-40B4-BE49-F238E27FC236}">
                <a16:creationId xmlns:a16="http://schemas.microsoft.com/office/drawing/2014/main" id="{8F30B8E7-A9ED-7F8B-06FE-7C7BCC1EA879}"/>
              </a:ext>
            </a:extLst>
          </p:cNvPr>
          <p:cNvSpPr txBox="1">
            <a:spLocks/>
          </p:cNvSpPr>
          <p:nvPr/>
        </p:nvSpPr>
        <p:spPr>
          <a:xfrm>
            <a:off x="2937163" y="3996095"/>
            <a:ext cx="8700099"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Adjust the financial process to allocate a fixed capacity to BU </a:t>
            </a:r>
            <a:r>
              <a:rPr lang="en-US" sz="1200">
                <a:solidFill>
                  <a:srgbClr val="000000"/>
                </a:solidFill>
                <a:cs typeface="+mn-cs"/>
                <a:sym typeface=""/>
              </a:rPr>
              <a:t>to link prioritization decisions to allocation of fixed capacity, and hence operationalizing prioritization decision</a:t>
            </a:r>
            <a:endParaRPr lang="en-GB" sz="1200">
              <a:solidFill>
                <a:srgbClr val="000000"/>
              </a:solidFill>
              <a:cs typeface="+mn-cs"/>
              <a:sym typeface=""/>
            </a:endParaRPr>
          </a:p>
        </p:txBody>
      </p:sp>
      <p:sp>
        <p:nvSpPr>
          <p:cNvPr id="43" name="TextBox 42">
            <a:extLst>
              <a:ext uri="{FF2B5EF4-FFF2-40B4-BE49-F238E27FC236}">
                <a16:creationId xmlns:a16="http://schemas.microsoft.com/office/drawing/2014/main" id="{90F52050-1BCC-28C3-F1AE-BF9514D664CF}"/>
              </a:ext>
            </a:extLst>
          </p:cNvPr>
          <p:cNvSpPr txBox="1">
            <a:spLocks/>
          </p:cNvSpPr>
          <p:nvPr/>
        </p:nvSpPr>
        <p:spPr>
          <a:xfrm>
            <a:off x="2937163" y="4464003"/>
            <a:ext cx="8700099" cy="1846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dirty="0">
                <a:solidFill>
                  <a:srgbClr val="000000"/>
                </a:solidFill>
                <a:cs typeface="+mn-cs"/>
                <a:sym typeface=""/>
              </a:rPr>
              <a:t>Synchronized prioritization cadence</a:t>
            </a:r>
            <a:r>
              <a:rPr lang="en-US" sz="1200" dirty="0">
                <a:solidFill>
                  <a:srgbClr val="000000"/>
                </a:solidFill>
                <a:cs typeface="+mn-cs"/>
                <a:sym typeface=""/>
              </a:rPr>
              <a:t>: Work planned on a consistent cadence across central and decentral IT</a:t>
            </a:r>
            <a:endParaRPr lang="en-GB" sz="1200" dirty="0">
              <a:solidFill>
                <a:srgbClr val="000000"/>
              </a:solidFill>
              <a:cs typeface="+mn-cs"/>
              <a:sym typeface=""/>
            </a:endParaRPr>
          </a:p>
        </p:txBody>
      </p:sp>
      <p:pic>
        <p:nvPicPr>
          <p:cNvPr id="34" name="CustomIcon">
            <a:extLst>
              <a:ext uri="{FF2B5EF4-FFF2-40B4-BE49-F238E27FC236}">
                <a16:creationId xmlns:a16="http://schemas.microsoft.com/office/drawing/2014/main" id="{25C919D5-AEFA-3DEB-0CD7-FE22846E9031}"/>
              </a:ext>
            </a:extLst>
          </p:cNvPr>
          <p:cNvPicPr>
            <a:picLocks/>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554736" y="5525143"/>
            <a:ext cx="397764" cy="397764"/>
          </a:xfrm>
          <a:prstGeom prst="rect">
            <a:avLst/>
          </a:prstGeom>
        </p:spPr>
      </p:pic>
      <p:sp>
        <p:nvSpPr>
          <p:cNvPr id="46" name="TextBox 45">
            <a:extLst>
              <a:ext uri="{FF2B5EF4-FFF2-40B4-BE49-F238E27FC236}">
                <a16:creationId xmlns:a16="http://schemas.microsoft.com/office/drawing/2014/main" id="{9D801EE3-29EE-DE07-5D4F-C1B7AD77F684}"/>
              </a:ext>
            </a:extLst>
          </p:cNvPr>
          <p:cNvSpPr txBox="1">
            <a:spLocks/>
          </p:cNvSpPr>
          <p:nvPr/>
        </p:nvSpPr>
        <p:spPr>
          <a:xfrm>
            <a:off x="2937163" y="5525143"/>
            <a:ext cx="8700099" cy="553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Architecture and dependency reduction: </a:t>
            </a:r>
            <a:r>
              <a:rPr lang="en-US" sz="1200">
                <a:solidFill>
                  <a:srgbClr val="000000"/>
                </a:solidFill>
                <a:cs typeface="+mn-cs"/>
                <a:sym typeface=""/>
              </a:rPr>
              <a:t>The supply-and-demand matching will provide a “heatmap” of where dependencies typically arise. These should be systematically reduced over time by providing consumable interfaces between teams and decoupling of solutions</a:t>
            </a:r>
            <a:endParaRPr lang="en-GB" sz="1200">
              <a:solidFill>
                <a:srgbClr val="000000"/>
              </a:solidFill>
              <a:cs typeface="+mn-cs"/>
              <a:sym typeface=""/>
            </a:endParaRPr>
          </a:p>
        </p:txBody>
      </p:sp>
      <p:sp>
        <p:nvSpPr>
          <p:cNvPr id="48" name="TextBox 47">
            <a:extLst>
              <a:ext uri="{FF2B5EF4-FFF2-40B4-BE49-F238E27FC236}">
                <a16:creationId xmlns:a16="http://schemas.microsoft.com/office/drawing/2014/main" id="{B59A7A44-1CD1-D42B-A4CC-59490AC28781}"/>
              </a:ext>
            </a:extLst>
          </p:cNvPr>
          <p:cNvSpPr txBox="1">
            <a:spLocks/>
          </p:cNvSpPr>
          <p:nvPr/>
        </p:nvSpPr>
        <p:spPr>
          <a:xfrm>
            <a:off x="1092916" y="5525143"/>
            <a:ext cx="1121648"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400" b="1">
                <a:cs typeface="+mn-cs"/>
              </a:rPr>
              <a:t>Technology</a:t>
            </a:r>
          </a:p>
        </p:txBody>
      </p:sp>
      <p:pic>
        <p:nvPicPr>
          <p:cNvPr id="32" name="CustomIcon">
            <a:extLst>
              <a:ext uri="{FF2B5EF4-FFF2-40B4-BE49-F238E27FC236}">
                <a16:creationId xmlns:a16="http://schemas.microsoft.com/office/drawing/2014/main" id="{7EFABA65-3EBA-DEB9-693F-FB9F21CE1D29}"/>
              </a:ext>
            </a:extLst>
          </p:cNvPr>
          <p:cNvPicPr>
            <a:picLocks/>
          </p:cNvPicPr>
          <p:nvPr>
            <p:custDataLst>
              <p:tags r:id="rId7"/>
            </p:custDataLst>
          </p:nvPr>
        </p:nvPicPr>
        <p:blipFill>
          <a:blip>
            <a:extLst>
              <a:ext uri="{96DAC541-7B7A-43D3-8B79-37D633B846F1}">
                <asvg:svgBlip xmlns:asvg="http://schemas.microsoft.com/office/drawing/2016/SVG/main" r:embed="rId15"/>
              </a:ext>
            </a:extLst>
          </a:blip>
          <a:stretch>
            <a:fillRect/>
          </a:stretch>
        </p:blipFill>
        <p:spPr>
          <a:xfrm>
            <a:off x="554736" y="4897108"/>
            <a:ext cx="397764" cy="397764"/>
          </a:xfrm>
          <a:prstGeom prst="rect">
            <a:avLst/>
          </a:prstGeom>
        </p:spPr>
      </p:pic>
      <p:sp>
        <p:nvSpPr>
          <p:cNvPr id="45" name="TextBox 44">
            <a:extLst>
              <a:ext uri="{FF2B5EF4-FFF2-40B4-BE49-F238E27FC236}">
                <a16:creationId xmlns:a16="http://schemas.microsoft.com/office/drawing/2014/main" id="{FEE82CE4-E1AE-0627-1954-E573EF0473BE}"/>
              </a:ext>
            </a:extLst>
          </p:cNvPr>
          <p:cNvSpPr txBox="1">
            <a:spLocks/>
          </p:cNvSpPr>
          <p:nvPr/>
        </p:nvSpPr>
        <p:spPr>
          <a:xfrm>
            <a:off x="2937163" y="4897108"/>
            <a:ext cx="8700099"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cs typeface="+mn-cs"/>
                <a:sym typeface=""/>
              </a:rPr>
              <a:t>Adopt a consistent way of working </a:t>
            </a:r>
            <a:r>
              <a:rPr lang="en-US" sz="1200">
                <a:solidFill>
                  <a:srgbClr val="000000"/>
                </a:solidFill>
                <a:cs typeface="+mn-cs"/>
                <a:sym typeface=""/>
              </a:rPr>
              <a:t>to</a:t>
            </a:r>
            <a:r>
              <a:rPr lang="en-US" sz="1200" b="1">
                <a:solidFill>
                  <a:srgbClr val="000000"/>
                </a:solidFill>
                <a:cs typeface="+mn-cs"/>
                <a:sym typeface=""/>
              </a:rPr>
              <a:t> </a:t>
            </a:r>
            <a:r>
              <a:rPr lang="en-US" sz="1200">
                <a:solidFill>
                  <a:srgbClr val="000000"/>
                </a:solidFill>
                <a:cs typeface="+mn-cs"/>
                <a:sym typeface=""/>
              </a:rPr>
              <a:t>ease collaboration between teams and lay the foundation for increased automation and fungibility of resources</a:t>
            </a:r>
            <a:r>
              <a:rPr lang="en-US" sz="1200" b="1">
                <a:solidFill>
                  <a:srgbClr val="000000"/>
                </a:solidFill>
                <a:cs typeface="+mn-cs"/>
                <a:sym typeface=""/>
              </a:rPr>
              <a:t>, </a:t>
            </a:r>
            <a:r>
              <a:rPr lang="en-US" sz="1200">
                <a:solidFill>
                  <a:srgbClr val="000000"/>
                </a:solidFill>
                <a:cs typeface="+mn-cs"/>
                <a:sym typeface=""/>
              </a:rPr>
              <a:t>including tooling and technology patterns, as well as formalized competency chapters</a:t>
            </a:r>
            <a:endParaRPr lang="en-GB" sz="1200">
              <a:solidFill>
                <a:srgbClr val="000000"/>
              </a:solidFill>
              <a:cs typeface="+mn-cs"/>
              <a:sym typeface=""/>
            </a:endParaRPr>
          </a:p>
        </p:txBody>
      </p:sp>
      <p:sp>
        <p:nvSpPr>
          <p:cNvPr id="50" name="TextBox 49">
            <a:extLst>
              <a:ext uri="{FF2B5EF4-FFF2-40B4-BE49-F238E27FC236}">
                <a16:creationId xmlns:a16="http://schemas.microsoft.com/office/drawing/2014/main" id="{27391706-8542-D239-4F67-0E26C84D900A}"/>
              </a:ext>
            </a:extLst>
          </p:cNvPr>
          <p:cNvSpPr txBox="1">
            <a:spLocks/>
          </p:cNvSpPr>
          <p:nvPr/>
        </p:nvSpPr>
        <p:spPr>
          <a:xfrm>
            <a:off x="1092916" y="4897108"/>
            <a:ext cx="1121648" cy="43088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400" b="1">
                <a:cs typeface="+mn-cs"/>
              </a:rPr>
              <a:t>Ways of working</a:t>
            </a:r>
          </a:p>
        </p:txBody>
      </p:sp>
      <p:grpSp>
        <p:nvGrpSpPr>
          <p:cNvPr id="53" name="Group 52">
            <a:extLst>
              <a:ext uri="{FF2B5EF4-FFF2-40B4-BE49-F238E27FC236}">
                <a16:creationId xmlns:a16="http://schemas.microsoft.com/office/drawing/2014/main" id="{1C1C5B05-66DB-A3A4-C467-A1D07E9C6818}"/>
              </a:ext>
            </a:extLst>
          </p:cNvPr>
          <p:cNvGrpSpPr/>
          <p:nvPr/>
        </p:nvGrpSpPr>
        <p:grpSpPr>
          <a:xfrm>
            <a:off x="554736" y="3528187"/>
            <a:ext cx="1659828" cy="397764"/>
            <a:chOff x="554736" y="3337225"/>
            <a:chExt cx="1659828" cy="397764"/>
          </a:xfrm>
        </p:grpSpPr>
        <p:pic>
          <p:nvPicPr>
            <p:cNvPr id="30" name="CustomIcon">
              <a:extLst>
                <a:ext uri="{FF2B5EF4-FFF2-40B4-BE49-F238E27FC236}">
                  <a16:creationId xmlns:a16="http://schemas.microsoft.com/office/drawing/2014/main" id="{BD2012C3-686C-2CE9-FF68-434EAC4F913F}"/>
                </a:ext>
              </a:extLst>
            </p:cNvPr>
            <p:cNvPicPr>
              <a:picLocks/>
            </p:cNvPicPr>
            <p:nvPr>
              <p:custDataLst>
                <p:tags r:id="rId9"/>
              </p:custDataLst>
            </p:nvPr>
          </p:nvPicPr>
          <p:blipFill>
            <a:blip>
              <a:extLst>
                <a:ext uri="{96DAC541-7B7A-43D3-8B79-37D633B846F1}">
                  <asvg:svgBlip xmlns:asvg="http://schemas.microsoft.com/office/drawing/2016/SVG/main" r:embed="rId16"/>
                </a:ext>
              </a:extLst>
            </a:blip>
            <a:stretch>
              <a:fillRect/>
            </a:stretch>
          </p:blipFill>
          <p:spPr>
            <a:xfrm>
              <a:off x="554736" y="3337225"/>
              <a:ext cx="397764" cy="397764"/>
            </a:xfrm>
            <a:prstGeom prst="rect">
              <a:avLst/>
            </a:prstGeom>
          </p:spPr>
        </p:pic>
        <p:sp>
          <p:nvSpPr>
            <p:cNvPr id="52" name="TextBox 51">
              <a:extLst>
                <a:ext uri="{FF2B5EF4-FFF2-40B4-BE49-F238E27FC236}">
                  <a16:creationId xmlns:a16="http://schemas.microsoft.com/office/drawing/2014/main" id="{383AF26B-C653-0713-8E9A-7C475730C1C8}"/>
                </a:ext>
              </a:extLst>
            </p:cNvPr>
            <p:cNvSpPr txBox="1">
              <a:spLocks/>
            </p:cNvSpPr>
            <p:nvPr/>
          </p:nvSpPr>
          <p:spPr>
            <a:xfrm>
              <a:off x="1092916" y="3337225"/>
              <a:ext cx="1121648"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400" b="1">
                  <a:cs typeface="+mn-cs"/>
                </a:rPr>
                <a:t>Governance</a:t>
              </a:r>
            </a:p>
          </p:txBody>
        </p:sp>
      </p:grpSp>
      <p:grpSp>
        <p:nvGrpSpPr>
          <p:cNvPr id="49" name="Group 48">
            <a:extLst>
              <a:ext uri="{FF2B5EF4-FFF2-40B4-BE49-F238E27FC236}">
                <a16:creationId xmlns:a16="http://schemas.microsoft.com/office/drawing/2014/main" id="{941F0CD2-3515-C123-5509-36A3203569BE}"/>
              </a:ext>
            </a:extLst>
          </p:cNvPr>
          <p:cNvGrpSpPr/>
          <p:nvPr/>
        </p:nvGrpSpPr>
        <p:grpSpPr>
          <a:xfrm>
            <a:off x="554736" y="1656555"/>
            <a:ext cx="1659828" cy="397764"/>
            <a:chOff x="554736" y="1269925"/>
            <a:chExt cx="1659828" cy="397764"/>
          </a:xfrm>
        </p:grpSpPr>
        <p:pic>
          <p:nvPicPr>
            <p:cNvPr id="28" name="CustomIcon">
              <a:extLst>
                <a:ext uri="{FF2B5EF4-FFF2-40B4-BE49-F238E27FC236}">
                  <a16:creationId xmlns:a16="http://schemas.microsoft.com/office/drawing/2014/main" id="{8FA3D28C-CDAF-B2C6-580D-16E39EAEE1C3}"/>
                </a:ext>
              </a:extLst>
            </p:cNvPr>
            <p:cNvPicPr>
              <a:picLocks/>
            </p:cNvPicPr>
            <p:nvPr>
              <p:custDataLst>
                <p:tags r:id="rId8"/>
              </p:custDataLst>
            </p:nvPr>
          </p:nvPicPr>
          <p:blipFill>
            <a:blip>
              <a:extLst>
                <a:ext uri="{96DAC541-7B7A-43D3-8B79-37D633B846F1}">
                  <asvg:svgBlip xmlns:asvg="http://schemas.microsoft.com/office/drawing/2016/SVG/main" r:embed="rId17"/>
                </a:ext>
              </a:extLst>
            </a:blip>
            <a:stretch>
              <a:fillRect/>
            </a:stretch>
          </p:blipFill>
          <p:spPr>
            <a:xfrm>
              <a:off x="554736" y="1269925"/>
              <a:ext cx="397764" cy="397764"/>
            </a:xfrm>
            <a:prstGeom prst="rect">
              <a:avLst/>
            </a:prstGeom>
          </p:spPr>
        </p:pic>
        <p:sp>
          <p:nvSpPr>
            <p:cNvPr id="54" name="TextBox 53">
              <a:extLst>
                <a:ext uri="{FF2B5EF4-FFF2-40B4-BE49-F238E27FC236}">
                  <a16:creationId xmlns:a16="http://schemas.microsoft.com/office/drawing/2014/main" id="{88A1D771-09F3-1D17-7122-B2BD587BE995}"/>
                </a:ext>
              </a:extLst>
            </p:cNvPr>
            <p:cNvSpPr txBox="1">
              <a:spLocks/>
            </p:cNvSpPr>
            <p:nvPr/>
          </p:nvSpPr>
          <p:spPr>
            <a:xfrm>
              <a:off x="1092916" y="1269925"/>
              <a:ext cx="1121648"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400" b="1" dirty="0">
                  <a:cs typeface="+mn-cs"/>
                </a:rPr>
                <a:t>Structure</a:t>
              </a:r>
            </a:p>
          </p:txBody>
        </p:sp>
      </p:grpSp>
    </p:spTree>
    <p:extLst>
      <p:ext uri="{BB962C8B-B14F-4D97-AF65-F5344CB8AC3E}">
        <p14:creationId xmlns:p14="http://schemas.microsoft.com/office/powerpoint/2010/main" val="1948854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9F11-A331-08AC-DAD6-61140F305DD6}"/>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0F677757-E64E-13AA-6E4E-D8EEC42B1E63}"/>
              </a:ext>
            </a:extLst>
          </p:cNvPr>
          <p:cNvGraphicFramePr>
            <a:graphicFrameLocks noChangeAspect="1"/>
          </p:cNvGraphicFramePr>
          <p:nvPr>
            <p:custDataLst>
              <p:tags r:id="rId1"/>
            </p:custDataLst>
            <p:extLst>
              <p:ext uri="{D42A27DB-BD31-4B8C-83A1-F6EECF244321}">
                <p14:modId xmlns:p14="http://schemas.microsoft.com/office/powerpoint/2010/main" val="3702576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6" name="Object 6" hidden="1">
                        <a:extLst>
                          <a:ext uri="{FF2B5EF4-FFF2-40B4-BE49-F238E27FC236}">
                            <a16:creationId xmlns:a16="http://schemas.microsoft.com/office/drawing/2014/main" id="{0F677757-E64E-13AA-6E4E-D8EEC42B1E6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A030522-7051-65FE-8A90-ECDD7C1E31EA}"/>
              </a:ext>
            </a:extLst>
          </p:cNvPr>
          <p:cNvSpPr>
            <a:spLocks noGrp="1"/>
          </p:cNvSpPr>
          <p:nvPr>
            <p:ph type="title"/>
          </p:nvPr>
        </p:nvSpPr>
        <p:spPr>
          <a:xfrm>
            <a:off x="554734" y="534400"/>
            <a:ext cx="11082528" cy="369332"/>
          </a:xfrm>
        </p:spPr>
        <p:txBody>
          <a:bodyPr vert="horz"/>
          <a:lstStyle/>
          <a:p>
            <a:fld id="{9E74F744-DFC3-4954-BFB5-3492494D7A61}" type="datetime'Contents'">
              <a:rPr lang="en-US" altLang="en-US" smtClean="0">
                <a:effectLst/>
              </a:rPr>
              <a:pPr/>
              <a:t>Contents</a:t>
            </a:fld>
            <a:endParaRPr lang="en-US"/>
          </a:p>
        </p:txBody>
      </p:sp>
      <p:sp>
        <p:nvSpPr>
          <p:cNvPr id="11" name="Text Placeholder 10">
            <a:extLst>
              <a:ext uri="{FF2B5EF4-FFF2-40B4-BE49-F238E27FC236}">
                <a16:creationId xmlns:a16="http://schemas.microsoft.com/office/drawing/2014/main" id="{7A33C612-B712-A6AA-05D6-D7DA6A4CBAB1}"/>
              </a:ext>
            </a:extLst>
          </p:cNvPr>
          <p:cNvSpPr>
            <a:spLocks noGrp="1"/>
          </p:cNvSpPr>
          <p:nvPr>
            <p:ph type="body" sz="quarter" idx="10"/>
          </p:nvPr>
        </p:nvSpPr>
        <p:spPr/>
        <p:txBody>
          <a:bodyPr/>
          <a:lstStyle/>
          <a:p>
            <a:endParaRPr lang="en-US"/>
          </a:p>
        </p:txBody>
      </p:sp>
      <p:sp>
        <p:nvSpPr>
          <p:cNvPr id="4" name="Text Placeholder 4">
            <a:hlinkClick r:id="rId9" action="ppaction://hlinksldjump"/>
            <a:extLst>
              <a:ext uri="{FF2B5EF4-FFF2-40B4-BE49-F238E27FC236}">
                <a16:creationId xmlns:a16="http://schemas.microsoft.com/office/drawing/2014/main" id="{C6391075-A6A5-488F-2AAE-16DCD41D174E}"/>
              </a:ext>
            </a:extLst>
          </p:cNvPr>
          <p:cNvSpPr>
            <a:spLocks noGrp="1"/>
          </p:cNvSpPr>
          <p:nvPr>
            <p:custDataLst>
              <p:tags r:id="rId2"/>
            </p:custDataLst>
          </p:nvPr>
        </p:nvSpPr>
        <p:spPr bwMode="auto">
          <a:xfrm>
            <a:off x="4578350" y="2614613"/>
            <a:ext cx="3035300"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Executive </a:t>
            </a:r>
            <a:r>
              <a:rPr lang="en-US" altLang="en-US" sz="1600" dirty="0">
                <a:solidFill>
                  <a:schemeClr val="bg1"/>
                </a:solidFill>
              </a:rPr>
              <a:t>summary</a:t>
            </a:r>
            <a:endParaRPr lang="en-US" sz="1600" dirty="0">
              <a:solidFill>
                <a:schemeClr val="bg1"/>
              </a:solidFill>
            </a:endParaRPr>
          </a:p>
        </p:txBody>
      </p:sp>
      <p:sp>
        <p:nvSpPr>
          <p:cNvPr id="10" name="Text Placeholder 4">
            <a:hlinkClick r:id="rId10" action="ppaction://hlinksldjump"/>
            <a:extLst>
              <a:ext uri="{FF2B5EF4-FFF2-40B4-BE49-F238E27FC236}">
                <a16:creationId xmlns:a16="http://schemas.microsoft.com/office/drawing/2014/main" id="{499454BA-FEBF-EDA0-F934-85BB51AF1D4B}"/>
              </a:ext>
            </a:extLst>
          </p:cNvPr>
          <p:cNvSpPr>
            <a:spLocks noGrp="1"/>
          </p:cNvSpPr>
          <p:nvPr>
            <p:custDataLst>
              <p:tags r:id="rId3"/>
            </p:custDataLst>
          </p:nvPr>
        </p:nvSpPr>
        <p:spPr bwMode="auto">
          <a:xfrm>
            <a:off x="4578350" y="3022600"/>
            <a:ext cx="3035300"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Demand </a:t>
            </a:r>
            <a:r>
              <a:rPr lang="en-US" altLang="en-US" sz="1600" dirty="0">
                <a:solidFill>
                  <a:schemeClr val="bg1"/>
                </a:solidFill>
              </a:rPr>
              <a:t>and portfolio</a:t>
            </a:r>
            <a:endParaRPr lang="en-US" sz="1600" dirty="0">
              <a:solidFill>
                <a:schemeClr val="bg1"/>
              </a:solidFill>
            </a:endParaRPr>
          </a:p>
        </p:txBody>
      </p:sp>
      <p:sp>
        <p:nvSpPr>
          <p:cNvPr id="13" name="Text Placeholder 4">
            <a:extLst>
              <a:ext uri="{FF2B5EF4-FFF2-40B4-BE49-F238E27FC236}">
                <a16:creationId xmlns:a16="http://schemas.microsoft.com/office/drawing/2014/main" id="{3B2C37FD-FCA2-4741-4647-1AFFF720808F}"/>
              </a:ext>
            </a:extLst>
          </p:cNvPr>
          <p:cNvSpPr>
            <a:spLocks noGrp="1"/>
          </p:cNvSpPr>
          <p:nvPr>
            <p:custDataLst>
              <p:tags r:id="rId4"/>
            </p:custDataLst>
          </p:nvPr>
        </p:nvSpPr>
        <p:spPr bwMode="auto">
          <a:xfrm>
            <a:off x="4578350" y="3429000"/>
            <a:ext cx="3035300" cy="406400"/>
          </a:xfrm>
          <a:prstGeom prst="rect">
            <a:avLst/>
          </a:prstGeom>
          <a:solidFill>
            <a:schemeClr val="accent6"/>
          </a:solidFill>
          <a:ln>
            <a:noFill/>
          </a:ln>
          <a:effec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ltLang="en-US" sz="1600" b="1">
                <a:solidFill>
                  <a:schemeClr val="tx1"/>
                </a:solidFill>
              </a:rPr>
              <a:t>SDLC </a:t>
            </a:r>
            <a:r>
              <a:rPr lang="en-US" altLang="en-US" sz="1600" b="1" dirty="0">
                <a:solidFill>
                  <a:schemeClr val="tx1"/>
                </a:solidFill>
              </a:rPr>
              <a:t>and engineering</a:t>
            </a:r>
            <a:endParaRPr lang="en-US" sz="1600" b="1" dirty="0">
              <a:solidFill>
                <a:schemeClr val="tx1"/>
              </a:solidFill>
            </a:endParaRPr>
          </a:p>
        </p:txBody>
      </p:sp>
      <p:sp>
        <p:nvSpPr>
          <p:cNvPr id="15" name="Text Placeholder 4">
            <a:hlinkClick r:id="rId11" action="ppaction://hlinksldjump"/>
            <a:extLst>
              <a:ext uri="{FF2B5EF4-FFF2-40B4-BE49-F238E27FC236}">
                <a16:creationId xmlns:a16="http://schemas.microsoft.com/office/drawing/2014/main" id="{CCA181CB-CE27-D312-433C-F5F50C4D91A3}"/>
              </a:ext>
            </a:extLst>
          </p:cNvPr>
          <p:cNvSpPr>
            <a:spLocks noGrp="1"/>
          </p:cNvSpPr>
          <p:nvPr>
            <p:custDataLst>
              <p:tags r:id="rId5"/>
            </p:custDataLst>
          </p:nvPr>
        </p:nvSpPr>
        <p:spPr bwMode="auto">
          <a:xfrm>
            <a:off x="4578350" y="3835400"/>
            <a:ext cx="3035300"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Architecture </a:t>
            </a:r>
            <a:r>
              <a:rPr lang="en-US" altLang="en-US" sz="1600" dirty="0">
                <a:solidFill>
                  <a:schemeClr val="bg1"/>
                </a:solidFill>
              </a:rPr>
              <a:t>and operations</a:t>
            </a:r>
            <a:endParaRPr lang="en-US" sz="1600" dirty="0">
              <a:solidFill>
                <a:schemeClr val="bg1"/>
              </a:solidFill>
            </a:endParaRPr>
          </a:p>
        </p:txBody>
      </p:sp>
      <p:sp>
        <p:nvSpPr>
          <p:cNvPr id="3" name="Rectangle 1">
            <a:extLst>
              <a:ext uri="{FF2B5EF4-FFF2-40B4-BE49-F238E27FC236}">
                <a16:creationId xmlns:a16="http://schemas.microsoft.com/office/drawing/2014/main" id="{8C741CAB-A20D-6E86-F862-1690B40034B8}"/>
              </a:ext>
            </a:extLst>
          </p:cNvPr>
          <p:cNvSpPr/>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414149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30EA5-8F04-C063-B919-D30AE6D9774B}"/>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AAAF3BB5-C04A-538E-4C3C-00A8B4F49B56}"/>
              </a:ext>
            </a:extLst>
          </p:cNvPr>
          <p:cNvGraphicFramePr>
            <a:graphicFrameLocks noChangeAspect="1"/>
          </p:cNvGraphicFramePr>
          <p:nvPr>
            <p:custDataLst>
              <p:tags r:id="rId1"/>
            </p:custDataLst>
            <p:extLst>
              <p:ext uri="{D42A27DB-BD31-4B8C-83A1-F6EECF244321}">
                <p14:modId xmlns:p14="http://schemas.microsoft.com/office/powerpoint/2010/main" val="41216219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84" imgH="486" progId="TCLayout.ActiveDocument.1">
                  <p:embed/>
                </p:oleObj>
              </mc:Choice>
              <mc:Fallback>
                <p:oleObj name="think-cell Slide" r:id="rId34" imgW="484" imgH="486" progId="TCLayout.ActiveDocument.1">
                  <p:embed/>
                  <p:pic>
                    <p:nvPicPr>
                      <p:cNvPr id="5" name="Object 2" hidden="1">
                        <a:extLst>
                          <a:ext uri="{FF2B5EF4-FFF2-40B4-BE49-F238E27FC236}">
                            <a16:creationId xmlns:a16="http://schemas.microsoft.com/office/drawing/2014/main" id="{AAAF3BB5-C04A-538E-4C3C-00A8B4F49B56}"/>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113" name="5. Source">
            <a:extLst>
              <a:ext uri="{FF2B5EF4-FFF2-40B4-BE49-F238E27FC236}">
                <a16:creationId xmlns:a16="http://schemas.microsoft.com/office/drawing/2014/main" id="{DE0D2F98-9F67-6C9D-B0F7-506103976170}"/>
              </a:ext>
            </a:extLst>
          </p:cNvPr>
          <p:cNvSpPr txBox="1">
            <a:spLocks/>
          </p:cNvSpPr>
          <p:nvPr>
            <p:custDataLst>
              <p:tags r:id="rId2"/>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Sources: SDLC narrative + PASHA SDLC policy (AZ); Test automation coverage; SDLC security gates</a:t>
            </a:r>
            <a:endParaRPr lang="en-US" sz="800" dirty="0"/>
          </a:p>
        </p:txBody>
      </p:sp>
      <p:grpSp>
        <p:nvGrpSpPr>
          <p:cNvPr id="56" name="Group 55">
            <a:extLst>
              <a:ext uri="{FF2B5EF4-FFF2-40B4-BE49-F238E27FC236}">
                <a16:creationId xmlns:a16="http://schemas.microsoft.com/office/drawing/2014/main" id="{FBD06AC1-4013-04FF-EDD7-256261C9C0BF}"/>
              </a:ext>
            </a:extLst>
          </p:cNvPr>
          <p:cNvGrpSpPr/>
          <p:nvPr/>
        </p:nvGrpSpPr>
        <p:grpSpPr>
          <a:xfrm>
            <a:off x="4321429" y="1172222"/>
            <a:ext cx="4152011" cy="241398"/>
            <a:chOff x="4321429" y="1007042"/>
            <a:chExt cx="4152011" cy="241398"/>
          </a:xfrm>
        </p:grpSpPr>
        <p:sp>
          <p:nvSpPr>
            <p:cNvPr id="66" name="TextBox 65">
              <a:extLst>
                <a:ext uri="{FF2B5EF4-FFF2-40B4-BE49-F238E27FC236}">
                  <a16:creationId xmlns:a16="http://schemas.microsoft.com/office/drawing/2014/main" id="{3DF8CCD6-EA7D-87D2-75E2-1793BBA36EEF}"/>
                </a:ext>
              </a:extLst>
            </p:cNvPr>
            <p:cNvSpPr txBox="1">
              <a:spLocks/>
            </p:cNvSpPr>
            <p:nvPr/>
          </p:nvSpPr>
          <p:spPr>
            <a:xfrm>
              <a:off x="4321429" y="1035408"/>
              <a:ext cx="904094"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Automation</a:t>
              </a:r>
              <a:endParaRPr lang="en-US" sz="1200" dirty="0">
                <a:cs typeface="+mn-cs"/>
              </a:endParaRPr>
            </a:p>
          </p:txBody>
        </p:sp>
        <p:grpSp>
          <p:nvGrpSpPr>
            <p:cNvPr id="53" name="Group 52">
              <a:extLst>
                <a:ext uri="{FF2B5EF4-FFF2-40B4-BE49-F238E27FC236}">
                  <a16:creationId xmlns:a16="http://schemas.microsoft.com/office/drawing/2014/main" id="{5F33DCCE-1780-A342-2E5A-9A914E5EF349}"/>
                </a:ext>
              </a:extLst>
            </p:cNvPr>
            <p:cNvGrpSpPr/>
            <p:nvPr/>
          </p:nvGrpSpPr>
          <p:grpSpPr>
            <a:xfrm>
              <a:off x="5496316" y="1007042"/>
              <a:ext cx="778867" cy="241398"/>
              <a:chOff x="5496316" y="1007042"/>
              <a:chExt cx="778867" cy="241398"/>
            </a:xfrm>
          </p:grpSpPr>
          <p:sp>
            <p:nvSpPr>
              <p:cNvPr id="75" name="Oval 74">
                <a:extLst>
                  <a:ext uri="{FF2B5EF4-FFF2-40B4-BE49-F238E27FC236}">
                    <a16:creationId xmlns:a16="http://schemas.microsoft.com/office/drawing/2014/main" id="{3D62E406-4D16-4ECD-97F4-52D62C740C65}"/>
                  </a:ext>
                </a:extLst>
              </p:cNvPr>
              <p:cNvSpPr>
                <a:spLocks noChangeAspect="1"/>
              </p:cNvSpPr>
              <p:nvPr/>
            </p:nvSpPr>
            <p:spPr>
              <a:xfrm>
                <a:off x="5496316" y="1007042"/>
                <a:ext cx="241400" cy="241398"/>
              </a:xfrm>
              <a:prstGeom prst="ellipse">
                <a:avLst/>
              </a:prstGeom>
              <a:solidFill>
                <a:schemeClr val="bg1">
                  <a:lumMod val="6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5" name="TextBox 84">
                <a:extLst>
                  <a:ext uri="{FF2B5EF4-FFF2-40B4-BE49-F238E27FC236}">
                    <a16:creationId xmlns:a16="http://schemas.microsoft.com/office/drawing/2014/main" id="{559EA941-9679-FCE4-1155-B16CB004C44F}"/>
                  </a:ext>
                </a:extLst>
              </p:cNvPr>
              <p:cNvSpPr txBox="1">
                <a:spLocks/>
              </p:cNvSpPr>
              <p:nvPr/>
            </p:nvSpPr>
            <p:spPr>
              <a:xfrm>
                <a:off x="5787870" y="1035408"/>
                <a:ext cx="487313"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cs typeface="+mn-cs"/>
                  </a:rPr>
                  <a:t>Manual</a:t>
                </a:r>
              </a:p>
            </p:txBody>
          </p:sp>
        </p:grpSp>
        <p:grpSp>
          <p:nvGrpSpPr>
            <p:cNvPr id="54" name="Group 53">
              <a:extLst>
                <a:ext uri="{FF2B5EF4-FFF2-40B4-BE49-F238E27FC236}">
                  <a16:creationId xmlns:a16="http://schemas.microsoft.com/office/drawing/2014/main" id="{4C66EBB1-0C78-0D6F-F686-0A665DC06CB7}"/>
                </a:ext>
              </a:extLst>
            </p:cNvPr>
            <p:cNvGrpSpPr/>
            <p:nvPr/>
          </p:nvGrpSpPr>
          <p:grpSpPr>
            <a:xfrm>
              <a:off x="6545976" y="1007042"/>
              <a:ext cx="623696" cy="241398"/>
              <a:chOff x="6545976" y="1007042"/>
              <a:chExt cx="623696" cy="241398"/>
            </a:xfrm>
          </p:grpSpPr>
          <p:sp>
            <p:nvSpPr>
              <p:cNvPr id="64" name="Oval 63">
                <a:extLst>
                  <a:ext uri="{FF2B5EF4-FFF2-40B4-BE49-F238E27FC236}">
                    <a16:creationId xmlns:a16="http://schemas.microsoft.com/office/drawing/2014/main" id="{4EEDBA15-601F-0A83-65E5-82DCEE8944A4}"/>
                  </a:ext>
                </a:extLst>
              </p:cNvPr>
              <p:cNvSpPr>
                <a:spLocks noChangeAspect="1"/>
              </p:cNvSpPr>
              <p:nvPr/>
            </p:nvSpPr>
            <p:spPr>
              <a:xfrm>
                <a:off x="6545976" y="1007042"/>
                <a:ext cx="241400" cy="241398"/>
              </a:xfrm>
              <a:prstGeom prst="ellipse">
                <a:avLst/>
              </a:prstGeom>
              <a:solidFill>
                <a:schemeClr val="tx2">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90" name="TextBox 89">
                <a:extLst>
                  <a:ext uri="{FF2B5EF4-FFF2-40B4-BE49-F238E27FC236}">
                    <a16:creationId xmlns:a16="http://schemas.microsoft.com/office/drawing/2014/main" id="{487B53DB-DB7D-3292-BAE8-E9FE4B332344}"/>
                  </a:ext>
                </a:extLst>
              </p:cNvPr>
              <p:cNvSpPr txBox="1">
                <a:spLocks/>
              </p:cNvSpPr>
              <p:nvPr/>
            </p:nvSpPr>
            <p:spPr>
              <a:xfrm>
                <a:off x="6837530" y="1035408"/>
                <a:ext cx="33214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cs typeface="+mn-cs"/>
                  </a:rPr>
                  <a:t>Semi</a:t>
                </a:r>
              </a:p>
            </p:txBody>
          </p:sp>
        </p:grpSp>
        <p:grpSp>
          <p:nvGrpSpPr>
            <p:cNvPr id="55" name="Group 54">
              <a:extLst>
                <a:ext uri="{FF2B5EF4-FFF2-40B4-BE49-F238E27FC236}">
                  <a16:creationId xmlns:a16="http://schemas.microsoft.com/office/drawing/2014/main" id="{17677C68-2E51-AD3E-7890-7DBE8A1EF7D2}"/>
                </a:ext>
              </a:extLst>
            </p:cNvPr>
            <p:cNvGrpSpPr/>
            <p:nvPr/>
          </p:nvGrpSpPr>
          <p:grpSpPr>
            <a:xfrm>
              <a:off x="7440466" y="1007042"/>
              <a:ext cx="1032974" cy="241398"/>
              <a:chOff x="7440466" y="1007042"/>
              <a:chExt cx="1032974" cy="241398"/>
            </a:xfrm>
          </p:grpSpPr>
          <p:sp>
            <p:nvSpPr>
              <p:cNvPr id="61" name="Oval 60">
                <a:extLst>
                  <a:ext uri="{FF2B5EF4-FFF2-40B4-BE49-F238E27FC236}">
                    <a16:creationId xmlns:a16="http://schemas.microsoft.com/office/drawing/2014/main" id="{B60C9685-AD85-BC8F-3D2F-32E0BA06F019}"/>
                  </a:ext>
                </a:extLst>
              </p:cNvPr>
              <p:cNvSpPr>
                <a:spLocks noChangeAspect="1"/>
              </p:cNvSpPr>
              <p:nvPr/>
            </p:nvSpPr>
            <p:spPr>
              <a:xfrm>
                <a:off x="7440466" y="1007042"/>
                <a:ext cx="241400" cy="241398"/>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94" name="TextBox 93">
                <a:extLst>
                  <a:ext uri="{FF2B5EF4-FFF2-40B4-BE49-F238E27FC236}">
                    <a16:creationId xmlns:a16="http://schemas.microsoft.com/office/drawing/2014/main" id="{F34175E8-A2DE-ED30-7194-C08334BBFD7B}"/>
                  </a:ext>
                </a:extLst>
              </p:cNvPr>
              <p:cNvSpPr txBox="1">
                <a:spLocks/>
              </p:cNvSpPr>
              <p:nvPr/>
            </p:nvSpPr>
            <p:spPr>
              <a:xfrm>
                <a:off x="7732019" y="1035408"/>
                <a:ext cx="74142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cs typeface="+mn-cs"/>
                  </a:rPr>
                  <a:t>Automated</a:t>
                </a:r>
              </a:p>
            </p:txBody>
          </p:sp>
        </p:grpSp>
      </p:grpSp>
      <p:grpSp>
        <p:nvGrpSpPr>
          <p:cNvPr id="151" name="Group 150">
            <a:extLst>
              <a:ext uri="{FF2B5EF4-FFF2-40B4-BE49-F238E27FC236}">
                <a16:creationId xmlns:a16="http://schemas.microsoft.com/office/drawing/2014/main" id="{D8DB8764-1D11-7607-1705-375E1B197CFD}"/>
              </a:ext>
            </a:extLst>
          </p:cNvPr>
          <p:cNvGrpSpPr/>
          <p:nvPr/>
        </p:nvGrpSpPr>
        <p:grpSpPr>
          <a:xfrm>
            <a:off x="554736" y="3444758"/>
            <a:ext cx="7979664" cy="646331"/>
            <a:chOff x="554736" y="3422778"/>
            <a:chExt cx="7979664" cy="646331"/>
          </a:xfrm>
        </p:grpSpPr>
        <p:sp>
          <p:nvSpPr>
            <p:cNvPr id="19" name="TextBox 18">
              <a:extLst>
                <a:ext uri="{FF2B5EF4-FFF2-40B4-BE49-F238E27FC236}">
                  <a16:creationId xmlns:a16="http://schemas.microsoft.com/office/drawing/2014/main" id="{3F67AFE7-E0C3-CC11-5BDC-3C0C334558CE}"/>
                </a:ext>
              </a:extLst>
            </p:cNvPr>
            <p:cNvSpPr txBox="1">
              <a:spLocks/>
            </p:cNvSpPr>
            <p:nvPr/>
          </p:nvSpPr>
          <p:spPr>
            <a:xfrm flipH="1">
              <a:off x="1690608" y="3422778"/>
              <a:ext cx="1015418" cy="48474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a:latin typeface="+mn-lt"/>
                  <a:ea typeface="+mn-ea"/>
                  <a:cs typeface="+mn-cs"/>
                </a:rPr>
                <a:t>Standardised backlog, owned by PO/PA</a:t>
              </a:r>
              <a:endParaRPr lang="sv-SE" sz="1050" dirty="0">
                <a:latin typeface="+mn-lt"/>
                <a:ea typeface="+mn-ea"/>
                <a:cs typeface="+mn-cs"/>
              </a:endParaRPr>
            </a:p>
          </p:txBody>
        </p:sp>
        <p:sp>
          <p:nvSpPr>
            <p:cNvPr id="72" name="TextBox 71">
              <a:extLst>
                <a:ext uri="{FF2B5EF4-FFF2-40B4-BE49-F238E27FC236}">
                  <a16:creationId xmlns:a16="http://schemas.microsoft.com/office/drawing/2014/main" id="{076354A8-772A-4D2E-A28E-A7B451B16087}"/>
                </a:ext>
              </a:extLst>
            </p:cNvPr>
            <p:cNvSpPr txBox="1">
              <a:spLocks/>
            </p:cNvSpPr>
            <p:nvPr/>
          </p:nvSpPr>
          <p:spPr>
            <a:xfrm flipH="1">
              <a:off x="2969299" y="3422778"/>
              <a:ext cx="881555"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a:latin typeface="+mn-lt"/>
                  <a:ea typeface="+mn-ea"/>
                  <a:cs typeface="+mn-cs"/>
                </a:rPr>
                <a:t>Strong design &amp; threat-modelling standards</a:t>
              </a:r>
              <a:endParaRPr lang="sv-SE" sz="1050" dirty="0">
                <a:latin typeface="+mn-lt"/>
                <a:ea typeface="+mn-ea"/>
                <a:cs typeface="+mn-cs"/>
              </a:endParaRPr>
            </a:p>
          </p:txBody>
        </p:sp>
        <p:sp>
          <p:nvSpPr>
            <p:cNvPr id="77" name="TextBox 76">
              <a:extLst>
                <a:ext uri="{FF2B5EF4-FFF2-40B4-BE49-F238E27FC236}">
                  <a16:creationId xmlns:a16="http://schemas.microsoft.com/office/drawing/2014/main" id="{B0CC2065-1822-E3C4-48C0-C13D8C03AC36}"/>
                </a:ext>
              </a:extLst>
            </p:cNvPr>
            <p:cNvSpPr txBox="1">
              <a:spLocks/>
            </p:cNvSpPr>
            <p:nvPr/>
          </p:nvSpPr>
          <p:spPr>
            <a:xfrm flipH="1">
              <a:off x="4114128" y="3422778"/>
              <a:ext cx="881555"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a:latin typeface="+mn-lt"/>
                  <a:ea typeface="+mn-ea"/>
                  <a:cs typeface="+mn-cs"/>
                </a:rPr>
                <a:t>4-eyes code review, automated build &amp; scan</a:t>
              </a:r>
              <a:endParaRPr lang="sv-SE" sz="1050" dirty="0">
                <a:latin typeface="+mn-lt"/>
                <a:ea typeface="+mn-ea"/>
                <a:cs typeface="+mn-cs"/>
              </a:endParaRPr>
            </a:p>
          </p:txBody>
        </p:sp>
        <p:sp>
          <p:nvSpPr>
            <p:cNvPr id="82" name="TextBox 81">
              <a:extLst>
                <a:ext uri="{FF2B5EF4-FFF2-40B4-BE49-F238E27FC236}">
                  <a16:creationId xmlns:a16="http://schemas.microsoft.com/office/drawing/2014/main" id="{7F405ACE-6D4B-8523-92F1-582A5B26EC0D}"/>
                </a:ext>
              </a:extLst>
            </p:cNvPr>
            <p:cNvSpPr txBox="1">
              <a:spLocks/>
            </p:cNvSpPr>
            <p:nvPr/>
          </p:nvSpPr>
          <p:spPr>
            <a:xfrm flipH="1">
              <a:off x="5258957" y="3422778"/>
              <a:ext cx="881555"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dirty="0">
                  <a:latin typeface="+mn-lt"/>
                  <a:ea typeface="+mn-ea"/>
                  <a:cs typeface="+mn-cs"/>
                </a:rPr>
                <a:t>Full test taxonomy; </a:t>
              </a:r>
              <a:r>
                <a:rPr lang="en-US" sz="1050" dirty="0" err="1">
                  <a:latin typeface="+mn-lt"/>
                  <a:ea typeface="+mn-ea"/>
                  <a:cs typeface="+mn-cs"/>
                </a:rPr>
                <a:t>pentest</a:t>
              </a:r>
              <a:r>
                <a:rPr lang="en-US" sz="1050" dirty="0">
                  <a:latin typeface="+mn-lt"/>
                  <a:ea typeface="+mn-ea"/>
                  <a:cs typeface="+mn-cs"/>
                </a:rPr>
                <a:t> before release</a:t>
              </a:r>
              <a:endParaRPr lang="sv-SE" sz="1050" dirty="0">
                <a:latin typeface="+mn-lt"/>
                <a:ea typeface="+mn-ea"/>
                <a:cs typeface="+mn-cs"/>
              </a:endParaRPr>
            </a:p>
          </p:txBody>
        </p:sp>
        <p:sp>
          <p:nvSpPr>
            <p:cNvPr id="87" name="TextBox 86">
              <a:extLst>
                <a:ext uri="{FF2B5EF4-FFF2-40B4-BE49-F238E27FC236}">
                  <a16:creationId xmlns:a16="http://schemas.microsoft.com/office/drawing/2014/main" id="{29AE7A8F-364D-109A-8865-B298CB90C3D7}"/>
                </a:ext>
              </a:extLst>
            </p:cNvPr>
            <p:cNvSpPr txBox="1">
              <a:spLocks/>
            </p:cNvSpPr>
            <p:nvPr/>
          </p:nvSpPr>
          <p:spPr>
            <a:xfrm flipH="1">
              <a:off x="6403786" y="3422778"/>
              <a:ext cx="881555" cy="48474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a:latin typeface="+mn-lt"/>
                  <a:ea typeface="+mn-ea"/>
                  <a:cs typeface="+mn-cs"/>
                </a:rPr>
                <a:t>Automated, gated path to production</a:t>
              </a:r>
              <a:endParaRPr lang="sv-SE" sz="1050" dirty="0">
                <a:latin typeface="+mn-lt"/>
                <a:ea typeface="+mn-ea"/>
                <a:cs typeface="+mn-cs"/>
              </a:endParaRPr>
            </a:p>
          </p:txBody>
        </p:sp>
        <p:sp>
          <p:nvSpPr>
            <p:cNvPr id="92" name="TextBox 91">
              <a:extLst>
                <a:ext uri="{FF2B5EF4-FFF2-40B4-BE49-F238E27FC236}">
                  <a16:creationId xmlns:a16="http://schemas.microsoft.com/office/drawing/2014/main" id="{7863B15E-49FC-6A49-0685-37FAAB14F451}"/>
                </a:ext>
              </a:extLst>
            </p:cNvPr>
            <p:cNvSpPr txBox="1">
              <a:spLocks/>
            </p:cNvSpPr>
            <p:nvPr/>
          </p:nvSpPr>
          <p:spPr>
            <a:xfrm flipH="1">
              <a:off x="7548615" y="3422778"/>
              <a:ext cx="985785" cy="3231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a:latin typeface="+mn-lt"/>
                  <a:ea typeface="+mn-ea"/>
                  <a:cs typeface="+mn-cs"/>
                </a:rPr>
                <a:t>Full observability &amp; alerting</a:t>
              </a:r>
              <a:endParaRPr lang="sv-SE" sz="1050" dirty="0">
                <a:latin typeface="+mn-lt"/>
                <a:ea typeface="+mn-ea"/>
                <a:cs typeface="+mn-cs"/>
              </a:endParaRPr>
            </a:p>
          </p:txBody>
        </p:sp>
        <p:sp>
          <p:nvSpPr>
            <p:cNvPr id="67" name="TextBox 66">
              <a:extLst>
                <a:ext uri="{FF2B5EF4-FFF2-40B4-BE49-F238E27FC236}">
                  <a16:creationId xmlns:a16="http://schemas.microsoft.com/office/drawing/2014/main" id="{5A8748A8-E0EA-BF0A-4EBB-DB0E51EA4739}"/>
                </a:ext>
              </a:extLst>
            </p:cNvPr>
            <p:cNvSpPr txBox="1">
              <a:spLocks/>
            </p:cNvSpPr>
            <p:nvPr/>
          </p:nvSpPr>
          <p:spPr>
            <a:xfrm flipH="1">
              <a:off x="554736" y="3422778"/>
              <a:ext cx="947665" cy="1865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Strengths </a:t>
              </a:r>
              <a:endParaRPr lang="en-US" sz="1200" dirty="0">
                <a:cs typeface="+mn-cs"/>
              </a:endParaRPr>
            </a:p>
          </p:txBody>
        </p:sp>
      </p:grpSp>
      <p:grpSp>
        <p:nvGrpSpPr>
          <p:cNvPr id="150" name="Group 149">
            <a:extLst>
              <a:ext uri="{FF2B5EF4-FFF2-40B4-BE49-F238E27FC236}">
                <a16:creationId xmlns:a16="http://schemas.microsoft.com/office/drawing/2014/main" id="{D4EAF6B0-25C1-0FDB-74FA-61CFFE7B7C85}"/>
              </a:ext>
            </a:extLst>
          </p:cNvPr>
          <p:cNvGrpSpPr/>
          <p:nvPr/>
        </p:nvGrpSpPr>
        <p:grpSpPr>
          <a:xfrm>
            <a:off x="554736" y="4341207"/>
            <a:ext cx="7979664" cy="1292662"/>
            <a:chOff x="554736" y="4386947"/>
            <a:chExt cx="7979664" cy="1292662"/>
          </a:xfrm>
        </p:grpSpPr>
        <p:sp>
          <p:nvSpPr>
            <p:cNvPr id="20" name="TextBox 19">
              <a:extLst>
                <a:ext uri="{FF2B5EF4-FFF2-40B4-BE49-F238E27FC236}">
                  <a16:creationId xmlns:a16="http://schemas.microsoft.com/office/drawing/2014/main" id="{74489054-3197-4EF8-86DF-F8D7211C17D3}"/>
                </a:ext>
              </a:extLst>
            </p:cNvPr>
            <p:cNvSpPr txBox="1">
              <a:spLocks/>
            </p:cNvSpPr>
            <p:nvPr/>
          </p:nvSpPr>
          <p:spPr>
            <a:xfrm flipH="1">
              <a:off x="1690608" y="4386947"/>
              <a:ext cx="1015418"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dirty="0">
                  <a:latin typeface="+mn-lt"/>
                  <a:ea typeface="+mn-ea"/>
                  <a:cs typeface="+mn-cs"/>
                </a:rPr>
                <a:t>No clear way to </a:t>
              </a:r>
              <a:r>
                <a:rPr lang="en-US" sz="1050" dirty="0" err="1">
                  <a:latin typeface="+mn-lt"/>
                  <a:ea typeface="+mn-ea"/>
                  <a:cs typeface="+mn-cs"/>
                </a:rPr>
                <a:t>prioritise</a:t>
              </a:r>
              <a:r>
                <a:rPr lang="en-US" sz="1050" dirty="0">
                  <a:latin typeface="+mn-lt"/>
                  <a:ea typeface="+mn-ea"/>
                  <a:cs typeface="+mn-cs"/>
                </a:rPr>
                <a:t> competing requests; no check on whether delivered work paid off</a:t>
              </a:r>
              <a:endParaRPr lang="sv-SE" sz="1050" dirty="0">
                <a:latin typeface="+mn-lt"/>
                <a:ea typeface="+mn-ea"/>
                <a:cs typeface="+mn-cs"/>
              </a:endParaRPr>
            </a:p>
          </p:txBody>
        </p:sp>
        <p:sp>
          <p:nvSpPr>
            <p:cNvPr id="73" name="TextBox 72">
              <a:extLst>
                <a:ext uri="{FF2B5EF4-FFF2-40B4-BE49-F238E27FC236}">
                  <a16:creationId xmlns:a16="http://schemas.microsoft.com/office/drawing/2014/main" id="{22AE002A-2C60-9B6C-535E-6FE4F2332592}"/>
                </a:ext>
              </a:extLst>
            </p:cNvPr>
            <p:cNvSpPr txBox="1">
              <a:spLocks/>
            </p:cNvSpPr>
            <p:nvPr/>
          </p:nvSpPr>
          <p:spPr>
            <a:xfrm flipH="1">
              <a:off x="2969299" y="4386947"/>
              <a:ext cx="881555"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dirty="0">
                  <a:latin typeface="+mn-lt"/>
                  <a:ea typeface="+mn-ea"/>
                  <a:cs typeface="+mn-cs"/>
                </a:rPr>
                <a:t>Too many sign-offs slow things down; rigor varies by team</a:t>
              </a:r>
              <a:endParaRPr lang="sv-SE" sz="1050" dirty="0">
                <a:latin typeface="+mn-lt"/>
                <a:ea typeface="+mn-ea"/>
                <a:cs typeface="+mn-cs"/>
              </a:endParaRPr>
            </a:p>
          </p:txBody>
        </p:sp>
        <p:sp>
          <p:nvSpPr>
            <p:cNvPr id="78" name="TextBox 77">
              <a:extLst>
                <a:ext uri="{FF2B5EF4-FFF2-40B4-BE49-F238E27FC236}">
                  <a16:creationId xmlns:a16="http://schemas.microsoft.com/office/drawing/2014/main" id="{A4069A1F-0EF0-7E9C-5C49-F28B615878C5}"/>
                </a:ext>
              </a:extLst>
            </p:cNvPr>
            <p:cNvSpPr txBox="1">
              <a:spLocks/>
            </p:cNvSpPr>
            <p:nvPr/>
          </p:nvSpPr>
          <p:spPr>
            <a:xfrm flipH="1">
              <a:off x="4114128" y="4386947"/>
              <a:ext cx="881555"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b="1" dirty="0">
                  <a:solidFill>
                    <a:schemeClr val="tx1"/>
                  </a:solidFill>
                  <a:latin typeface="+mn-lt"/>
                  <a:ea typeface="+mn-ea"/>
                  <a:cs typeface="+mn-cs"/>
                </a:rPr>
                <a:t>Test-coverage bar not consistently enforced (front-end &amp; mobile fall short)</a:t>
              </a:r>
              <a:endParaRPr lang="sv-SE" sz="1050" dirty="0">
                <a:solidFill>
                  <a:schemeClr val="tx1"/>
                </a:solidFill>
                <a:latin typeface="+mn-lt"/>
                <a:ea typeface="+mn-ea"/>
                <a:cs typeface="+mn-cs"/>
              </a:endParaRPr>
            </a:p>
          </p:txBody>
        </p:sp>
        <p:sp>
          <p:nvSpPr>
            <p:cNvPr id="83" name="TextBox 82">
              <a:extLst>
                <a:ext uri="{FF2B5EF4-FFF2-40B4-BE49-F238E27FC236}">
                  <a16:creationId xmlns:a16="http://schemas.microsoft.com/office/drawing/2014/main" id="{F68863D0-19F2-C562-6942-21BD536167C7}"/>
                </a:ext>
              </a:extLst>
            </p:cNvPr>
            <p:cNvSpPr txBox="1">
              <a:spLocks/>
            </p:cNvSpPr>
            <p:nvPr/>
          </p:nvSpPr>
          <p:spPr>
            <a:xfrm flipH="1">
              <a:off x="5258957" y="4386947"/>
              <a:ext cx="881555"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b="1" dirty="0">
                  <a:solidFill>
                    <a:schemeClr val="tx1"/>
                  </a:solidFill>
                  <a:latin typeface="+mn-lt"/>
                  <a:ea typeface="+mn-ea"/>
                  <a:cs typeface="+mn-cs"/>
                </a:rPr>
                <a:t>Testing is mostly manual → slower, riskier releases; QA skipped on some teams</a:t>
              </a:r>
              <a:endParaRPr lang="sv-SE" sz="1050" dirty="0">
                <a:solidFill>
                  <a:schemeClr val="tx1"/>
                </a:solidFill>
                <a:latin typeface="+mn-lt"/>
                <a:ea typeface="+mn-ea"/>
                <a:cs typeface="+mn-cs"/>
              </a:endParaRPr>
            </a:p>
          </p:txBody>
        </p:sp>
        <p:sp>
          <p:nvSpPr>
            <p:cNvPr id="88" name="TextBox 87">
              <a:extLst>
                <a:ext uri="{FF2B5EF4-FFF2-40B4-BE49-F238E27FC236}">
                  <a16:creationId xmlns:a16="http://schemas.microsoft.com/office/drawing/2014/main" id="{4C2B5060-96A2-3A48-329F-F491CDB4DB21}"/>
                </a:ext>
              </a:extLst>
            </p:cNvPr>
            <p:cNvSpPr txBox="1">
              <a:spLocks/>
            </p:cNvSpPr>
            <p:nvPr/>
          </p:nvSpPr>
          <p:spPr>
            <a:xfrm flipH="1">
              <a:off x="6403786" y="4386947"/>
              <a:ext cx="881555"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dirty="0">
                  <a:latin typeface="+mn-lt"/>
                  <a:ea typeface="+mn-ea"/>
                  <a:cs typeface="+mn-cs"/>
                </a:rPr>
                <a:t>No metrics tracking delivery speed or release quality</a:t>
              </a:r>
              <a:endParaRPr lang="sv-SE" sz="1050" dirty="0">
                <a:latin typeface="+mn-lt"/>
                <a:ea typeface="+mn-ea"/>
                <a:cs typeface="+mn-cs"/>
              </a:endParaRPr>
            </a:p>
          </p:txBody>
        </p:sp>
        <p:sp>
          <p:nvSpPr>
            <p:cNvPr id="93" name="TextBox 92">
              <a:extLst>
                <a:ext uri="{FF2B5EF4-FFF2-40B4-BE49-F238E27FC236}">
                  <a16:creationId xmlns:a16="http://schemas.microsoft.com/office/drawing/2014/main" id="{5B7A02F5-CEED-5B23-76BD-C5AB52348BF4}"/>
                </a:ext>
              </a:extLst>
            </p:cNvPr>
            <p:cNvSpPr txBox="1">
              <a:spLocks/>
            </p:cNvSpPr>
            <p:nvPr/>
          </p:nvSpPr>
          <p:spPr>
            <a:xfrm flipH="1">
              <a:off x="7548615" y="4386947"/>
              <a:ext cx="985785"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100"/>
                </a:spcAft>
              </a:pPr>
              <a:r>
                <a:rPr lang="en-US" sz="1050" dirty="0">
                  <a:latin typeface="+mn-lt"/>
                  <a:ea typeface="+mn-ea"/>
                  <a:cs typeface="+mn-cs"/>
                </a:rPr>
                <a:t>Unclear handover from squads to operations → ownership gaps</a:t>
              </a:r>
              <a:endParaRPr lang="sv-SE" sz="1050" dirty="0">
                <a:latin typeface="+mn-lt"/>
                <a:ea typeface="+mn-ea"/>
                <a:cs typeface="+mn-cs"/>
              </a:endParaRPr>
            </a:p>
          </p:txBody>
        </p:sp>
        <p:sp>
          <p:nvSpPr>
            <p:cNvPr id="68" name="TextBox 67">
              <a:extLst>
                <a:ext uri="{FF2B5EF4-FFF2-40B4-BE49-F238E27FC236}">
                  <a16:creationId xmlns:a16="http://schemas.microsoft.com/office/drawing/2014/main" id="{55292AAF-CBD9-BA8E-EE13-288172D05DCD}"/>
                </a:ext>
              </a:extLst>
            </p:cNvPr>
            <p:cNvSpPr txBox="1">
              <a:spLocks/>
            </p:cNvSpPr>
            <p:nvPr/>
          </p:nvSpPr>
          <p:spPr>
            <a:xfrm flipH="1">
              <a:off x="554736" y="4386947"/>
              <a:ext cx="947665"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Weaknesses</a:t>
              </a:r>
              <a:endParaRPr lang="en-US" sz="1200" dirty="0">
                <a:cs typeface="+mn-cs"/>
              </a:endParaRPr>
            </a:p>
          </p:txBody>
        </p:sp>
      </p:grpSp>
      <p:grpSp>
        <p:nvGrpSpPr>
          <p:cNvPr id="156" name="Group 155">
            <a:extLst>
              <a:ext uri="{FF2B5EF4-FFF2-40B4-BE49-F238E27FC236}">
                <a16:creationId xmlns:a16="http://schemas.microsoft.com/office/drawing/2014/main" id="{E6D0B4BC-D4F6-CDF4-8AD0-3EB3B9AD5654}"/>
              </a:ext>
            </a:extLst>
          </p:cNvPr>
          <p:cNvGrpSpPr/>
          <p:nvPr/>
        </p:nvGrpSpPr>
        <p:grpSpPr>
          <a:xfrm>
            <a:off x="554736" y="2632948"/>
            <a:ext cx="7979664" cy="561692"/>
            <a:chOff x="554736" y="2632948"/>
            <a:chExt cx="7979664" cy="561692"/>
          </a:xfrm>
        </p:grpSpPr>
        <p:sp>
          <p:nvSpPr>
            <p:cNvPr id="13" name="TextBox 12">
              <a:extLst>
                <a:ext uri="{FF2B5EF4-FFF2-40B4-BE49-F238E27FC236}">
                  <a16:creationId xmlns:a16="http://schemas.microsoft.com/office/drawing/2014/main" id="{282CFA2A-A6E5-A2C3-59F3-3631777C4BB3}"/>
                </a:ext>
              </a:extLst>
            </p:cNvPr>
            <p:cNvSpPr txBox="1">
              <a:spLocks/>
            </p:cNvSpPr>
            <p:nvPr/>
          </p:nvSpPr>
          <p:spPr>
            <a:xfrm flipH="1">
              <a:off x="1690608" y="2632948"/>
              <a:ext cx="1015418" cy="36163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en-US" sz="1050" dirty="0">
                  <a:latin typeface="+mn-lt"/>
                  <a:ea typeface="+mn-ea"/>
                  <a:cs typeface="+mn-cs"/>
                </a:rPr>
                <a:t>Jira</a:t>
              </a:r>
            </a:p>
            <a:p>
              <a:pPr marL="174625" lvl="1" indent="-169863"/>
              <a:r>
                <a:rPr lang="en-US" sz="1050" dirty="0">
                  <a:latin typeface="+mn-lt"/>
                  <a:ea typeface="+mn-ea"/>
                  <a:cs typeface="+mn-cs"/>
                </a:rPr>
                <a:t>Confluence</a:t>
              </a:r>
              <a:endParaRPr lang="sv-SE" sz="1050" dirty="0">
                <a:latin typeface="+mn-lt"/>
                <a:ea typeface="+mn-ea"/>
                <a:cs typeface="+mn-cs"/>
              </a:endParaRPr>
            </a:p>
          </p:txBody>
        </p:sp>
        <p:sp>
          <p:nvSpPr>
            <p:cNvPr id="2" name="TextBox 1">
              <a:extLst>
                <a:ext uri="{FF2B5EF4-FFF2-40B4-BE49-F238E27FC236}">
                  <a16:creationId xmlns:a16="http://schemas.microsoft.com/office/drawing/2014/main" id="{E37B7C70-B6D8-0E79-DF11-59CC1A68DD6F}"/>
                </a:ext>
              </a:extLst>
            </p:cNvPr>
            <p:cNvSpPr txBox="1">
              <a:spLocks/>
            </p:cNvSpPr>
            <p:nvPr/>
          </p:nvSpPr>
          <p:spPr>
            <a:xfrm flipH="1">
              <a:off x="2969299" y="2632948"/>
              <a:ext cx="881555" cy="5616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en-US" sz="1050" dirty="0">
                  <a:latin typeface="+mn-lt"/>
                  <a:ea typeface="+mn-ea"/>
                  <a:cs typeface="+mn-cs"/>
                </a:rPr>
                <a:t>Jira</a:t>
              </a:r>
            </a:p>
            <a:p>
              <a:pPr marL="174625" lvl="1" indent="-169863"/>
              <a:r>
                <a:rPr lang="en-US" sz="1050" dirty="0">
                  <a:latin typeface="+mn-lt"/>
                  <a:ea typeface="+mn-ea"/>
                  <a:cs typeface="+mn-cs"/>
                </a:rPr>
                <a:t>Confluence</a:t>
              </a:r>
            </a:p>
            <a:p>
              <a:pPr marL="174625" lvl="1" indent="-169863"/>
              <a:r>
                <a:rPr lang="en-US" sz="1050" dirty="0">
                  <a:latin typeface="+mn-lt"/>
                  <a:ea typeface="+mn-ea"/>
                  <a:cs typeface="+mn-cs"/>
                </a:rPr>
                <a:t>Figma</a:t>
              </a:r>
              <a:endParaRPr lang="sv-SE" sz="1050" dirty="0">
                <a:latin typeface="+mn-lt"/>
                <a:ea typeface="+mn-ea"/>
                <a:cs typeface="+mn-cs"/>
              </a:endParaRPr>
            </a:p>
          </p:txBody>
        </p:sp>
        <p:sp>
          <p:nvSpPr>
            <p:cNvPr id="3" name="TextBox 2">
              <a:extLst>
                <a:ext uri="{FF2B5EF4-FFF2-40B4-BE49-F238E27FC236}">
                  <a16:creationId xmlns:a16="http://schemas.microsoft.com/office/drawing/2014/main" id="{7D53ACE4-B21E-482A-464D-89E6483F89AC}"/>
                </a:ext>
              </a:extLst>
            </p:cNvPr>
            <p:cNvSpPr txBox="1">
              <a:spLocks/>
            </p:cNvSpPr>
            <p:nvPr/>
          </p:nvSpPr>
          <p:spPr>
            <a:xfrm flipH="1">
              <a:off x="4114128" y="2632948"/>
              <a:ext cx="881555" cy="36163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en-US" sz="1050" dirty="0">
                  <a:latin typeface="+mn-lt"/>
                  <a:ea typeface="+mn-ea"/>
                  <a:cs typeface="+mn-cs"/>
                </a:rPr>
                <a:t>GitHub</a:t>
              </a:r>
            </a:p>
            <a:p>
              <a:pPr marL="174625" lvl="1" indent="-169863"/>
              <a:r>
                <a:rPr lang="en-US" sz="1050" dirty="0">
                  <a:latin typeface="+mn-lt"/>
                  <a:ea typeface="+mn-ea"/>
                  <a:cs typeface="+mn-cs"/>
                </a:rPr>
                <a:t>SonarQube</a:t>
              </a:r>
              <a:endParaRPr lang="sv-SE" sz="1050" dirty="0">
                <a:latin typeface="+mn-lt"/>
                <a:ea typeface="+mn-ea"/>
                <a:cs typeface="+mn-cs"/>
              </a:endParaRPr>
            </a:p>
          </p:txBody>
        </p:sp>
        <p:sp>
          <p:nvSpPr>
            <p:cNvPr id="4" name="TextBox 3">
              <a:extLst>
                <a:ext uri="{FF2B5EF4-FFF2-40B4-BE49-F238E27FC236}">
                  <a16:creationId xmlns:a16="http://schemas.microsoft.com/office/drawing/2014/main" id="{244D8FF6-0F52-7687-1416-BF7ABEEA853D}"/>
                </a:ext>
              </a:extLst>
            </p:cNvPr>
            <p:cNvSpPr txBox="1">
              <a:spLocks/>
            </p:cNvSpPr>
            <p:nvPr/>
          </p:nvSpPr>
          <p:spPr>
            <a:xfrm flipH="1">
              <a:off x="5258957" y="2632948"/>
              <a:ext cx="881555" cy="3231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sv-SE" sz="1050" dirty="0">
                  <a:latin typeface="+mn-lt"/>
                  <a:ea typeface="+mn-ea"/>
                  <a:cs typeface="+mn-cs"/>
                </a:rPr>
                <a:t>Allure TestOps</a:t>
              </a:r>
            </a:p>
          </p:txBody>
        </p:sp>
        <p:sp>
          <p:nvSpPr>
            <p:cNvPr id="7" name="TextBox 6">
              <a:extLst>
                <a:ext uri="{FF2B5EF4-FFF2-40B4-BE49-F238E27FC236}">
                  <a16:creationId xmlns:a16="http://schemas.microsoft.com/office/drawing/2014/main" id="{40D07B26-DDD3-9531-0AF3-5FED56F6DEF3}"/>
                </a:ext>
              </a:extLst>
            </p:cNvPr>
            <p:cNvSpPr txBox="1">
              <a:spLocks/>
            </p:cNvSpPr>
            <p:nvPr/>
          </p:nvSpPr>
          <p:spPr>
            <a:xfrm flipH="1">
              <a:off x="6403786" y="2632948"/>
              <a:ext cx="881555" cy="52322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sv-SE" sz="1050" dirty="0">
                  <a:latin typeface="+mn-lt"/>
                  <a:ea typeface="+mn-ea"/>
                  <a:cs typeface="+mn-cs"/>
                </a:rPr>
                <a:t>GitHub Actions</a:t>
              </a:r>
            </a:p>
            <a:p>
              <a:pPr marL="174625" lvl="1" indent="-169863"/>
              <a:r>
                <a:rPr lang="sv-SE" sz="1050" dirty="0">
                  <a:latin typeface="+mn-lt"/>
                  <a:ea typeface="+mn-ea"/>
                  <a:cs typeface="+mn-cs"/>
                </a:rPr>
                <a:t>Kubernetes </a:t>
              </a:r>
            </a:p>
          </p:txBody>
        </p:sp>
        <p:sp>
          <p:nvSpPr>
            <p:cNvPr id="8" name="TextBox 7">
              <a:extLst>
                <a:ext uri="{FF2B5EF4-FFF2-40B4-BE49-F238E27FC236}">
                  <a16:creationId xmlns:a16="http://schemas.microsoft.com/office/drawing/2014/main" id="{0D7C2E25-CD64-BE0B-4602-1904EFB76025}"/>
                </a:ext>
              </a:extLst>
            </p:cNvPr>
            <p:cNvSpPr txBox="1">
              <a:spLocks/>
            </p:cNvSpPr>
            <p:nvPr/>
          </p:nvSpPr>
          <p:spPr>
            <a:xfrm flipH="1">
              <a:off x="7548615" y="2632948"/>
              <a:ext cx="985785" cy="5616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4625" lvl="1" indent="-169863"/>
              <a:r>
                <a:rPr lang="sv-SE" sz="1050" dirty="0">
                  <a:latin typeface="+mn-lt"/>
                  <a:ea typeface="+mn-ea"/>
                  <a:cs typeface="+mn-cs"/>
                </a:rPr>
                <a:t>Grafana</a:t>
              </a:r>
            </a:p>
            <a:p>
              <a:pPr marL="174625" lvl="1" indent="-169863"/>
              <a:r>
                <a:rPr lang="sv-SE" sz="1050" dirty="0">
                  <a:latin typeface="+mn-lt"/>
                  <a:ea typeface="+mn-ea"/>
                  <a:cs typeface="+mn-cs"/>
                </a:rPr>
                <a:t>Instana</a:t>
              </a:r>
            </a:p>
            <a:p>
              <a:pPr marL="174625" lvl="1" indent="-169863"/>
              <a:r>
                <a:rPr lang="sv-SE" sz="1050" dirty="0">
                  <a:latin typeface="+mn-lt"/>
                  <a:ea typeface="+mn-ea"/>
                  <a:cs typeface="+mn-cs"/>
                </a:rPr>
                <a:t>Prometheus</a:t>
              </a:r>
            </a:p>
          </p:txBody>
        </p:sp>
        <p:sp>
          <p:nvSpPr>
            <p:cNvPr id="21" name="TextBox 20">
              <a:extLst>
                <a:ext uri="{FF2B5EF4-FFF2-40B4-BE49-F238E27FC236}">
                  <a16:creationId xmlns:a16="http://schemas.microsoft.com/office/drawing/2014/main" id="{85AD7718-242C-B0F7-8BED-A18743F3C769}"/>
                </a:ext>
              </a:extLst>
            </p:cNvPr>
            <p:cNvSpPr txBox="1">
              <a:spLocks/>
            </p:cNvSpPr>
            <p:nvPr/>
          </p:nvSpPr>
          <p:spPr>
            <a:xfrm flipH="1">
              <a:off x="554736" y="2632948"/>
              <a:ext cx="947665" cy="1865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Tooling</a:t>
              </a:r>
            </a:p>
          </p:txBody>
        </p:sp>
      </p:grpSp>
      <p:sp>
        <p:nvSpPr>
          <p:cNvPr id="15" name="TextBox 14">
            <a:extLst>
              <a:ext uri="{FF2B5EF4-FFF2-40B4-BE49-F238E27FC236}">
                <a16:creationId xmlns:a16="http://schemas.microsoft.com/office/drawing/2014/main" id="{A4DD28CB-0F24-48F0-178B-6BE8BFB587C1}"/>
              </a:ext>
            </a:extLst>
          </p:cNvPr>
          <p:cNvSpPr txBox="1">
            <a:spLocks/>
          </p:cNvSpPr>
          <p:nvPr/>
        </p:nvSpPr>
        <p:spPr>
          <a:xfrm flipH="1">
            <a:off x="554736" y="1823076"/>
            <a:ext cx="947665" cy="1865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Stage</a:t>
            </a:r>
            <a:endParaRPr lang="en-US" sz="1200" dirty="0">
              <a:cs typeface="+mn-cs"/>
            </a:endParaRPr>
          </a:p>
        </p:txBody>
      </p:sp>
      <p:sp>
        <p:nvSpPr>
          <p:cNvPr id="48" name="TextBox 47">
            <a:extLst>
              <a:ext uri="{FF2B5EF4-FFF2-40B4-BE49-F238E27FC236}">
                <a16:creationId xmlns:a16="http://schemas.microsoft.com/office/drawing/2014/main" id="{2D746726-65AD-7F44-95EC-D3C3EC54A687}"/>
              </a:ext>
            </a:extLst>
          </p:cNvPr>
          <p:cNvSpPr txBox="1">
            <a:spLocks/>
          </p:cNvSpPr>
          <p:nvPr/>
        </p:nvSpPr>
        <p:spPr>
          <a:xfrm>
            <a:off x="554736" y="5944114"/>
            <a:ext cx="947665"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Automation</a:t>
            </a:r>
            <a:endParaRPr lang="en-US" sz="1200" dirty="0">
              <a:cs typeface="+mn-cs"/>
            </a:endParaRPr>
          </a:p>
        </p:txBody>
      </p:sp>
      <p:sp>
        <p:nvSpPr>
          <p:cNvPr id="50" name="Oval 49">
            <a:extLst>
              <a:ext uri="{FF2B5EF4-FFF2-40B4-BE49-F238E27FC236}">
                <a16:creationId xmlns:a16="http://schemas.microsoft.com/office/drawing/2014/main" id="{90043C71-C623-8B0E-B28E-435F547CCA67}"/>
              </a:ext>
            </a:extLst>
          </p:cNvPr>
          <p:cNvSpPr>
            <a:spLocks/>
          </p:cNvSpPr>
          <p:nvPr/>
        </p:nvSpPr>
        <p:spPr>
          <a:xfrm>
            <a:off x="1690607" y="5883990"/>
            <a:ext cx="304915" cy="304915"/>
          </a:xfrm>
          <a:prstGeom prst="ellipse">
            <a:avLst/>
          </a:prstGeom>
          <a:solidFill>
            <a:schemeClr val="bg1">
              <a:lumMod val="6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400" dirty="0" err="1">
              <a:solidFill>
                <a:schemeClr val="bg1"/>
              </a:solidFill>
            </a:endParaRPr>
          </a:p>
        </p:txBody>
      </p:sp>
      <p:sp>
        <p:nvSpPr>
          <p:cNvPr id="51" name="Oval 50">
            <a:extLst>
              <a:ext uri="{FF2B5EF4-FFF2-40B4-BE49-F238E27FC236}">
                <a16:creationId xmlns:a16="http://schemas.microsoft.com/office/drawing/2014/main" id="{648BD53D-4BB5-3F4E-3F6C-E5EA9AC1CBD4}"/>
              </a:ext>
            </a:extLst>
          </p:cNvPr>
          <p:cNvSpPr>
            <a:spLocks/>
          </p:cNvSpPr>
          <p:nvPr/>
        </p:nvSpPr>
        <p:spPr>
          <a:xfrm>
            <a:off x="4114127" y="5883990"/>
            <a:ext cx="304915" cy="304915"/>
          </a:xfrm>
          <a:prstGeom prst="ellipse">
            <a:avLst/>
          </a:prstGeom>
          <a:solidFill>
            <a:schemeClr val="tx2">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200" dirty="0" err="1">
              <a:solidFill>
                <a:schemeClr val="bg1"/>
              </a:solidFill>
            </a:endParaRPr>
          </a:p>
        </p:txBody>
      </p:sp>
      <p:sp>
        <p:nvSpPr>
          <p:cNvPr id="52" name="Oval 51">
            <a:extLst>
              <a:ext uri="{FF2B5EF4-FFF2-40B4-BE49-F238E27FC236}">
                <a16:creationId xmlns:a16="http://schemas.microsoft.com/office/drawing/2014/main" id="{F08B5CBE-724D-3A7E-8BCC-BF73B4ACA9F4}"/>
              </a:ext>
            </a:extLst>
          </p:cNvPr>
          <p:cNvSpPr>
            <a:spLocks/>
          </p:cNvSpPr>
          <p:nvPr/>
        </p:nvSpPr>
        <p:spPr>
          <a:xfrm>
            <a:off x="6403785" y="5883990"/>
            <a:ext cx="304915" cy="304915"/>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200" dirty="0" err="1">
              <a:solidFill>
                <a:schemeClr val="bg1"/>
              </a:solidFill>
            </a:endParaRPr>
          </a:p>
        </p:txBody>
      </p:sp>
      <p:sp>
        <p:nvSpPr>
          <p:cNvPr id="57" name="Oval 56">
            <a:extLst>
              <a:ext uri="{FF2B5EF4-FFF2-40B4-BE49-F238E27FC236}">
                <a16:creationId xmlns:a16="http://schemas.microsoft.com/office/drawing/2014/main" id="{C3DF9726-0CD1-4E8B-283D-C7E62F990357}"/>
              </a:ext>
            </a:extLst>
          </p:cNvPr>
          <p:cNvSpPr>
            <a:spLocks/>
          </p:cNvSpPr>
          <p:nvPr/>
        </p:nvSpPr>
        <p:spPr>
          <a:xfrm>
            <a:off x="5258956" y="5883990"/>
            <a:ext cx="304915" cy="304915"/>
          </a:xfrm>
          <a:prstGeom prst="ellipse">
            <a:avLst/>
          </a:prstGeom>
          <a:solidFill>
            <a:schemeClr val="tx2">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200" dirty="0" err="1">
              <a:solidFill>
                <a:schemeClr val="bg1"/>
              </a:solidFill>
            </a:endParaRPr>
          </a:p>
        </p:txBody>
      </p:sp>
      <p:sp>
        <p:nvSpPr>
          <p:cNvPr id="58" name="Oval 57">
            <a:extLst>
              <a:ext uri="{FF2B5EF4-FFF2-40B4-BE49-F238E27FC236}">
                <a16:creationId xmlns:a16="http://schemas.microsoft.com/office/drawing/2014/main" id="{0B5A437D-B89B-3A8C-D962-FA12BFCF4CAB}"/>
              </a:ext>
            </a:extLst>
          </p:cNvPr>
          <p:cNvSpPr>
            <a:spLocks/>
          </p:cNvSpPr>
          <p:nvPr/>
        </p:nvSpPr>
        <p:spPr>
          <a:xfrm>
            <a:off x="7548614" y="5883990"/>
            <a:ext cx="304915" cy="304915"/>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200" dirty="0" err="1">
              <a:solidFill>
                <a:schemeClr val="bg1"/>
              </a:solidFill>
            </a:endParaRPr>
          </a:p>
        </p:txBody>
      </p:sp>
      <p:sp>
        <p:nvSpPr>
          <p:cNvPr id="59" name="Oval 58">
            <a:extLst>
              <a:ext uri="{FF2B5EF4-FFF2-40B4-BE49-F238E27FC236}">
                <a16:creationId xmlns:a16="http://schemas.microsoft.com/office/drawing/2014/main" id="{FB31D957-1448-FF62-D742-D99F2A66756E}"/>
              </a:ext>
            </a:extLst>
          </p:cNvPr>
          <p:cNvSpPr>
            <a:spLocks/>
          </p:cNvSpPr>
          <p:nvPr/>
        </p:nvSpPr>
        <p:spPr>
          <a:xfrm>
            <a:off x="2969298" y="5883990"/>
            <a:ext cx="304915" cy="304915"/>
          </a:xfrm>
          <a:prstGeom prst="ellipse">
            <a:avLst/>
          </a:prstGeom>
          <a:solidFill>
            <a:schemeClr val="bg1">
              <a:lumMod val="6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200" dirty="0" err="1">
              <a:solidFill>
                <a:schemeClr val="bg1"/>
              </a:solidFill>
            </a:endParaRPr>
          </a:p>
        </p:txBody>
      </p:sp>
      <p:cxnSp>
        <p:nvCxnSpPr>
          <p:cNvPr id="74" name="GreyLineSeparatorDefault 70">
            <a:extLst>
              <a:ext uri="{FF2B5EF4-FFF2-40B4-BE49-F238E27FC236}">
                <a16:creationId xmlns:a16="http://schemas.microsoft.com/office/drawing/2014/main" id="{7EB18BAB-5D34-8F87-3048-14819E29AC44}"/>
              </a:ext>
            </a:extLst>
          </p:cNvPr>
          <p:cNvCxnSpPr/>
          <p:nvPr>
            <p:custDataLst>
              <p:tags r:id="rId3"/>
            </p:custDataLst>
          </p:nvPr>
        </p:nvCxnSpPr>
        <p:spPr>
          <a:xfrm>
            <a:off x="554735" y="4216148"/>
            <a:ext cx="7918703" cy="0"/>
          </a:xfrm>
          <a:prstGeom prst="straightConnector1">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6" name="GreyLineSeparatorDefault 70">
            <a:extLst>
              <a:ext uri="{FF2B5EF4-FFF2-40B4-BE49-F238E27FC236}">
                <a16:creationId xmlns:a16="http://schemas.microsoft.com/office/drawing/2014/main" id="{031BD737-AA39-695C-2705-E937545BB3D7}"/>
              </a:ext>
            </a:extLst>
          </p:cNvPr>
          <p:cNvCxnSpPr/>
          <p:nvPr>
            <p:custDataLst>
              <p:tags r:id="rId4"/>
            </p:custDataLst>
          </p:nvPr>
        </p:nvCxnSpPr>
        <p:spPr>
          <a:xfrm>
            <a:off x="554735" y="3319699"/>
            <a:ext cx="7918703" cy="0"/>
          </a:xfrm>
          <a:prstGeom prst="straightConnector1">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0" name="GreyLineSeparatorDefault 70">
            <a:extLst>
              <a:ext uri="{FF2B5EF4-FFF2-40B4-BE49-F238E27FC236}">
                <a16:creationId xmlns:a16="http://schemas.microsoft.com/office/drawing/2014/main" id="{AA35BCEB-827F-E9DA-7967-EE39D31343DE}"/>
              </a:ext>
            </a:extLst>
          </p:cNvPr>
          <p:cNvCxnSpPr/>
          <p:nvPr>
            <p:custDataLst>
              <p:tags r:id="rId5"/>
            </p:custDataLst>
          </p:nvPr>
        </p:nvCxnSpPr>
        <p:spPr>
          <a:xfrm>
            <a:off x="554735" y="5758928"/>
            <a:ext cx="7918703" cy="0"/>
          </a:xfrm>
          <a:prstGeom prst="straightConnector1">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0" name="Group 129">
            <a:extLst>
              <a:ext uri="{FF2B5EF4-FFF2-40B4-BE49-F238E27FC236}">
                <a16:creationId xmlns:a16="http://schemas.microsoft.com/office/drawing/2014/main" id="{811CC02E-0B12-D4C9-AB7C-575B80DC9DBF}"/>
              </a:ext>
            </a:extLst>
          </p:cNvPr>
          <p:cNvGrpSpPr/>
          <p:nvPr>
            <p:custDataLst>
              <p:tags r:id="rId6"/>
            </p:custDataLst>
          </p:nvPr>
        </p:nvGrpSpPr>
        <p:grpSpPr>
          <a:xfrm>
            <a:off x="1630190" y="1548546"/>
            <a:ext cx="1221781" cy="895391"/>
            <a:chOff x="1599028" y="1414983"/>
            <a:chExt cx="1284104" cy="852169"/>
          </a:xfrm>
          <a:solidFill>
            <a:schemeClr val="accent2"/>
          </a:solidFill>
        </p:grpSpPr>
        <p:sp>
          <p:nvSpPr>
            <p:cNvPr id="81" name="Freeform: Shape 80">
              <a:extLst>
                <a:ext uri="{FF2B5EF4-FFF2-40B4-BE49-F238E27FC236}">
                  <a16:creationId xmlns:a16="http://schemas.microsoft.com/office/drawing/2014/main" id="{65D0CF00-7055-1D24-E640-F85D616E26F1}"/>
                </a:ext>
              </a:extLst>
            </p:cNvPr>
            <p:cNvSpPr/>
            <p:nvPr>
              <p:custDataLst>
                <p:tags r:id="rId30"/>
              </p:custDataLst>
            </p:nvPr>
          </p:nvSpPr>
          <p:spPr>
            <a:xfrm>
              <a:off x="1599028"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0147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4" y="0"/>
                  </a:lnTo>
                  <a:lnTo>
                    <a:pt x="1828800" y="457200"/>
                  </a:lnTo>
                  <a:lnTo>
                    <a:pt x="1610344" y="914400"/>
                  </a:lnTo>
                  <a:lnTo>
                    <a:pt x="0" y="914400"/>
                  </a:lnTo>
                  <a:lnTo>
                    <a:pt x="0"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84" name="TextBox 83">
              <a:extLst>
                <a:ext uri="{FF2B5EF4-FFF2-40B4-BE49-F238E27FC236}">
                  <a16:creationId xmlns:a16="http://schemas.microsoft.com/office/drawing/2014/main" id="{A3E6863F-ACD4-EC76-FB57-3C04958D34BB}"/>
                </a:ext>
              </a:extLst>
            </p:cNvPr>
            <p:cNvSpPr txBox="1"/>
            <p:nvPr>
              <p:custDataLst>
                <p:tags r:id="rId31"/>
              </p:custDataLst>
            </p:nvPr>
          </p:nvSpPr>
          <p:spPr>
            <a:xfrm>
              <a:off x="1662528" y="1474161"/>
              <a:ext cx="1067214" cy="733812"/>
            </a:xfrm>
            <a:prstGeom prst="rect">
              <a:avLst/>
            </a:prstGeom>
            <a:grpFill/>
          </p:spPr>
          <p:txBody>
            <a:bodyPr vert="horz" wrap="square" lIns="3810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1. Demand planning</a:t>
              </a:r>
            </a:p>
          </p:txBody>
        </p:sp>
      </p:grpSp>
      <p:grpSp>
        <p:nvGrpSpPr>
          <p:cNvPr id="119" name="Group 118">
            <a:extLst>
              <a:ext uri="{FF2B5EF4-FFF2-40B4-BE49-F238E27FC236}">
                <a16:creationId xmlns:a16="http://schemas.microsoft.com/office/drawing/2014/main" id="{BA49F0D2-7C88-D37B-439E-C24BC4440233}"/>
              </a:ext>
            </a:extLst>
          </p:cNvPr>
          <p:cNvGrpSpPr/>
          <p:nvPr>
            <p:custDataLst>
              <p:tags r:id="rId7"/>
            </p:custDataLst>
          </p:nvPr>
        </p:nvGrpSpPr>
        <p:grpSpPr>
          <a:xfrm>
            <a:off x="2775019" y="1548546"/>
            <a:ext cx="1221781" cy="895391"/>
            <a:chOff x="2743857" y="1414983"/>
            <a:chExt cx="1284104" cy="852169"/>
          </a:xfrm>
          <a:solidFill>
            <a:schemeClr val="accent2"/>
          </a:solidFill>
        </p:grpSpPr>
        <p:sp>
          <p:nvSpPr>
            <p:cNvPr id="108" name="Freeform: Shape 107">
              <a:extLst>
                <a:ext uri="{FF2B5EF4-FFF2-40B4-BE49-F238E27FC236}">
                  <a16:creationId xmlns:a16="http://schemas.microsoft.com/office/drawing/2014/main" id="{5FF8E4CF-BDB9-796A-4AF7-C2CF4142D90D}"/>
                </a:ext>
              </a:extLst>
            </p:cNvPr>
            <p:cNvSpPr/>
            <p:nvPr>
              <p:custDataLst>
                <p:tags r:id="rId28"/>
              </p:custDataLst>
            </p:nvPr>
          </p:nvSpPr>
          <p:spPr>
            <a:xfrm>
              <a:off x="2743857"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4" y="0"/>
                  </a:lnTo>
                  <a:lnTo>
                    <a:pt x="1828800" y="457200"/>
                  </a:lnTo>
                  <a:lnTo>
                    <a:pt x="1610344" y="914400"/>
                  </a:lnTo>
                  <a:lnTo>
                    <a:pt x="0" y="914400"/>
                  </a:lnTo>
                  <a:lnTo>
                    <a:pt x="218456"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109" name="TextBox 108">
              <a:extLst>
                <a:ext uri="{FF2B5EF4-FFF2-40B4-BE49-F238E27FC236}">
                  <a16:creationId xmlns:a16="http://schemas.microsoft.com/office/drawing/2014/main" id="{B6B5D7A9-5B0E-5069-1205-AD996C8EB32B}"/>
                </a:ext>
              </a:extLst>
            </p:cNvPr>
            <p:cNvSpPr txBox="1"/>
            <p:nvPr>
              <p:custDataLst>
                <p:tags r:id="rId29"/>
              </p:custDataLst>
            </p:nvPr>
          </p:nvSpPr>
          <p:spPr>
            <a:xfrm>
              <a:off x="2948047" y="1474161"/>
              <a:ext cx="926523" cy="733812"/>
            </a:xfrm>
            <a:prstGeom prst="rect">
              <a:avLst/>
            </a:prstGeom>
            <a:grpFill/>
          </p:spPr>
          <p:txBody>
            <a:bodyPr vert="horz" wrap="square" lIns="3810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2. Analysis </a:t>
              </a:r>
              <a:br>
                <a:rPr lang="sv-SE" sz="1100" b="1" dirty="0">
                  <a:solidFill>
                    <a:schemeClr val="bg1"/>
                  </a:solidFill>
                  <a:latin typeface="+mn-lt"/>
                </a:rPr>
              </a:br>
              <a:r>
                <a:rPr lang="sv-SE" sz="1100" b="1" dirty="0">
                  <a:solidFill>
                    <a:schemeClr val="bg1"/>
                  </a:solidFill>
                  <a:latin typeface="+mn-lt"/>
                </a:rPr>
                <a:t>&amp; design</a:t>
              </a:r>
            </a:p>
          </p:txBody>
        </p:sp>
      </p:grpSp>
      <p:grpSp>
        <p:nvGrpSpPr>
          <p:cNvPr id="129" name="Group 128">
            <a:extLst>
              <a:ext uri="{FF2B5EF4-FFF2-40B4-BE49-F238E27FC236}">
                <a16:creationId xmlns:a16="http://schemas.microsoft.com/office/drawing/2014/main" id="{CEB639E1-5D1A-180D-90DC-AF1EB4BE5003}"/>
              </a:ext>
            </a:extLst>
          </p:cNvPr>
          <p:cNvGrpSpPr/>
          <p:nvPr>
            <p:custDataLst>
              <p:tags r:id="rId8"/>
            </p:custDataLst>
          </p:nvPr>
        </p:nvGrpSpPr>
        <p:grpSpPr>
          <a:xfrm>
            <a:off x="3919848" y="1548546"/>
            <a:ext cx="1221781" cy="895391"/>
            <a:chOff x="3888686" y="1414983"/>
            <a:chExt cx="1284104" cy="852169"/>
          </a:xfrm>
          <a:solidFill>
            <a:schemeClr val="accent2"/>
          </a:solidFill>
        </p:grpSpPr>
        <p:sp>
          <p:nvSpPr>
            <p:cNvPr id="117" name="Freeform: Shape 116">
              <a:extLst>
                <a:ext uri="{FF2B5EF4-FFF2-40B4-BE49-F238E27FC236}">
                  <a16:creationId xmlns:a16="http://schemas.microsoft.com/office/drawing/2014/main" id="{37B9CC5D-2AA7-4E14-C8DD-C754EF5F4EB7}"/>
                </a:ext>
              </a:extLst>
            </p:cNvPr>
            <p:cNvSpPr/>
            <p:nvPr>
              <p:custDataLst>
                <p:tags r:id="rId26"/>
              </p:custDataLst>
            </p:nvPr>
          </p:nvSpPr>
          <p:spPr>
            <a:xfrm>
              <a:off x="3888686"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3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3 w 1828800"/>
                <a:gd name="csY1" fmla="*/ 0 h 914400"/>
                <a:gd name="csX2" fmla="*/ 1828800 w 1828800"/>
                <a:gd name="csY2" fmla="*/ 457200 h 914400"/>
                <a:gd name="csX3" fmla="*/ 1621343 w 1828800"/>
                <a:gd name="csY3" fmla="*/ 914400 h 914400"/>
                <a:gd name="csX4" fmla="*/ 0 w 1828800"/>
                <a:gd name="csY4" fmla="*/ 914400 h 914400"/>
                <a:gd name="csX5" fmla="*/ 207457 w 1828800"/>
                <a:gd name="csY5" fmla="*/ 457200 h 914400"/>
                <a:gd name="csX0" fmla="*/ 0 w 1828800"/>
                <a:gd name="csY0" fmla="*/ 0 h 914400"/>
                <a:gd name="csX1" fmla="*/ 1621343 w 1828800"/>
                <a:gd name="csY1" fmla="*/ 0 h 914400"/>
                <a:gd name="csX2" fmla="*/ 1828800 w 1828800"/>
                <a:gd name="csY2" fmla="*/ 457200 h 914400"/>
                <a:gd name="csX3" fmla="*/ 1621343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21343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3" y="0"/>
                  </a:lnTo>
                  <a:lnTo>
                    <a:pt x="1828800" y="457200"/>
                  </a:lnTo>
                  <a:lnTo>
                    <a:pt x="1610343" y="914400"/>
                  </a:lnTo>
                  <a:lnTo>
                    <a:pt x="0" y="914400"/>
                  </a:lnTo>
                  <a:lnTo>
                    <a:pt x="218456"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118" name="TextBox 117">
              <a:extLst>
                <a:ext uri="{FF2B5EF4-FFF2-40B4-BE49-F238E27FC236}">
                  <a16:creationId xmlns:a16="http://schemas.microsoft.com/office/drawing/2014/main" id="{FB14C101-51D5-9628-7EC2-C723CD572D04}"/>
                </a:ext>
              </a:extLst>
            </p:cNvPr>
            <p:cNvSpPr txBox="1"/>
            <p:nvPr>
              <p:custDataLst>
                <p:tags r:id="rId27"/>
              </p:custDataLst>
            </p:nvPr>
          </p:nvSpPr>
          <p:spPr>
            <a:xfrm>
              <a:off x="4092876" y="1474161"/>
              <a:ext cx="926523" cy="733812"/>
            </a:xfrm>
            <a:prstGeom prst="rect">
              <a:avLst/>
            </a:prstGeom>
            <a:grpFill/>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3. Develop-ment</a:t>
              </a:r>
            </a:p>
          </p:txBody>
        </p:sp>
      </p:grpSp>
      <p:grpSp>
        <p:nvGrpSpPr>
          <p:cNvPr id="126" name="Group 125">
            <a:extLst>
              <a:ext uri="{FF2B5EF4-FFF2-40B4-BE49-F238E27FC236}">
                <a16:creationId xmlns:a16="http://schemas.microsoft.com/office/drawing/2014/main" id="{5AAF7A75-404E-3438-2846-D9E561DF4CDF}"/>
              </a:ext>
            </a:extLst>
          </p:cNvPr>
          <p:cNvGrpSpPr/>
          <p:nvPr>
            <p:custDataLst>
              <p:tags r:id="rId9"/>
            </p:custDataLst>
          </p:nvPr>
        </p:nvGrpSpPr>
        <p:grpSpPr>
          <a:xfrm>
            <a:off x="5064677" y="1548546"/>
            <a:ext cx="1221781" cy="895391"/>
            <a:chOff x="5033515" y="1414983"/>
            <a:chExt cx="1284104" cy="852169"/>
          </a:xfrm>
          <a:solidFill>
            <a:schemeClr val="accent2"/>
          </a:solidFill>
        </p:grpSpPr>
        <p:sp>
          <p:nvSpPr>
            <p:cNvPr id="121" name="Freeform: Shape 120">
              <a:extLst>
                <a:ext uri="{FF2B5EF4-FFF2-40B4-BE49-F238E27FC236}">
                  <a16:creationId xmlns:a16="http://schemas.microsoft.com/office/drawing/2014/main" id="{D86BFE02-5506-BD32-EC87-6318457F3FC6}"/>
                </a:ext>
              </a:extLst>
            </p:cNvPr>
            <p:cNvSpPr/>
            <p:nvPr>
              <p:custDataLst>
                <p:tags r:id="rId24"/>
              </p:custDataLst>
            </p:nvPr>
          </p:nvSpPr>
          <p:spPr>
            <a:xfrm>
              <a:off x="5033515"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69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227326 w 1828800"/>
                <a:gd name="csY5" fmla="*/ 457201 h 914400"/>
                <a:gd name="csX0" fmla="*/ 0 w 1828800"/>
                <a:gd name="csY0" fmla="*/ 0 h 914400"/>
                <a:gd name="csX1" fmla="*/ 160147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0147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6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4" y="0"/>
                  </a:lnTo>
                  <a:lnTo>
                    <a:pt x="1828800" y="457200"/>
                  </a:lnTo>
                  <a:lnTo>
                    <a:pt x="1610344" y="914400"/>
                  </a:lnTo>
                  <a:lnTo>
                    <a:pt x="0" y="914400"/>
                  </a:lnTo>
                  <a:lnTo>
                    <a:pt x="218456"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122" name="TextBox 121">
              <a:extLst>
                <a:ext uri="{FF2B5EF4-FFF2-40B4-BE49-F238E27FC236}">
                  <a16:creationId xmlns:a16="http://schemas.microsoft.com/office/drawing/2014/main" id="{B379CC24-6904-FAE4-F538-E5AC41C87DB5}"/>
                </a:ext>
              </a:extLst>
            </p:cNvPr>
            <p:cNvSpPr txBox="1"/>
            <p:nvPr>
              <p:custDataLst>
                <p:tags r:id="rId25"/>
              </p:custDataLst>
            </p:nvPr>
          </p:nvSpPr>
          <p:spPr>
            <a:xfrm>
              <a:off x="5237705" y="1474161"/>
              <a:ext cx="926523" cy="733812"/>
            </a:xfrm>
            <a:prstGeom prst="rect">
              <a:avLst/>
            </a:prstGeom>
            <a:grpFill/>
          </p:spPr>
          <p:txBody>
            <a:bodyPr vert="horz" wrap="square" lIns="3810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4. Testing </a:t>
              </a:r>
              <a:br>
                <a:rPr lang="sv-SE" sz="1100" b="1" dirty="0">
                  <a:solidFill>
                    <a:schemeClr val="bg1"/>
                  </a:solidFill>
                  <a:latin typeface="+mn-lt"/>
                </a:rPr>
              </a:br>
              <a:r>
                <a:rPr lang="sv-SE" sz="1100" b="1" dirty="0">
                  <a:solidFill>
                    <a:schemeClr val="bg1"/>
                  </a:solidFill>
                  <a:latin typeface="+mn-lt"/>
                </a:rPr>
                <a:t>&amp; UAT</a:t>
              </a:r>
            </a:p>
          </p:txBody>
        </p:sp>
      </p:grpSp>
      <p:grpSp>
        <p:nvGrpSpPr>
          <p:cNvPr id="123" name="Group 122">
            <a:extLst>
              <a:ext uri="{FF2B5EF4-FFF2-40B4-BE49-F238E27FC236}">
                <a16:creationId xmlns:a16="http://schemas.microsoft.com/office/drawing/2014/main" id="{4AC16BF1-F4CE-9A2C-0139-362EF445351A}"/>
              </a:ext>
            </a:extLst>
          </p:cNvPr>
          <p:cNvGrpSpPr/>
          <p:nvPr>
            <p:custDataLst>
              <p:tags r:id="rId10"/>
            </p:custDataLst>
          </p:nvPr>
        </p:nvGrpSpPr>
        <p:grpSpPr>
          <a:xfrm>
            <a:off x="6209506" y="1548546"/>
            <a:ext cx="1221781" cy="895391"/>
            <a:chOff x="6178344" y="1414983"/>
            <a:chExt cx="1284104" cy="852169"/>
          </a:xfrm>
          <a:solidFill>
            <a:schemeClr val="accent2"/>
          </a:solidFill>
        </p:grpSpPr>
        <p:sp>
          <p:nvSpPr>
            <p:cNvPr id="124" name="Freeform: Shape 123">
              <a:extLst>
                <a:ext uri="{FF2B5EF4-FFF2-40B4-BE49-F238E27FC236}">
                  <a16:creationId xmlns:a16="http://schemas.microsoft.com/office/drawing/2014/main" id="{E5CB0C48-A7C8-2634-7751-575AA4BF6FAE}"/>
                </a:ext>
              </a:extLst>
            </p:cNvPr>
            <p:cNvSpPr/>
            <p:nvPr>
              <p:custDataLst>
                <p:tags r:id="rId22"/>
              </p:custDataLst>
            </p:nvPr>
          </p:nvSpPr>
          <p:spPr>
            <a:xfrm>
              <a:off x="6178344"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94030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227326 w 1828800"/>
                <a:gd name="csY5" fmla="*/ 457201 h 914400"/>
                <a:gd name="csX0" fmla="*/ 0 w 1828800"/>
                <a:gd name="csY0" fmla="*/ 0 h 914400"/>
                <a:gd name="csX1" fmla="*/ 160147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0147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6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3" y="0"/>
                  </a:lnTo>
                  <a:lnTo>
                    <a:pt x="1828800" y="457200"/>
                  </a:lnTo>
                  <a:lnTo>
                    <a:pt x="1610343" y="914400"/>
                  </a:lnTo>
                  <a:lnTo>
                    <a:pt x="0" y="914400"/>
                  </a:lnTo>
                  <a:lnTo>
                    <a:pt x="218456"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125" name="TextBox 124">
              <a:extLst>
                <a:ext uri="{FF2B5EF4-FFF2-40B4-BE49-F238E27FC236}">
                  <a16:creationId xmlns:a16="http://schemas.microsoft.com/office/drawing/2014/main" id="{86756A60-72A9-AED6-7834-4B73C89FDF3D}"/>
                </a:ext>
              </a:extLst>
            </p:cNvPr>
            <p:cNvSpPr txBox="1"/>
            <p:nvPr>
              <p:custDataLst>
                <p:tags r:id="rId23"/>
              </p:custDataLst>
            </p:nvPr>
          </p:nvSpPr>
          <p:spPr>
            <a:xfrm>
              <a:off x="6382534" y="1474161"/>
              <a:ext cx="926523" cy="733812"/>
            </a:xfrm>
            <a:prstGeom prst="rect">
              <a:avLst/>
            </a:prstGeom>
            <a:grpFill/>
          </p:spPr>
          <p:txBody>
            <a:bodyPr vert="horz" wrap="square" lIns="3810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5. Deploy </a:t>
              </a:r>
              <a:br>
                <a:rPr lang="sv-SE" sz="1100" b="1" dirty="0">
                  <a:solidFill>
                    <a:schemeClr val="bg1"/>
                  </a:solidFill>
                  <a:latin typeface="+mn-lt"/>
                </a:rPr>
              </a:br>
              <a:r>
                <a:rPr lang="sv-SE" sz="1100" b="1" dirty="0">
                  <a:solidFill>
                    <a:schemeClr val="bg1"/>
                  </a:solidFill>
                  <a:latin typeface="+mn-lt"/>
                </a:rPr>
                <a:t>&amp; release</a:t>
              </a:r>
            </a:p>
          </p:txBody>
        </p:sp>
      </p:grpSp>
      <p:grpSp>
        <p:nvGrpSpPr>
          <p:cNvPr id="120" name="Group 119">
            <a:extLst>
              <a:ext uri="{FF2B5EF4-FFF2-40B4-BE49-F238E27FC236}">
                <a16:creationId xmlns:a16="http://schemas.microsoft.com/office/drawing/2014/main" id="{74173BCF-21CE-3A3F-76BE-1891052A6FC3}"/>
              </a:ext>
            </a:extLst>
          </p:cNvPr>
          <p:cNvGrpSpPr/>
          <p:nvPr>
            <p:custDataLst>
              <p:tags r:id="rId11"/>
            </p:custDataLst>
          </p:nvPr>
        </p:nvGrpSpPr>
        <p:grpSpPr>
          <a:xfrm>
            <a:off x="7354334" y="1548546"/>
            <a:ext cx="1221781" cy="895391"/>
            <a:chOff x="7323172" y="1414983"/>
            <a:chExt cx="1284104" cy="852169"/>
          </a:xfrm>
          <a:solidFill>
            <a:schemeClr val="accent2"/>
          </a:solidFill>
        </p:grpSpPr>
        <p:sp>
          <p:nvSpPr>
            <p:cNvPr id="127" name="Freeform: Shape 126">
              <a:extLst>
                <a:ext uri="{FF2B5EF4-FFF2-40B4-BE49-F238E27FC236}">
                  <a16:creationId xmlns:a16="http://schemas.microsoft.com/office/drawing/2014/main" id="{C264A3F8-6931-3B5E-0D6C-F5C88ADDEC06}"/>
                </a:ext>
              </a:extLst>
            </p:cNvPr>
            <p:cNvSpPr/>
            <p:nvPr>
              <p:custDataLst>
                <p:tags r:id="rId20"/>
              </p:custDataLst>
            </p:nvPr>
          </p:nvSpPr>
          <p:spPr>
            <a:xfrm>
              <a:off x="7323172" y="1414983"/>
              <a:ext cx="1284104" cy="852169"/>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0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207457 w 1828800"/>
                <a:gd name="csY5" fmla="*/ 457200 h 914400"/>
                <a:gd name="csX0" fmla="*/ 0 w 1828800"/>
                <a:gd name="csY0" fmla="*/ 0 h 914400"/>
                <a:gd name="csX1" fmla="*/ 1621344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21344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0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73081 w 1828800"/>
                <a:gd name="csY5" fmla="*/ 457200 h 914400"/>
                <a:gd name="csX0" fmla="*/ 0 w 1828800"/>
                <a:gd name="csY0" fmla="*/ 0 h 914400"/>
                <a:gd name="csX1" fmla="*/ 1655719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55719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34770 w 1828800"/>
                <a:gd name="csY5" fmla="*/ 457200 h 914400"/>
                <a:gd name="csX0" fmla="*/ 0 w 1828800"/>
                <a:gd name="csY0" fmla="*/ 0 h 914400"/>
                <a:gd name="csX1" fmla="*/ 1694030 w 1828800"/>
                <a:gd name="csY1" fmla="*/ 0 h 914400"/>
                <a:gd name="csX2" fmla="*/ 1828800 w 1828800"/>
                <a:gd name="csY2" fmla="*/ 457200 h 914400"/>
                <a:gd name="csX3" fmla="*/ 1694030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694030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0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0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0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120755 w 1828800"/>
                <a:gd name="csY5" fmla="*/ 457200 h 914400"/>
                <a:gd name="csX0" fmla="*/ 0 w 1828800"/>
                <a:gd name="csY0" fmla="*/ 0 h 914400"/>
                <a:gd name="csX1" fmla="*/ 1708045 w 1828800"/>
                <a:gd name="csY1" fmla="*/ 0 h 914400"/>
                <a:gd name="csX2" fmla="*/ 1828800 w 1828800"/>
                <a:gd name="csY2" fmla="*/ 457200 h 914400"/>
                <a:gd name="csX3" fmla="*/ 1708045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708045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203688 w 1828800"/>
                <a:gd name="csY5" fmla="*/ 457201 h 914400"/>
                <a:gd name="csX0" fmla="*/ 0 w 1828800"/>
                <a:gd name="csY0" fmla="*/ 0 h 914400"/>
                <a:gd name="csX1" fmla="*/ 1625112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33061 w 1828800"/>
                <a:gd name="csY1" fmla="*/ 0 h 914400"/>
                <a:gd name="csX2" fmla="*/ 1828800 w 1828800"/>
                <a:gd name="csY2" fmla="*/ 457200 h 914400"/>
                <a:gd name="csX3" fmla="*/ 1625112 w 1828800"/>
                <a:gd name="csY3" fmla="*/ 914400 h 914400"/>
                <a:gd name="csX4" fmla="*/ 0 w 1828800"/>
                <a:gd name="csY4" fmla="*/ 914400 h 914400"/>
                <a:gd name="csX5" fmla="*/ 0 w 1828800"/>
                <a:gd name="csY5" fmla="*/ 457201 h 914400"/>
                <a:gd name="csX0" fmla="*/ 0 w 1828800"/>
                <a:gd name="csY0" fmla="*/ 0 h 914400"/>
                <a:gd name="csX1" fmla="*/ 1633061 w 1828800"/>
                <a:gd name="csY1" fmla="*/ 0 h 914400"/>
                <a:gd name="csX2" fmla="*/ 1828800 w 1828800"/>
                <a:gd name="csY2" fmla="*/ 457200 h 914400"/>
                <a:gd name="csX3" fmla="*/ 1633061 w 1828800"/>
                <a:gd name="csY3" fmla="*/ 914400 h 914400"/>
                <a:gd name="csX4" fmla="*/ 0 w 1828800"/>
                <a:gd name="csY4" fmla="*/ 914400 h 914400"/>
                <a:gd name="csX5" fmla="*/ 0 w 1828800"/>
                <a:gd name="csY5" fmla="*/ 457201 h 914400"/>
                <a:gd name="csX0" fmla="*/ 0 w 1828800"/>
                <a:gd name="csY0" fmla="*/ 0 h 914400"/>
                <a:gd name="csX1" fmla="*/ 1633061 w 1828800"/>
                <a:gd name="csY1" fmla="*/ 0 h 914400"/>
                <a:gd name="csX2" fmla="*/ 1828800 w 1828800"/>
                <a:gd name="csY2" fmla="*/ 457200 h 914400"/>
                <a:gd name="csX3" fmla="*/ 1633061 w 1828800"/>
                <a:gd name="csY3" fmla="*/ 914400 h 914400"/>
                <a:gd name="csX4" fmla="*/ 0 w 1828800"/>
                <a:gd name="csY4" fmla="*/ 914400 h 914400"/>
                <a:gd name="csX5" fmla="*/ 195740 w 1828800"/>
                <a:gd name="csY5" fmla="*/ 457201 h 914400"/>
                <a:gd name="csX0" fmla="*/ 0 w 1828800"/>
                <a:gd name="csY0" fmla="*/ 0 h 914400"/>
                <a:gd name="csX1" fmla="*/ 1633061 w 1828800"/>
                <a:gd name="csY1" fmla="*/ 0 h 914400"/>
                <a:gd name="csX2" fmla="*/ 1828800 w 1828800"/>
                <a:gd name="csY2" fmla="*/ 457200 h 914400"/>
                <a:gd name="csX3" fmla="*/ 1633061 w 1828800"/>
                <a:gd name="csY3" fmla="*/ 914400 h 914400"/>
                <a:gd name="csX4" fmla="*/ 0 w 1828800"/>
                <a:gd name="csY4" fmla="*/ 914400 h 914400"/>
                <a:gd name="csX5" fmla="*/ 195740 w 1828800"/>
                <a:gd name="csY5" fmla="*/ 457201 h 914400"/>
                <a:gd name="csX0" fmla="*/ 0 w 1828800"/>
                <a:gd name="csY0" fmla="*/ 0 h 914400"/>
                <a:gd name="csX1" fmla="*/ 1633061 w 1828800"/>
                <a:gd name="csY1" fmla="*/ 0 h 914400"/>
                <a:gd name="csX2" fmla="*/ 1828800 w 1828800"/>
                <a:gd name="csY2" fmla="*/ 457200 h 914400"/>
                <a:gd name="csX3" fmla="*/ 1633061 w 1828800"/>
                <a:gd name="csY3" fmla="*/ 914400 h 914400"/>
                <a:gd name="csX4" fmla="*/ 0 w 1828800"/>
                <a:gd name="csY4" fmla="*/ 914400 h 914400"/>
                <a:gd name="csX5" fmla="*/ 195740 w 1828800"/>
                <a:gd name="csY5" fmla="*/ 457201 h 914400"/>
                <a:gd name="csX0" fmla="*/ 0 w 1828800"/>
                <a:gd name="csY0" fmla="*/ 0 h 914400"/>
                <a:gd name="csX1" fmla="*/ 1633061 w 1828800"/>
                <a:gd name="csY1" fmla="*/ 0 h 914400"/>
                <a:gd name="csX2" fmla="*/ 1828800 w 1828800"/>
                <a:gd name="csY2" fmla="*/ 457200 h 914400"/>
                <a:gd name="csX3" fmla="*/ 1633061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33061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218457 w 1828800"/>
                <a:gd name="csY5" fmla="*/ 457201 h 914400"/>
                <a:gd name="csX0" fmla="*/ 0 w 1828800"/>
                <a:gd name="csY0" fmla="*/ 0 h 914400"/>
                <a:gd name="csX1" fmla="*/ 1610343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3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0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 name="csX0" fmla="*/ 0 w 1828800"/>
                <a:gd name="csY0" fmla="*/ 0 h 914400"/>
                <a:gd name="csX1" fmla="*/ 1610344 w 1828800"/>
                <a:gd name="csY1" fmla="*/ 0 h 914400"/>
                <a:gd name="csX2" fmla="*/ 1828800 w 1828800"/>
                <a:gd name="csY2" fmla="*/ 457200 h 914400"/>
                <a:gd name="csX3" fmla="*/ 1610344 w 1828800"/>
                <a:gd name="csY3" fmla="*/ 914400 h 914400"/>
                <a:gd name="csX4" fmla="*/ 0 w 1828800"/>
                <a:gd name="csY4" fmla="*/ 914400 h 914400"/>
                <a:gd name="csX5" fmla="*/ 218457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344" y="0"/>
                  </a:lnTo>
                  <a:lnTo>
                    <a:pt x="1828800" y="457200"/>
                  </a:lnTo>
                  <a:lnTo>
                    <a:pt x="1610344" y="914400"/>
                  </a:lnTo>
                  <a:lnTo>
                    <a:pt x="0" y="914400"/>
                  </a:lnTo>
                  <a:lnTo>
                    <a:pt x="218457" y="457201"/>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spcBef>
                  <a:spcPts val="300"/>
                </a:spcBef>
                <a:spcAft>
                  <a:spcPts val="300"/>
                </a:spcAft>
              </a:pPr>
              <a:endParaRPr lang="sv-SE" sz="1100" b="1" dirty="0" err="1">
                <a:solidFill>
                  <a:schemeClr val="bg1"/>
                </a:solidFill>
              </a:endParaRPr>
            </a:p>
          </p:txBody>
        </p:sp>
        <p:sp>
          <p:nvSpPr>
            <p:cNvPr id="128" name="TextBox 127">
              <a:extLst>
                <a:ext uri="{FF2B5EF4-FFF2-40B4-BE49-F238E27FC236}">
                  <a16:creationId xmlns:a16="http://schemas.microsoft.com/office/drawing/2014/main" id="{DD8E4A50-795B-DD5A-36A2-8BEC9D7DE83B}"/>
                </a:ext>
              </a:extLst>
            </p:cNvPr>
            <p:cNvSpPr txBox="1"/>
            <p:nvPr>
              <p:custDataLst>
                <p:tags r:id="rId21"/>
              </p:custDataLst>
            </p:nvPr>
          </p:nvSpPr>
          <p:spPr>
            <a:xfrm>
              <a:off x="7527363" y="1474161"/>
              <a:ext cx="1036070" cy="733812"/>
            </a:xfrm>
            <a:prstGeom prst="rect">
              <a:avLst/>
            </a:prstGeom>
            <a:noFill/>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100" b="1" dirty="0">
                  <a:solidFill>
                    <a:schemeClr val="bg1"/>
                  </a:solidFill>
                  <a:latin typeface="+mn-lt"/>
                </a:rPr>
                <a:t>6. Production monitoring</a:t>
              </a:r>
            </a:p>
          </p:txBody>
        </p:sp>
      </p:grpSp>
      <p:pic>
        <p:nvPicPr>
          <p:cNvPr id="192" name="CustomIcon">
            <a:extLst>
              <a:ext uri="{FF2B5EF4-FFF2-40B4-BE49-F238E27FC236}">
                <a16:creationId xmlns:a16="http://schemas.microsoft.com/office/drawing/2014/main" id="{42BE5099-EF75-29F8-3354-323B896BDE4E}"/>
              </a:ext>
            </a:extLst>
          </p:cNvPr>
          <p:cNvPicPr>
            <a:picLocks/>
          </p:cNvPicPr>
          <p:nvPr>
            <p:custDataLst>
              <p:tags r:id="rId12"/>
            </p:custDataLst>
          </p:nvPr>
        </p:nvPicPr>
        <p:blipFill>
          <a:blip>
            <a:extLst>
              <a:ext uri="{96DAC541-7B7A-43D3-8B79-37D633B846F1}">
                <asvg:svgBlip xmlns:asvg="http://schemas.microsoft.com/office/drawing/2016/SVG/main" r:embed="rId36"/>
              </a:ext>
            </a:extLst>
          </a:blip>
          <a:stretch>
            <a:fillRect/>
          </a:stretch>
        </p:blipFill>
        <p:spPr>
          <a:xfrm>
            <a:off x="1737097" y="1643162"/>
            <a:ext cx="340753" cy="337829"/>
          </a:xfrm>
          <a:prstGeom prst="rect">
            <a:avLst/>
          </a:prstGeom>
        </p:spPr>
      </p:pic>
      <p:pic>
        <p:nvPicPr>
          <p:cNvPr id="190" name="CustomIcon">
            <a:extLst>
              <a:ext uri="{FF2B5EF4-FFF2-40B4-BE49-F238E27FC236}">
                <a16:creationId xmlns:a16="http://schemas.microsoft.com/office/drawing/2014/main" id="{C4E29AD1-1592-8298-2DA8-A757CD0BCC0E}"/>
              </a:ext>
            </a:extLst>
          </p:cNvPr>
          <p:cNvPicPr>
            <a:picLocks/>
          </p:cNvPicPr>
          <p:nvPr>
            <p:custDataLst>
              <p:tags r:id="rId13"/>
            </p:custDataLst>
          </p:nvPr>
        </p:nvPicPr>
        <p:blipFill>
          <a:blip>
            <a:extLst>
              <a:ext uri="{96DAC541-7B7A-43D3-8B79-37D633B846F1}">
                <asvg:svgBlip xmlns:asvg="http://schemas.microsoft.com/office/drawing/2016/SVG/main" r:embed="rId37"/>
              </a:ext>
            </a:extLst>
          </a:blip>
          <a:stretch>
            <a:fillRect/>
          </a:stretch>
        </p:blipFill>
        <p:spPr>
          <a:xfrm>
            <a:off x="3013899" y="1643162"/>
            <a:ext cx="340753" cy="337829"/>
          </a:xfrm>
          <a:prstGeom prst="rect">
            <a:avLst/>
          </a:prstGeom>
        </p:spPr>
      </p:pic>
      <p:pic>
        <p:nvPicPr>
          <p:cNvPr id="188" name="CustomIcon">
            <a:extLst>
              <a:ext uri="{FF2B5EF4-FFF2-40B4-BE49-F238E27FC236}">
                <a16:creationId xmlns:a16="http://schemas.microsoft.com/office/drawing/2014/main" id="{004F9DD9-10C7-EFFF-DF87-E35E9FCF349C}"/>
              </a:ext>
            </a:extLst>
          </p:cNvPr>
          <p:cNvPicPr>
            <a:picLocks/>
          </p:cNvPicPr>
          <p:nvPr>
            <p:custDataLst>
              <p:tags r:id="rId14"/>
            </p:custDataLst>
          </p:nvPr>
        </p:nvPicPr>
        <p:blipFill>
          <a:blip>
            <a:extLst>
              <a:ext uri="{96DAC541-7B7A-43D3-8B79-37D633B846F1}">
                <asvg:svgBlip xmlns:asvg="http://schemas.microsoft.com/office/drawing/2016/SVG/main" r:embed="rId38"/>
              </a:ext>
            </a:extLst>
          </a:blip>
          <a:stretch>
            <a:fillRect/>
          </a:stretch>
        </p:blipFill>
        <p:spPr>
          <a:xfrm>
            <a:off x="4156071" y="1643162"/>
            <a:ext cx="340753" cy="337829"/>
          </a:xfrm>
          <a:prstGeom prst="rect">
            <a:avLst/>
          </a:prstGeom>
        </p:spPr>
      </p:pic>
      <p:pic>
        <p:nvPicPr>
          <p:cNvPr id="173" name="CustomIcon">
            <a:extLst>
              <a:ext uri="{FF2B5EF4-FFF2-40B4-BE49-F238E27FC236}">
                <a16:creationId xmlns:a16="http://schemas.microsoft.com/office/drawing/2014/main" id="{EC2FCA82-BADC-FA0A-4EE1-169EB7E536CD}"/>
              </a:ext>
            </a:extLst>
          </p:cNvPr>
          <p:cNvPicPr>
            <a:picLocks/>
          </p:cNvPicPr>
          <p:nvPr>
            <p:custDataLst>
              <p:tags r:id="rId15"/>
            </p:custDataLst>
          </p:nvPr>
        </p:nvPicPr>
        <p:blipFill>
          <a:blip>
            <a:extLst>
              <a:ext uri="{96DAC541-7B7A-43D3-8B79-37D633B846F1}">
                <asvg:svgBlip xmlns:asvg="http://schemas.microsoft.com/office/drawing/2016/SVG/main" r:embed="rId39"/>
              </a:ext>
            </a:extLst>
          </a:blip>
          <a:stretch>
            <a:fillRect/>
          </a:stretch>
        </p:blipFill>
        <p:spPr>
          <a:xfrm>
            <a:off x="5273087" y="1643162"/>
            <a:ext cx="340753" cy="337829"/>
          </a:xfrm>
          <a:prstGeom prst="rect">
            <a:avLst/>
          </a:prstGeom>
        </p:spPr>
      </p:pic>
      <p:pic>
        <p:nvPicPr>
          <p:cNvPr id="182" name="CustomIcon">
            <a:extLst>
              <a:ext uri="{FF2B5EF4-FFF2-40B4-BE49-F238E27FC236}">
                <a16:creationId xmlns:a16="http://schemas.microsoft.com/office/drawing/2014/main" id="{CEE48BEC-64FF-B060-7D74-8A1BA18B10E1}"/>
              </a:ext>
            </a:extLst>
          </p:cNvPr>
          <p:cNvPicPr>
            <a:picLocks/>
          </p:cNvPicPr>
          <p:nvPr>
            <p:custDataLst>
              <p:tags r:id="rId16"/>
            </p:custDataLst>
          </p:nvPr>
        </p:nvPicPr>
        <p:blipFill>
          <a:blip>
            <a:extLst>
              <a:ext uri="{96DAC541-7B7A-43D3-8B79-37D633B846F1}">
                <asvg:svgBlip xmlns:asvg="http://schemas.microsoft.com/office/drawing/2016/SVG/main" r:embed="rId40"/>
              </a:ext>
            </a:extLst>
          </a:blip>
          <a:stretch>
            <a:fillRect/>
          </a:stretch>
        </p:blipFill>
        <p:spPr>
          <a:xfrm>
            <a:off x="6332730" y="1643162"/>
            <a:ext cx="340753" cy="337829"/>
          </a:xfrm>
          <a:prstGeom prst="rect">
            <a:avLst/>
          </a:prstGeom>
        </p:spPr>
      </p:pic>
      <p:pic>
        <p:nvPicPr>
          <p:cNvPr id="184" name="CustomIcon">
            <a:extLst>
              <a:ext uri="{FF2B5EF4-FFF2-40B4-BE49-F238E27FC236}">
                <a16:creationId xmlns:a16="http://schemas.microsoft.com/office/drawing/2014/main" id="{368B0730-A380-EB17-8BFA-ACAC88EED4FF}"/>
              </a:ext>
            </a:extLst>
          </p:cNvPr>
          <p:cNvPicPr>
            <a:picLocks/>
          </p:cNvPicPr>
          <p:nvPr>
            <p:custDataLst>
              <p:tags r:id="rId17"/>
            </p:custDataLst>
          </p:nvPr>
        </p:nvPicPr>
        <p:blipFill>
          <a:blip>
            <a:extLst>
              <a:ext uri="{96DAC541-7B7A-43D3-8B79-37D633B846F1}">
                <asvg:svgBlip xmlns:asvg="http://schemas.microsoft.com/office/drawing/2016/SVG/main" r:embed="rId41"/>
              </a:ext>
            </a:extLst>
          </a:blip>
          <a:stretch>
            <a:fillRect/>
          </a:stretch>
        </p:blipFill>
        <p:spPr>
          <a:xfrm>
            <a:off x="7562749" y="1643162"/>
            <a:ext cx="340753" cy="337829"/>
          </a:xfrm>
          <a:prstGeom prst="rect">
            <a:avLst/>
          </a:prstGeom>
        </p:spPr>
      </p:pic>
      <p:sp>
        <p:nvSpPr>
          <p:cNvPr id="10" name="TextBox 9">
            <a:extLst>
              <a:ext uri="{FF2B5EF4-FFF2-40B4-BE49-F238E27FC236}">
                <a16:creationId xmlns:a16="http://schemas.microsoft.com/office/drawing/2014/main" id="{CABFF19F-39C8-F4D3-3DA5-51023E4506CF}"/>
              </a:ext>
            </a:extLst>
          </p:cNvPr>
          <p:cNvSpPr txBox="1">
            <a:spLocks/>
          </p:cNvSpPr>
          <p:nvPr/>
        </p:nvSpPr>
        <p:spPr>
          <a:xfrm>
            <a:off x="9115023" y="2138830"/>
            <a:ext cx="2519766" cy="215444"/>
          </a:xfrm>
          <a:prstGeom prst="rect">
            <a:avLst/>
          </a:prstGeom>
        </p:spPr>
        <p:txBody>
          <a:bodyPr vert="horz" wrap="square" lIns="0" tIns="0" rIns="0" bIns="0" rtlCol="0" anchor="b">
            <a:no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400" b="1" i="0" u="none" strike="noStrike" kern="1200" cap="none" spc="0" normalizeH="0" baseline="0" dirty="0">
                <a:ln>
                  <a:noFill/>
                </a:ln>
                <a:effectLst/>
                <a:uLnTx/>
                <a:uFillTx/>
                <a:ea typeface="+mn-ea"/>
                <a:cs typeface="+mn-cs"/>
              </a:rPr>
              <a:t>Key insights</a:t>
            </a:r>
          </a:p>
        </p:txBody>
      </p:sp>
      <p:cxnSp>
        <p:nvCxnSpPr>
          <p:cNvPr id="155" name="GreyLineSeparatorDefault 70">
            <a:extLst>
              <a:ext uri="{FF2B5EF4-FFF2-40B4-BE49-F238E27FC236}">
                <a16:creationId xmlns:a16="http://schemas.microsoft.com/office/drawing/2014/main" id="{7AA005EF-A950-CC26-29DD-8CB756E932FE}"/>
              </a:ext>
            </a:extLst>
          </p:cNvPr>
          <p:cNvCxnSpPr>
            <a:cxnSpLocks/>
          </p:cNvCxnSpPr>
          <p:nvPr>
            <p:custDataLst>
              <p:tags r:id="rId18"/>
            </p:custDataLst>
          </p:nvPr>
        </p:nvCxnSpPr>
        <p:spPr>
          <a:xfrm>
            <a:off x="9115023" y="2464891"/>
            <a:ext cx="2519766" cy="0"/>
          </a:xfrm>
          <a:prstGeom prst="straightConnector1">
            <a:avLst/>
          </a:prstGeom>
          <a:ln w="6350" cap="sq">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2. Slide Title">
            <a:extLst>
              <a:ext uri="{FF2B5EF4-FFF2-40B4-BE49-F238E27FC236}">
                <a16:creationId xmlns:a16="http://schemas.microsoft.com/office/drawing/2014/main" id="{48AF1CC0-6A74-93E4-B54F-37B22868D1A5}"/>
              </a:ext>
            </a:extLst>
          </p:cNvPr>
          <p:cNvSpPr txBox="1">
            <a:spLocks/>
          </p:cNvSpPr>
          <p:nvPr>
            <p:custDataLst>
              <p:tags r:id="rId19"/>
            </p:custDataLst>
          </p:nvPr>
        </p:nvSpPr>
        <p:spPr>
          <a:xfrm>
            <a:off x="554735" y="78028"/>
            <a:ext cx="8021379" cy="109855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mj-lt"/>
                <a:ea typeface="+mj-ea"/>
                <a:cs typeface="+mj-cs"/>
              </a:defRPr>
            </a:lvl1pPr>
          </a:lstStyle>
          <a:p>
            <a:r>
              <a:rPr lang="en-US" dirty="0"/>
              <a:t> SDLC is modern and well-governed on paper with exposure sitting in the manual middle of the lifecycle</a:t>
            </a:r>
          </a:p>
        </p:txBody>
      </p:sp>
      <p:sp>
        <p:nvSpPr>
          <p:cNvPr id="14" name="TextBox 13">
            <a:extLst>
              <a:ext uri="{FF2B5EF4-FFF2-40B4-BE49-F238E27FC236}">
                <a16:creationId xmlns:a16="http://schemas.microsoft.com/office/drawing/2014/main" id="{2280A2AE-0759-3560-4C45-B277824C3EEE}"/>
              </a:ext>
            </a:extLst>
          </p:cNvPr>
          <p:cNvSpPr txBox="1">
            <a:spLocks/>
          </p:cNvSpPr>
          <p:nvPr/>
        </p:nvSpPr>
        <p:spPr>
          <a:xfrm>
            <a:off x="9137964" y="2593568"/>
            <a:ext cx="2339922" cy="152092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100"/>
              </a:spcAft>
            </a:pPr>
            <a:r>
              <a:rPr lang="en-US" dirty="0"/>
              <a:t>PASHA Bank runs a fully gated </a:t>
            </a:r>
            <a:r>
              <a:rPr lang="en-US" b="1" dirty="0"/>
              <a:t>6-stage lifecycle on a credible stack</a:t>
            </a:r>
          </a:p>
          <a:p>
            <a:pPr lvl="1">
              <a:spcAft>
                <a:spcPts val="100"/>
              </a:spcAft>
            </a:pPr>
            <a:r>
              <a:rPr lang="en-US" dirty="0"/>
              <a:t>QA is conditional however and </a:t>
            </a:r>
            <a:r>
              <a:rPr lang="en-US" b="1" dirty="0"/>
              <a:t>E2E test automation is ≤5%</a:t>
            </a:r>
            <a:r>
              <a:rPr lang="en-US" dirty="0"/>
              <a:t> on most apps</a:t>
            </a:r>
            <a:endParaRPr lang="sv-SE" sz="1200" dirty="0">
              <a:latin typeface="+mn-lt"/>
              <a:ea typeface="+mn-ea"/>
              <a:cs typeface="+mn-cs"/>
            </a:endParaRPr>
          </a:p>
        </p:txBody>
      </p:sp>
    </p:spTree>
    <p:extLst>
      <p:ext uri="{BB962C8B-B14F-4D97-AF65-F5344CB8AC3E}">
        <p14:creationId xmlns:p14="http://schemas.microsoft.com/office/powerpoint/2010/main" val="1347633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0590-8C4C-CEDE-AB15-3DDA911BFB1D}"/>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302151FB-C846-1969-786F-5B41E107F4E1}"/>
              </a:ext>
            </a:extLst>
          </p:cNvPr>
          <p:cNvGraphicFramePr>
            <a:graphicFrameLocks noChangeAspect="1"/>
          </p:cNvGraphicFramePr>
          <p:nvPr>
            <p:custDataLst>
              <p:tags r:id="rId1"/>
            </p:custDataLst>
            <p:extLst>
              <p:ext uri="{D42A27DB-BD31-4B8C-83A1-F6EECF244321}">
                <p14:modId xmlns:p14="http://schemas.microsoft.com/office/powerpoint/2010/main" val="3770182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84" imgH="486" progId="TCLayout.ActiveDocument.1">
                  <p:embed/>
                </p:oleObj>
              </mc:Choice>
              <mc:Fallback>
                <p:oleObj name="think-cell Slide" r:id="rId26" imgW="484" imgH="486" progId="TCLayout.ActiveDocument.1">
                  <p:embed/>
                  <p:pic>
                    <p:nvPicPr>
                      <p:cNvPr id="5" name="Object 2" hidden="1">
                        <a:extLst>
                          <a:ext uri="{FF2B5EF4-FFF2-40B4-BE49-F238E27FC236}">
                            <a16:creationId xmlns:a16="http://schemas.microsoft.com/office/drawing/2014/main" id="{302151FB-C846-1969-786F-5B41E107F4E1}"/>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D55C0A0C-705B-F9C6-1AD3-AEB3F3C0E710}"/>
              </a:ext>
            </a:extLst>
          </p:cNvPr>
          <p:cNvSpPr>
            <a:spLocks noGrp="1"/>
          </p:cNvSpPr>
          <p:nvPr>
            <p:ph type="title"/>
            <p:custDataLst>
              <p:tags r:id="rId2"/>
            </p:custDataLst>
          </p:nvPr>
        </p:nvSpPr>
        <p:spPr>
          <a:xfrm>
            <a:off x="557211" y="500333"/>
            <a:ext cx="7918704" cy="1144395"/>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t>The unit-test gap is isolated with 6 of 7 clusters average ≥73%, with only Private &amp; Retail falling below the threshold</a:t>
            </a:r>
            <a:endParaRPr lang="sv-SE" dirty="0"/>
          </a:p>
        </p:txBody>
      </p:sp>
      <p:sp>
        <p:nvSpPr>
          <p:cNvPr id="3" name="TextBox 2">
            <a:extLst>
              <a:ext uri="{FF2B5EF4-FFF2-40B4-BE49-F238E27FC236}">
                <a16:creationId xmlns:a16="http://schemas.microsoft.com/office/drawing/2014/main" id="{C6E5B63A-E320-6F26-E813-4428E6BABF96}"/>
              </a:ext>
            </a:extLst>
          </p:cNvPr>
          <p:cNvSpPr txBox="1">
            <a:spLocks/>
          </p:cNvSpPr>
          <p:nvPr/>
        </p:nvSpPr>
        <p:spPr>
          <a:xfrm>
            <a:off x="9137964" y="1231944"/>
            <a:ext cx="2496825" cy="276225"/>
          </a:xfrm>
          <a:prstGeom prst="rect">
            <a:avLst/>
          </a:prstGeom>
        </p:spPr>
        <p:txBody>
          <a:bodyPr vert="horz" wrap="square" lIns="0" tIns="0" rIns="0" bIns="0" rtlCol="0" anchor="b">
            <a:sp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800" b="1" i="0" u="none" strike="noStrike" kern="1200" cap="none" spc="0" normalizeH="0" baseline="0" dirty="0">
                <a:ln>
                  <a:noFill/>
                </a:ln>
                <a:effectLst/>
                <a:uLnTx/>
                <a:uFillTx/>
                <a:ea typeface="+mn-ea"/>
                <a:cs typeface="+mn-cs"/>
              </a:rPr>
              <a:t>Key insights</a:t>
            </a:r>
          </a:p>
        </p:txBody>
      </p:sp>
      <p:cxnSp>
        <p:nvCxnSpPr>
          <p:cNvPr id="9" name="Straight Connector 8">
            <a:extLst>
              <a:ext uri="{FF2B5EF4-FFF2-40B4-BE49-F238E27FC236}">
                <a16:creationId xmlns:a16="http://schemas.microsoft.com/office/drawing/2014/main" id="{96B0DEE9-EA0A-B694-9A96-6EC8E15009EB}"/>
              </a:ext>
            </a:extLst>
          </p:cNvPr>
          <p:cNvCxnSpPr>
            <a:cxnSpLocks/>
          </p:cNvCxnSpPr>
          <p:nvPr/>
        </p:nvCxnSpPr>
        <p:spPr>
          <a:xfrm>
            <a:off x="9137964" y="1557751"/>
            <a:ext cx="2496825"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D7D2-1EEE-348A-3E8E-1311D1F27C7A}"/>
              </a:ext>
            </a:extLst>
          </p:cNvPr>
          <p:cNvSpPr txBox="1">
            <a:spLocks/>
          </p:cNvSpPr>
          <p:nvPr/>
        </p:nvSpPr>
        <p:spPr>
          <a:xfrm>
            <a:off x="9137964" y="1861821"/>
            <a:ext cx="2339922" cy="259814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100"/>
              </a:spcAft>
            </a:pPr>
            <a:r>
              <a:rPr lang="en-US" b="1" dirty="0"/>
              <a:t>The exposed cluster is customer-facing</a:t>
            </a:r>
            <a:r>
              <a:rPr lang="en-US" dirty="0"/>
              <a:t> (retail channels, daily banking) — the same area the flagged as understaffed and the slowest to clear its backlog</a:t>
            </a:r>
          </a:p>
          <a:p>
            <a:pPr lvl="1">
              <a:spcAft>
                <a:spcPts val="100"/>
              </a:spcAft>
            </a:pPr>
            <a:r>
              <a:rPr lang="en-US" dirty="0"/>
              <a:t>A healthy 75% mean masks products at 41%, so the gate </a:t>
            </a:r>
            <a:r>
              <a:rPr lang="en-US" b="1" dirty="0"/>
              <a:t>has to be governed at squad/product level</a:t>
            </a:r>
            <a:endParaRPr lang="sv-SE" sz="1200" b="1" dirty="0">
              <a:latin typeface="+mn-lt"/>
              <a:ea typeface="+mn-ea"/>
              <a:cs typeface="+mn-cs"/>
            </a:endParaRPr>
          </a:p>
        </p:txBody>
      </p:sp>
      <p:graphicFrame>
        <p:nvGraphicFramePr>
          <p:cNvPr id="61" name="Chart 60">
            <a:extLst>
              <a:ext uri="{FF2B5EF4-FFF2-40B4-BE49-F238E27FC236}">
                <a16:creationId xmlns:a16="http://schemas.microsoft.com/office/drawing/2014/main" id="{97130D60-9D4F-5B20-BBF9-6EDE412255BB}"/>
              </a:ext>
            </a:extLst>
          </p:cNvPr>
          <p:cNvGraphicFramePr/>
          <p:nvPr>
            <p:custDataLst>
              <p:tags r:id="rId3"/>
            </p:custDataLst>
            <p:extLst>
              <p:ext uri="{D42A27DB-BD31-4B8C-83A1-F6EECF244321}">
                <p14:modId xmlns:p14="http://schemas.microsoft.com/office/powerpoint/2010/main" val="4126007008"/>
              </p:ext>
            </p:extLst>
          </p:nvPr>
        </p:nvGraphicFramePr>
        <p:xfrm>
          <a:off x="3241675" y="2147888"/>
          <a:ext cx="5041900" cy="3762375"/>
        </p:xfrm>
        <a:graphic>
          <a:graphicData uri="http://schemas.openxmlformats.org/drawingml/2006/chart">
            <c:chart xmlns:c="http://schemas.openxmlformats.org/drawingml/2006/chart" xmlns:r="http://schemas.openxmlformats.org/officeDocument/2006/relationships" r:id="rId28"/>
          </a:graphicData>
        </a:graphic>
      </p:graphicFrame>
      <p:sp>
        <p:nvSpPr>
          <p:cNvPr id="7" name="Text Placeholder 4">
            <a:extLst>
              <a:ext uri="{FF2B5EF4-FFF2-40B4-BE49-F238E27FC236}">
                <a16:creationId xmlns:a16="http://schemas.microsoft.com/office/drawing/2014/main" id="{5A206EA4-BA03-5B42-879F-C28775E3209A}"/>
              </a:ext>
            </a:extLst>
          </p:cNvPr>
          <p:cNvSpPr>
            <a:spLocks noGrp="1"/>
          </p:cNvSpPr>
          <p:nvPr>
            <p:custDataLst>
              <p:tags r:id="rId4"/>
            </p:custDataLst>
          </p:nvPr>
        </p:nvSpPr>
        <p:spPr bwMode="gray">
          <a:xfrm>
            <a:off x="3282950" y="5878513"/>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61062B9-49C1-44C9-A0A8-18EDC6F6D907}" type="datetime'''''''''''''''''''''''''''''''''''''''''''''''''''''''0'">
              <a:rPr lang="sv-SE" altLang="en-US" sz="1200" smtClean="0">
                <a:latin typeface="+mn-lt"/>
                <a:ea typeface="+mn-ea"/>
                <a:cs typeface="+mn-cs"/>
              </a:rPr>
              <a:pPr/>
              <a:t>0</a:t>
            </a:fld>
            <a:endParaRPr lang="sv-SE" sz="1200" dirty="0">
              <a:latin typeface="+mn-lt"/>
              <a:ea typeface="+mn-ea"/>
              <a:cs typeface="+mn-cs"/>
            </a:endParaRPr>
          </a:p>
        </p:txBody>
      </p:sp>
      <p:sp>
        <p:nvSpPr>
          <p:cNvPr id="8" name="Text Placeholder 4">
            <a:extLst>
              <a:ext uri="{FF2B5EF4-FFF2-40B4-BE49-F238E27FC236}">
                <a16:creationId xmlns:a16="http://schemas.microsoft.com/office/drawing/2014/main" id="{8C7DDEFE-8A3B-57C0-FBB4-FD73AECF77D3}"/>
              </a:ext>
            </a:extLst>
          </p:cNvPr>
          <p:cNvSpPr>
            <a:spLocks noGrp="1"/>
          </p:cNvSpPr>
          <p:nvPr>
            <p:custDataLst>
              <p:tags r:id="rId5"/>
            </p:custDataLst>
          </p:nvPr>
        </p:nvSpPr>
        <p:spPr bwMode="gray">
          <a:xfrm>
            <a:off x="446087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592A359-2786-4161-A2CE-1166898E3091}" type="datetime'''''''''''''''''''2''''''''''''0'''''''''''''''''">
              <a:rPr lang="sv-SE" altLang="en-US" sz="1200" smtClean="0">
                <a:latin typeface="+mn-lt"/>
                <a:ea typeface="+mn-ea"/>
                <a:cs typeface="+mn-cs"/>
              </a:rPr>
              <a:pPr/>
              <a:t>20</a:t>
            </a:fld>
            <a:endParaRPr lang="sv-SE" sz="1200" dirty="0">
              <a:latin typeface="+mn-lt"/>
              <a:ea typeface="+mn-ea"/>
              <a:cs typeface="+mn-cs"/>
            </a:endParaRPr>
          </a:p>
        </p:txBody>
      </p:sp>
      <p:sp>
        <p:nvSpPr>
          <p:cNvPr id="10" name="Text Placeholder 4">
            <a:extLst>
              <a:ext uri="{FF2B5EF4-FFF2-40B4-BE49-F238E27FC236}">
                <a16:creationId xmlns:a16="http://schemas.microsoft.com/office/drawing/2014/main" id="{94AE2ED4-E863-AB19-164F-96FE913BE162}"/>
              </a:ext>
            </a:extLst>
          </p:cNvPr>
          <p:cNvSpPr>
            <a:spLocks noGrp="1"/>
          </p:cNvSpPr>
          <p:nvPr>
            <p:custDataLst>
              <p:tags r:id="rId6"/>
            </p:custDataLst>
          </p:nvPr>
        </p:nvSpPr>
        <p:spPr bwMode="gray">
          <a:xfrm>
            <a:off x="568007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519941B-6B5D-4BA7-8DE9-272432A3ACE2}" type="datetime'''''''''''''''''''''''''''''''''''''''''''''''''''''''''40'''">
              <a:rPr lang="sv-SE" altLang="en-US" sz="1200" smtClean="0">
                <a:latin typeface="+mn-lt"/>
                <a:ea typeface="+mn-ea"/>
                <a:cs typeface="+mn-cs"/>
              </a:rPr>
              <a:pPr/>
              <a:t>40</a:t>
            </a:fld>
            <a:endParaRPr lang="sv-SE" sz="1200" dirty="0">
              <a:latin typeface="+mn-lt"/>
              <a:ea typeface="+mn-ea"/>
              <a:cs typeface="+mn-cs"/>
            </a:endParaRPr>
          </a:p>
        </p:txBody>
      </p:sp>
      <p:sp>
        <p:nvSpPr>
          <p:cNvPr id="12" name="Text Placeholder 4">
            <a:extLst>
              <a:ext uri="{FF2B5EF4-FFF2-40B4-BE49-F238E27FC236}">
                <a16:creationId xmlns:a16="http://schemas.microsoft.com/office/drawing/2014/main" id="{589867BD-C2AC-D826-0692-0D57DFF23D9F}"/>
              </a:ext>
            </a:extLst>
          </p:cNvPr>
          <p:cNvSpPr>
            <a:spLocks noGrp="1"/>
          </p:cNvSpPr>
          <p:nvPr>
            <p:custDataLst>
              <p:tags r:id="rId7"/>
            </p:custDataLst>
          </p:nvPr>
        </p:nvSpPr>
        <p:spPr bwMode="gray">
          <a:xfrm>
            <a:off x="689927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C3BDFBC-7749-44E2-96C1-B9762394230E}" type="datetime'''''''''''''''''''''6''''''''''''''''''''''0'''''''''''''">
              <a:rPr lang="sv-SE" altLang="en-US" sz="1200" smtClean="0">
                <a:latin typeface="+mn-lt"/>
                <a:ea typeface="+mn-ea"/>
                <a:cs typeface="+mn-cs"/>
              </a:rPr>
              <a:pPr/>
              <a:t>60</a:t>
            </a:fld>
            <a:endParaRPr lang="sv-SE" sz="1200" dirty="0">
              <a:latin typeface="+mn-lt"/>
              <a:ea typeface="+mn-ea"/>
              <a:cs typeface="+mn-cs"/>
            </a:endParaRPr>
          </a:p>
        </p:txBody>
      </p:sp>
      <p:sp>
        <p:nvSpPr>
          <p:cNvPr id="13" name="Text Placeholder 4">
            <a:extLst>
              <a:ext uri="{FF2B5EF4-FFF2-40B4-BE49-F238E27FC236}">
                <a16:creationId xmlns:a16="http://schemas.microsoft.com/office/drawing/2014/main" id="{005FF20B-6680-67F8-29B4-C4DCAD58DEED}"/>
              </a:ext>
            </a:extLst>
          </p:cNvPr>
          <p:cNvSpPr>
            <a:spLocks noGrp="1"/>
          </p:cNvSpPr>
          <p:nvPr>
            <p:custDataLst>
              <p:tags r:id="rId8"/>
            </p:custDataLst>
          </p:nvPr>
        </p:nvSpPr>
        <p:spPr bwMode="gray">
          <a:xfrm>
            <a:off x="8118475" y="58785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20B1C48-1E92-4C3B-8F5C-52472090DA1F}" type="datetime'''''''''''''''''8''0'''''''''''''''''''''''''">
              <a:rPr lang="sv-SE" altLang="en-US" sz="1200" smtClean="0">
                <a:latin typeface="+mn-lt"/>
                <a:ea typeface="+mn-ea"/>
                <a:cs typeface="+mn-cs"/>
              </a:rPr>
              <a:pPr/>
              <a:t>80</a:t>
            </a:fld>
            <a:endParaRPr lang="sv-SE" sz="1200" dirty="0">
              <a:latin typeface="+mn-lt"/>
              <a:ea typeface="+mn-ea"/>
              <a:cs typeface="+mn-cs"/>
            </a:endParaRPr>
          </a:p>
        </p:txBody>
      </p:sp>
      <p:cxnSp>
        <p:nvCxnSpPr>
          <p:cNvPr id="14" name="Straight Connector 13">
            <a:extLst>
              <a:ext uri="{FF2B5EF4-FFF2-40B4-BE49-F238E27FC236}">
                <a16:creationId xmlns:a16="http://schemas.microsoft.com/office/drawing/2014/main" id="{0D931ADF-9543-C4C0-1B88-1AFB0CF917A6}"/>
              </a:ext>
            </a:extLst>
          </p:cNvPr>
          <p:cNvCxnSpPr>
            <a:cxnSpLocks/>
          </p:cNvCxnSpPr>
          <p:nvPr>
            <p:custDataLst>
              <p:tags r:id="rId9"/>
            </p:custDataLst>
          </p:nvPr>
        </p:nvCxnSpPr>
        <p:spPr bwMode="gray">
          <a:xfrm>
            <a:off x="7591425" y="2230438"/>
            <a:ext cx="0" cy="1193800"/>
          </a:xfrm>
          <a:prstGeom prst="line">
            <a:avLst/>
          </a:prstGeom>
          <a:ln w="19050" cap="flat" cmpd="sng" algn="ctr">
            <a:solidFill>
              <a:srgbClr val="8D0C00"/>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5E20CCF-A139-B6D6-E3F7-66161303F9F0}"/>
              </a:ext>
            </a:extLst>
          </p:cNvPr>
          <p:cNvCxnSpPr>
            <a:cxnSpLocks/>
          </p:cNvCxnSpPr>
          <p:nvPr>
            <p:custDataLst>
              <p:tags r:id="rId10"/>
            </p:custDataLst>
          </p:nvPr>
        </p:nvCxnSpPr>
        <p:spPr bwMode="gray">
          <a:xfrm>
            <a:off x="7591425" y="3606800"/>
            <a:ext cx="0" cy="2220913"/>
          </a:xfrm>
          <a:prstGeom prst="line">
            <a:avLst/>
          </a:prstGeom>
          <a:ln w="19050" cap="flat" cmpd="sng" algn="ctr">
            <a:solidFill>
              <a:srgbClr val="8D0C00"/>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4">
            <a:extLst>
              <a:ext uri="{FF2B5EF4-FFF2-40B4-BE49-F238E27FC236}">
                <a16:creationId xmlns:a16="http://schemas.microsoft.com/office/drawing/2014/main" id="{290FA356-E827-A1D8-3DF0-A082B8230B68}"/>
              </a:ext>
            </a:extLst>
          </p:cNvPr>
          <p:cNvSpPr>
            <a:spLocks noGrp="1"/>
          </p:cNvSpPr>
          <p:nvPr>
            <p:custDataLst>
              <p:tags r:id="rId11"/>
            </p:custDataLst>
          </p:nvPr>
        </p:nvSpPr>
        <p:spPr bwMode="auto">
          <a:xfrm>
            <a:off x="577851" y="2397125"/>
            <a:ext cx="21828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1BC292F-A6F0-4146-93A9-CD1B177FC26B}" type="datetime'''Pa''''ym''e''n''t''s'','' Cash Mg''mt'' &amp;'''' Fint''''ec''h'">
              <a:rPr lang="en-US" altLang="en-US" sz="1200" smtClean="0">
                <a:latin typeface="+mn-lt"/>
                <a:ea typeface="+mn-ea"/>
                <a:cs typeface="+mn-cs"/>
              </a:rPr>
              <a:pPr/>
              <a:t>Payments, Cash Mgmt &amp; Fintech</a:t>
            </a:fld>
            <a:endParaRPr lang="sv-SE" sz="1200" dirty="0">
              <a:latin typeface="+mn-lt"/>
              <a:ea typeface="+mn-ea"/>
              <a:cs typeface="+mn-cs"/>
            </a:endParaRPr>
          </a:p>
        </p:txBody>
      </p:sp>
      <p:sp>
        <p:nvSpPr>
          <p:cNvPr id="17" name="Text Placeholder 4">
            <a:extLst>
              <a:ext uri="{FF2B5EF4-FFF2-40B4-BE49-F238E27FC236}">
                <a16:creationId xmlns:a16="http://schemas.microsoft.com/office/drawing/2014/main" id="{AC1178C4-BF25-EDC8-E86C-558581B1CCB7}"/>
              </a:ext>
            </a:extLst>
          </p:cNvPr>
          <p:cNvSpPr>
            <a:spLocks noGrp="1"/>
          </p:cNvSpPr>
          <p:nvPr>
            <p:custDataLst>
              <p:tags r:id="rId12"/>
            </p:custDataLst>
          </p:nvPr>
        </p:nvSpPr>
        <p:spPr bwMode="auto">
          <a:xfrm>
            <a:off x="577851" y="2817813"/>
            <a:ext cx="2644775"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en-US" altLang="en-US" sz="1200" dirty="0">
                <a:latin typeface="+mn-lt"/>
                <a:ea typeface="+mn-ea"/>
                <a:cs typeface="+mn-cs"/>
              </a:rPr>
              <a:t>Corporate Lending &amp; </a:t>
            </a:r>
            <a:br>
              <a:rPr lang="en-US" altLang="en-US" sz="1200" dirty="0">
                <a:latin typeface="+mn-lt"/>
                <a:ea typeface="+mn-ea"/>
                <a:cs typeface="+mn-cs"/>
              </a:rPr>
            </a:br>
            <a:r>
              <a:rPr lang="en-US" altLang="en-US" sz="1200" dirty="0">
                <a:latin typeface="+mn-lt"/>
                <a:ea typeface="+mn-ea"/>
                <a:cs typeface="+mn-cs"/>
              </a:rPr>
              <a:t>Trade Enablement                              </a:t>
            </a:r>
            <a:endParaRPr lang="sv-SE" sz="1200" dirty="0">
              <a:latin typeface="+mn-lt"/>
              <a:ea typeface="+mn-ea"/>
              <a:cs typeface="+mn-cs"/>
            </a:endParaRPr>
          </a:p>
        </p:txBody>
      </p:sp>
      <p:sp>
        <p:nvSpPr>
          <p:cNvPr id="18" name="Text Placeholder 4">
            <a:extLst>
              <a:ext uri="{FF2B5EF4-FFF2-40B4-BE49-F238E27FC236}">
                <a16:creationId xmlns:a16="http://schemas.microsoft.com/office/drawing/2014/main" id="{4A1DBBFC-9548-D097-AE55-8ADC39D8BFB7}"/>
              </a:ext>
            </a:extLst>
          </p:cNvPr>
          <p:cNvSpPr>
            <a:spLocks noGrp="1"/>
          </p:cNvSpPr>
          <p:nvPr>
            <p:custDataLst>
              <p:tags r:id="rId13"/>
            </p:custDataLst>
          </p:nvPr>
        </p:nvSpPr>
        <p:spPr bwMode="auto">
          <a:xfrm>
            <a:off x="577850" y="3424238"/>
            <a:ext cx="1501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C549180-B8E1-4F8D-B4F2-1794661B39A3}" type="datetime'''''Pri''''''''v''a''''''''''te &amp; ''''Reta''il Digi''''t''al'">
              <a:rPr lang="sv-SE" altLang="en-US" sz="1200" smtClean="0">
                <a:latin typeface="+mn-lt"/>
                <a:ea typeface="+mn-ea"/>
                <a:cs typeface="+mn-cs"/>
              </a:rPr>
              <a:pPr/>
              <a:t>Private &amp; Retail Digital</a:t>
            </a:fld>
            <a:endParaRPr lang="sv-SE" sz="1200" dirty="0">
              <a:latin typeface="+mn-lt"/>
              <a:ea typeface="+mn-ea"/>
              <a:cs typeface="+mn-cs"/>
            </a:endParaRPr>
          </a:p>
        </p:txBody>
      </p:sp>
      <p:sp>
        <p:nvSpPr>
          <p:cNvPr id="19" name="Text Placeholder 4">
            <a:extLst>
              <a:ext uri="{FF2B5EF4-FFF2-40B4-BE49-F238E27FC236}">
                <a16:creationId xmlns:a16="http://schemas.microsoft.com/office/drawing/2014/main" id="{90A09D18-540D-DAE5-73CF-A09BD84BE7E9}"/>
              </a:ext>
            </a:extLst>
          </p:cNvPr>
          <p:cNvSpPr>
            <a:spLocks noGrp="1"/>
          </p:cNvSpPr>
          <p:nvPr>
            <p:custDataLst>
              <p:tags r:id="rId14"/>
            </p:custDataLst>
          </p:nvPr>
        </p:nvSpPr>
        <p:spPr bwMode="auto">
          <a:xfrm>
            <a:off x="577850" y="3938588"/>
            <a:ext cx="12207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649C802-943F-40E4-B8E9-43CDF1A887B1}" type="datetime'CR''M ''''''''''&amp; C''''o''''l''''''l''''''''ect''''''ion''''s'">
              <a:rPr lang="sv-SE" altLang="en-US" sz="1200" smtClean="0">
                <a:latin typeface="+mn-lt"/>
                <a:ea typeface="+mn-ea"/>
                <a:cs typeface="+mn-cs"/>
              </a:rPr>
              <a:pPr/>
              <a:t>CRM &amp; Collections</a:t>
            </a:fld>
            <a:endParaRPr lang="sv-SE" sz="1200" dirty="0">
              <a:latin typeface="+mn-lt"/>
              <a:ea typeface="+mn-ea"/>
              <a:cs typeface="+mn-cs"/>
            </a:endParaRPr>
          </a:p>
        </p:txBody>
      </p:sp>
      <p:sp>
        <p:nvSpPr>
          <p:cNvPr id="20" name="Text Placeholder 4">
            <a:extLst>
              <a:ext uri="{FF2B5EF4-FFF2-40B4-BE49-F238E27FC236}">
                <a16:creationId xmlns:a16="http://schemas.microsoft.com/office/drawing/2014/main" id="{52B49226-2A51-5BE4-BC61-8192B6E3625B}"/>
              </a:ext>
            </a:extLst>
          </p:cNvPr>
          <p:cNvSpPr>
            <a:spLocks noGrp="1"/>
          </p:cNvSpPr>
          <p:nvPr>
            <p:custDataLst>
              <p:tags r:id="rId15"/>
            </p:custDataLst>
          </p:nvPr>
        </p:nvSpPr>
        <p:spPr bwMode="auto">
          <a:xfrm>
            <a:off x="577850" y="4452938"/>
            <a:ext cx="13366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8823276-FCCD-4559-8185-7B56EE9AEE0F}" type="datetime'''''S''''''M''E ''Di''''''gi''ta''l'''''' Le''''''nd''ing'''">
              <a:rPr lang="sv-SE" altLang="en-US" sz="1200" smtClean="0">
                <a:latin typeface="+mn-lt"/>
                <a:ea typeface="+mn-ea"/>
                <a:cs typeface="+mn-cs"/>
              </a:rPr>
              <a:pPr/>
              <a:t>SME Digital Lending</a:t>
            </a:fld>
            <a:endParaRPr lang="sv-SE" sz="1200" dirty="0">
              <a:latin typeface="+mn-lt"/>
              <a:ea typeface="+mn-ea"/>
              <a:cs typeface="+mn-cs"/>
            </a:endParaRPr>
          </a:p>
        </p:txBody>
      </p:sp>
      <p:sp>
        <p:nvSpPr>
          <p:cNvPr id="21" name="Text Placeholder 4">
            <a:extLst>
              <a:ext uri="{FF2B5EF4-FFF2-40B4-BE49-F238E27FC236}">
                <a16:creationId xmlns:a16="http://schemas.microsoft.com/office/drawing/2014/main" id="{D8B4ED44-3F77-32D4-5A21-9424F804CFC6}"/>
              </a:ext>
            </a:extLst>
          </p:cNvPr>
          <p:cNvSpPr>
            <a:spLocks noGrp="1"/>
          </p:cNvSpPr>
          <p:nvPr>
            <p:custDataLst>
              <p:tags r:id="rId16"/>
            </p:custDataLst>
          </p:nvPr>
        </p:nvSpPr>
        <p:spPr bwMode="auto">
          <a:xfrm>
            <a:off x="577850" y="4965700"/>
            <a:ext cx="14160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BB12B0C-F8EC-4396-9445-272B97D08527}" type="datetime'B''''''''''usines''''s ''Inno''''''''''va''''tio''n''s'''''''">
              <a:rPr lang="sv-SE" altLang="en-US" sz="1200" smtClean="0">
                <a:latin typeface="+mn-lt"/>
                <a:ea typeface="+mn-ea"/>
                <a:cs typeface="+mn-cs"/>
              </a:rPr>
              <a:pPr/>
              <a:t>Business Innovations</a:t>
            </a:fld>
            <a:endParaRPr lang="sv-SE" sz="1200" dirty="0">
              <a:latin typeface="+mn-lt"/>
              <a:ea typeface="+mn-ea"/>
              <a:cs typeface="+mn-cs"/>
            </a:endParaRPr>
          </a:p>
        </p:txBody>
      </p:sp>
      <p:sp>
        <p:nvSpPr>
          <p:cNvPr id="22" name="Text Placeholder 4">
            <a:extLst>
              <a:ext uri="{FF2B5EF4-FFF2-40B4-BE49-F238E27FC236}">
                <a16:creationId xmlns:a16="http://schemas.microsoft.com/office/drawing/2014/main" id="{1DACCEE2-50BD-EAD1-8FAF-8534086B04CC}"/>
              </a:ext>
            </a:extLst>
          </p:cNvPr>
          <p:cNvSpPr>
            <a:spLocks noGrp="1"/>
          </p:cNvSpPr>
          <p:nvPr>
            <p:custDataLst>
              <p:tags r:id="rId17"/>
            </p:custDataLst>
          </p:nvPr>
        </p:nvSpPr>
        <p:spPr bwMode="auto">
          <a:xfrm>
            <a:off x="577850" y="5480050"/>
            <a:ext cx="20637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B9E9916-3F10-4DA8-9516-3E70CEC5CF3C}" type="datetime'Eng''ineer''''i''ng ''''''''C''''oE'''' (enabl''''ement)'">
              <a:rPr lang="sv-SE" altLang="en-US" sz="1200" smtClean="0">
                <a:latin typeface="+mn-lt"/>
                <a:ea typeface="+mn-ea"/>
                <a:cs typeface="+mn-cs"/>
              </a:rPr>
              <a:pPr/>
              <a:t>Engineering CoE (enablement)</a:t>
            </a:fld>
            <a:endParaRPr lang="sv-SE" sz="1200" dirty="0">
              <a:latin typeface="+mn-lt"/>
              <a:ea typeface="+mn-ea"/>
              <a:cs typeface="+mn-cs"/>
            </a:endParaRPr>
          </a:p>
        </p:txBody>
      </p:sp>
      <p:sp useBgFill="1">
        <p:nvSpPr>
          <p:cNvPr id="27" name="Text Placeholder 4">
            <a:extLst>
              <a:ext uri="{FF2B5EF4-FFF2-40B4-BE49-F238E27FC236}">
                <a16:creationId xmlns:a16="http://schemas.microsoft.com/office/drawing/2014/main" id="{D50B6477-7868-9D48-CB1F-E8B57BD4D287}"/>
              </a:ext>
            </a:extLst>
          </p:cNvPr>
          <p:cNvSpPr>
            <a:spLocks noGrp="1"/>
          </p:cNvSpPr>
          <p:nvPr>
            <p:custDataLst>
              <p:tags r:id="rId18"/>
            </p:custDataLst>
          </p:nvPr>
        </p:nvSpPr>
        <p:spPr bwMode="gray">
          <a:xfrm>
            <a:off x="7940675" y="2397126"/>
            <a:ext cx="358775" cy="182563"/>
          </a:xfrm>
          <a:prstGeom prst="rect">
            <a:avLst/>
          </a:prstGeom>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FA51975-CD3C-4811-B932-9AB7F2C6005E}" type="datetime'''''''7''''''''''''''''''''''5'''''''''''''">
              <a:rPr lang="sv-SE" altLang="en-US" sz="1200" smtClean="0">
                <a:effectLst/>
                <a:latin typeface="+mn-lt"/>
                <a:ea typeface="+mn-ea"/>
                <a:cs typeface="+mn-cs"/>
              </a:rPr>
              <a:pPr/>
              <a:t>75</a:t>
            </a:fld>
            <a:r>
              <a:rPr lang="sv-SE" altLang="en-US" sz="1200">
                <a:effectLst/>
                <a:latin typeface="+mn-lt"/>
                <a:ea typeface="+mn-ea"/>
                <a:cs typeface="+mn-cs"/>
              </a:rPr>
              <a:t>%</a:t>
            </a:r>
            <a:endParaRPr lang="sv-SE" sz="1200" dirty="0">
              <a:latin typeface="+mn-lt"/>
              <a:ea typeface="+mn-ea"/>
              <a:cs typeface="+mn-cs"/>
            </a:endParaRPr>
          </a:p>
        </p:txBody>
      </p:sp>
      <p:sp useBgFill="1">
        <p:nvSpPr>
          <p:cNvPr id="23" name="Text Placeholder 4">
            <a:extLst>
              <a:ext uri="{FF2B5EF4-FFF2-40B4-BE49-F238E27FC236}">
                <a16:creationId xmlns:a16="http://schemas.microsoft.com/office/drawing/2014/main" id="{B41DEB2F-3106-F676-D5ED-D78462D10C2E}"/>
              </a:ext>
            </a:extLst>
          </p:cNvPr>
          <p:cNvSpPr>
            <a:spLocks noGrp="1"/>
          </p:cNvSpPr>
          <p:nvPr>
            <p:custDataLst>
              <p:tags r:id="rId19"/>
            </p:custDataLst>
          </p:nvPr>
        </p:nvSpPr>
        <p:spPr bwMode="gray">
          <a:xfrm>
            <a:off x="8061325" y="2909889"/>
            <a:ext cx="358775" cy="182563"/>
          </a:xfrm>
          <a:prstGeom prst="rect">
            <a:avLst/>
          </a:prstGeom>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AEF6E32-EBB3-4683-8B72-6C0575E7E4D9}" type="datetime'''''''''''7''''''7'''''''''''''''''''''''''">
              <a:rPr lang="sv-SE" altLang="en-US" sz="1200" smtClean="0">
                <a:effectLst/>
                <a:latin typeface="+mn-lt"/>
                <a:ea typeface="+mn-ea"/>
                <a:cs typeface="+mn-cs"/>
              </a:rPr>
              <a:pPr/>
              <a:t>77</a:t>
            </a:fld>
            <a:r>
              <a:rPr lang="sv-SE" altLang="en-US" sz="1200">
                <a:effectLst/>
                <a:latin typeface="+mn-lt"/>
                <a:ea typeface="+mn-ea"/>
                <a:cs typeface="+mn-cs"/>
              </a:rPr>
              <a:t>%</a:t>
            </a:r>
            <a:endParaRPr lang="sv-SE" sz="1200" dirty="0">
              <a:latin typeface="+mn-lt"/>
              <a:ea typeface="+mn-ea"/>
              <a:cs typeface="+mn-cs"/>
            </a:endParaRPr>
          </a:p>
        </p:txBody>
      </p:sp>
      <p:sp>
        <p:nvSpPr>
          <p:cNvPr id="28" name="Text Placeholder 4">
            <a:extLst>
              <a:ext uri="{FF2B5EF4-FFF2-40B4-BE49-F238E27FC236}">
                <a16:creationId xmlns:a16="http://schemas.microsoft.com/office/drawing/2014/main" id="{9B0A4B36-E46A-D4E0-974E-9863C2A95F70}"/>
              </a:ext>
            </a:extLst>
          </p:cNvPr>
          <p:cNvSpPr>
            <a:spLocks noGrp="1"/>
          </p:cNvSpPr>
          <p:nvPr>
            <p:custDataLst>
              <p:tags r:id="rId20"/>
            </p:custDataLst>
          </p:nvPr>
        </p:nvSpPr>
        <p:spPr bwMode="gray">
          <a:xfrm>
            <a:off x="7494588" y="3424239"/>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2FBEE35-3458-4FBC-9F71-2F1E4E558338}" type="datetime'''''''''''''''''''''6''''''''''''8'''''''">
              <a:rPr lang="sv-SE" altLang="en-US" sz="1200" smtClean="0">
                <a:latin typeface="+mn-lt"/>
                <a:ea typeface="+mn-ea"/>
                <a:cs typeface="+mn-cs"/>
              </a:rPr>
              <a:pPr/>
              <a:t>68</a:t>
            </a:fld>
            <a:r>
              <a:rPr lang="sv-SE" altLang="en-US" sz="1200">
                <a:effectLst/>
                <a:latin typeface="+mn-lt"/>
                <a:ea typeface="+mn-ea"/>
                <a:cs typeface="+mn-cs"/>
              </a:rPr>
              <a:t>%</a:t>
            </a:r>
            <a:endParaRPr lang="sv-SE" sz="1200" dirty="0">
              <a:latin typeface="+mn-lt"/>
              <a:ea typeface="+mn-ea"/>
              <a:cs typeface="+mn-cs"/>
            </a:endParaRPr>
          </a:p>
        </p:txBody>
      </p:sp>
      <p:sp useBgFill="1">
        <p:nvSpPr>
          <p:cNvPr id="24" name="Text Placeholder 4">
            <a:extLst>
              <a:ext uri="{FF2B5EF4-FFF2-40B4-BE49-F238E27FC236}">
                <a16:creationId xmlns:a16="http://schemas.microsoft.com/office/drawing/2014/main" id="{917D70B2-F34A-2669-CEC7-8297CF5A7D06}"/>
              </a:ext>
            </a:extLst>
          </p:cNvPr>
          <p:cNvSpPr>
            <a:spLocks noGrp="1"/>
          </p:cNvSpPr>
          <p:nvPr>
            <p:custDataLst>
              <p:tags r:id="rId21"/>
            </p:custDataLst>
          </p:nvPr>
        </p:nvSpPr>
        <p:spPr bwMode="gray">
          <a:xfrm>
            <a:off x="8110538" y="3938589"/>
            <a:ext cx="358775" cy="182563"/>
          </a:xfrm>
          <a:prstGeom prst="rect">
            <a:avLst/>
          </a:prstGeom>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660844A-722C-4CB7-870C-F8FF9223FD45}" type="datetime'''''''7''''''''''''''''''''''''''''''''''''8'''''''''''''''">
              <a:rPr lang="sv-SE" altLang="en-US" sz="1200" smtClean="0">
                <a:effectLst/>
                <a:latin typeface="+mn-lt"/>
                <a:ea typeface="+mn-ea"/>
                <a:cs typeface="+mn-cs"/>
              </a:rPr>
              <a:pPr/>
              <a:t>78</a:t>
            </a:fld>
            <a:r>
              <a:rPr lang="sv-SE" altLang="en-US" sz="1200">
                <a:effectLst/>
                <a:latin typeface="+mn-lt"/>
                <a:ea typeface="+mn-ea"/>
                <a:cs typeface="+mn-cs"/>
              </a:rPr>
              <a:t>%</a:t>
            </a:r>
            <a:endParaRPr lang="sv-SE" sz="1200" dirty="0">
              <a:latin typeface="+mn-lt"/>
              <a:ea typeface="+mn-ea"/>
              <a:cs typeface="+mn-cs"/>
            </a:endParaRPr>
          </a:p>
        </p:txBody>
      </p:sp>
      <p:sp>
        <p:nvSpPr>
          <p:cNvPr id="29" name="Text Placeholder 4">
            <a:extLst>
              <a:ext uri="{FF2B5EF4-FFF2-40B4-BE49-F238E27FC236}">
                <a16:creationId xmlns:a16="http://schemas.microsoft.com/office/drawing/2014/main" id="{0B49CE6B-74B2-F19E-924E-54D91E974687}"/>
              </a:ext>
            </a:extLst>
          </p:cNvPr>
          <p:cNvSpPr>
            <a:spLocks noGrp="1"/>
          </p:cNvSpPr>
          <p:nvPr>
            <p:custDataLst>
              <p:tags r:id="rId22"/>
            </p:custDataLst>
          </p:nvPr>
        </p:nvSpPr>
        <p:spPr bwMode="gray">
          <a:xfrm>
            <a:off x="7818438" y="4452939"/>
            <a:ext cx="358775"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F82AE09-7762-4580-8ED7-B36D48B0CE48}" type="datetime'''''''''7''''''''''''''''''''''''''3'''''''''''''">
              <a:rPr lang="sv-SE" altLang="en-US" sz="1200" smtClean="0">
                <a:latin typeface="+mn-lt"/>
                <a:ea typeface="+mn-ea"/>
                <a:cs typeface="+mn-cs"/>
              </a:rPr>
              <a:pPr/>
              <a:t>73</a:t>
            </a:fld>
            <a:r>
              <a:rPr lang="sv-SE" altLang="en-US" sz="1200">
                <a:effectLst/>
                <a:latin typeface="+mn-lt"/>
                <a:ea typeface="+mn-ea"/>
                <a:cs typeface="+mn-cs"/>
              </a:rPr>
              <a:t>%</a:t>
            </a:r>
            <a:endParaRPr lang="sv-SE" sz="1200" dirty="0">
              <a:latin typeface="+mn-lt"/>
              <a:ea typeface="+mn-ea"/>
              <a:cs typeface="+mn-cs"/>
            </a:endParaRPr>
          </a:p>
        </p:txBody>
      </p:sp>
      <p:sp useBgFill="1">
        <p:nvSpPr>
          <p:cNvPr id="25" name="Text Placeholder 4">
            <a:extLst>
              <a:ext uri="{FF2B5EF4-FFF2-40B4-BE49-F238E27FC236}">
                <a16:creationId xmlns:a16="http://schemas.microsoft.com/office/drawing/2014/main" id="{315F837B-045F-4B5F-D321-C1210B36C3A3}"/>
              </a:ext>
            </a:extLst>
          </p:cNvPr>
          <p:cNvSpPr>
            <a:spLocks noGrp="1"/>
          </p:cNvSpPr>
          <p:nvPr>
            <p:custDataLst>
              <p:tags r:id="rId23"/>
            </p:custDataLst>
          </p:nvPr>
        </p:nvSpPr>
        <p:spPr bwMode="gray">
          <a:xfrm>
            <a:off x="7977188" y="4965701"/>
            <a:ext cx="358775" cy="182563"/>
          </a:xfrm>
          <a:prstGeom prst="rect">
            <a:avLst/>
          </a:prstGeom>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056D8AC-84BD-44D4-A4FA-389165C53D0F}" type="datetime'''7''''''''''''6'">
              <a:rPr lang="sv-SE" altLang="en-US" sz="1200" smtClean="0">
                <a:effectLst/>
                <a:latin typeface="+mn-lt"/>
                <a:ea typeface="+mn-ea"/>
                <a:cs typeface="+mn-cs"/>
              </a:rPr>
              <a:pPr/>
              <a:t>76</a:t>
            </a:fld>
            <a:r>
              <a:rPr lang="sv-SE" altLang="en-US" sz="1200">
                <a:effectLst/>
                <a:latin typeface="+mn-lt"/>
                <a:ea typeface="+mn-ea"/>
                <a:cs typeface="+mn-cs"/>
              </a:rPr>
              <a:t>%</a:t>
            </a:r>
            <a:endParaRPr lang="sv-SE" sz="1200" dirty="0">
              <a:latin typeface="+mn-lt"/>
              <a:ea typeface="+mn-ea"/>
              <a:cs typeface="+mn-cs"/>
            </a:endParaRPr>
          </a:p>
        </p:txBody>
      </p:sp>
      <p:sp useBgFill="1">
        <p:nvSpPr>
          <p:cNvPr id="26" name="Text Placeholder 4">
            <a:extLst>
              <a:ext uri="{FF2B5EF4-FFF2-40B4-BE49-F238E27FC236}">
                <a16:creationId xmlns:a16="http://schemas.microsoft.com/office/drawing/2014/main" id="{980020E1-34F7-974B-F176-0AC335D94617}"/>
              </a:ext>
            </a:extLst>
          </p:cNvPr>
          <p:cNvSpPr>
            <a:spLocks noGrp="1"/>
          </p:cNvSpPr>
          <p:nvPr>
            <p:custDataLst>
              <p:tags r:id="rId24"/>
            </p:custDataLst>
          </p:nvPr>
        </p:nvSpPr>
        <p:spPr bwMode="gray">
          <a:xfrm>
            <a:off x="7981950" y="5480051"/>
            <a:ext cx="358775" cy="182563"/>
          </a:xfrm>
          <a:prstGeom prst="rect">
            <a:avLst/>
          </a:prstGeom>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C7840B6-147C-4D1A-B4DB-5C414C2CF6F1}" type="datetime'''''7''''''''6'''''">
              <a:rPr lang="sv-SE" altLang="en-US" sz="1200" smtClean="0">
                <a:effectLst/>
                <a:latin typeface="+mn-lt"/>
                <a:ea typeface="+mn-ea"/>
                <a:cs typeface="+mn-cs"/>
              </a:rPr>
              <a:pPr/>
              <a:t>76</a:t>
            </a:fld>
            <a:r>
              <a:rPr lang="sv-SE" altLang="en-US" sz="1200">
                <a:effectLst/>
                <a:latin typeface="+mn-lt"/>
                <a:ea typeface="+mn-ea"/>
                <a:cs typeface="+mn-cs"/>
              </a:rPr>
              <a:t>%</a:t>
            </a:r>
            <a:endParaRPr lang="sv-SE" sz="1200" dirty="0">
              <a:latin typeface="+mn-lt"/>
              <a:ea typeface="+mn-ea"/>
              <a:cs typeface="+mn-cs"/>
            </a:endParaRPr>
          </a:p>
        </p:txBody>
      </p:sp>
      <p:sp>
        <p:nvSpPr>
          <p:cNvPr id="30" name="TextBox 29">
            <a:extLst>
              <a:ext uri="{FF2B5EF4-FFF2-40B4-BE49-F238E27FC236}">
                <a16:creationId xmlns:a16="http://schemas.microsoft.com/office/drawing/2014/main" id="{4B8A48D5-6168-742A-02E7-9EB52C3802DA}"/>
              </a:ext>
            </a:extLst>
          </p:cNvPr>
          <p:cNvSpPr txBox="1">
            <a:spLocks/>
          </p:cNvSpPr>
          <p:nvPr/>
        </p:nvSpPr>
        <p:spPr>
          <a:xfrm>
            <a:off x="554736" y="1923844"/>
            <a:ext cx="7918704"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Unit-test coverage vs the ≥70% policy gate </a:t>
            </a:r>
            <a:r>
              <a:rPr lang="en-US" sz="1200" dirty="0"/>
              <a:t>(evidenced)</a:t>
            </a:r>
          </a:p>
        </p:txBody>
      </p:sp>
      <p:cxnSp>
        <p:nvCxnSpPr>
          <p:cNvPr id="31" name="Straight Connector 30">
            <a:extLst>
              <a:ext uri="{FF2B5EF4-FFF2-40B4-BE49-F238E27FC236}">
                <a16:creationId xmlns:a16="http://schemas.microsoft.com/office/drawing/2014/main" id="{7DD74505-40A3-0C1D-D6DC-325A82187176}"/>
              </a:ext>
            </a:extLst>
          </p:cNvPr>
          <p:cNvCxnSpPr>
            <a:cxnSpLocks/>
          </p:cNvCxnSpPr>
          <p:nvPr/>
        </p:nvCxnSpPr>
        <p:spPr>
          <a:xfrm>
            <a:off x="554736" y="2158092"/>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D2D7BCE-4325-F0DC-E12A-ED4A6C5BF161}"/>
              </a:ext>
            </a:extLst>
          </p:cNvPr>
          <p:cNvSpPr txBox="1"/>
          <p:nvPr/>
        </p:nvSpPr>
        <p:spPr>
          <a:xfrm>
            <a:off x="3439587" y="2394648"/>
            <a:ext cx="1903598"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2"/>
              </a:buClr>
            </a:pPr>
            <a:r>
              <a:rPr lang="en-US" sz="1200" dirty="0">
                <a:solidFill>
                  <a:schemeClr val="bg1"/>
                </a:solidFill>
              </a:rPr>
              <a:t>8 products </a:t>
            </a:r>
            <a:r>
              <a:rPr lang="en-US" sz="1200" b="1" dirty="0">
                <a:solidFill>
                  <a:schemeClr val="bg1"/>
                </a:solidFill>
              </a:rPr>
              <a:t>(3 below gate)</a:t>
            </a:r>
            <a:endParaRPr lang="sv-SE" sz="1200" b="1" dirty="0">
              <a:solidFill>
                <a:schemeClr val="bg1"/>
              </a:solidFill>
            </a:endParaRPr>
          </a:p>
        </p:txBody>
      </p:sp>
      <p:sp>
        <p:nvSpPr>
          <p:cNvPr id="35" name="TextBox 34">
            <a:extLst>
              <a:ext uri="{FF2B5EF4-FFF2-40B4-BE49-F238E27FC236}">
                <a16:creationId xmlns:a16="http://schemas.microsoft.com/office/drawing/2014/main" id="{AE750CF4-3511-B77E-0803-EFB0E6A84BE4}"/>
              </a:ext>
            </a:extLst>
          </p:cNvPr>
          <p:cNvSpPr txBox="1"/>
          <p:nvPr/>
        </p:nvSpPr>
        <p:spPr>
          <a:xfrm>
            <a:off x="3439587" y="2909580"/>
            <a:ext cx="717376"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dirty="0">
                <a:solidFill>
                  <a:schemeClr val="bg1"/>
                </a:solidFill>
              </a:rPr>
              <a:t>4 products</a:t>
            </a:r>
          </a:p>
        </p:txBody>
      </p:sp>
      <p:sp>
        <p:nvSpPr>
          <p:cNvPr id="36" name="TextBox 35">
            <a:extLst>
              <a:ext uri="{FF2B5EF4-FFF2-40B4-BE49-F238E27FC236}">
                <a16:creationId xmlns:a16="http://schemas.microsoft.com/office/drawing/2014/main" id="{7339D654-90EB-56E7-ED05-F66D56FAD60A}"/>
              </a:ext>
            </a:extLst>
          </p:cNvPr>
          <p:cNvSpPr txBox="1"/>
          <p:nvPr/>
        </p:nvSpPr>
        <p:spPr>
          <a:xfrm>
            <a:off x="3439587" y="3424512"/>
            <a:ext cx="1903598"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chemeClr val="bg1"/>
                </a:solidFill>
              </a:rPr>
              <a:t>6 products </a:t>
            </a:r>
            <a:r>
              <a:rPr lang="en-US" sz="1200" b="1" dirty="0">
                <a:solidFill>
                  <a:schemeClr val="bg1"/>
                </a:solidFill>
              </a:rPr>
              <a:t>(3 below gate)</a:t>
            </a:r>
            <a:endParaRPr lang="sv-SE" sz="1200" b="1" dirty="0">
              <a:solidFill>
                <a:schemeClr val="bg1"/>
              </a:solidFill>
            </a:endParaRPr>
          </a:p>
        </p:txBody>
      </p:sp>
      <p:sp>
        <p:nvSpPr>
          <p:cNvPr id="37" name="TextBox 36">
            <a:extLst>
              <a:ext uri="{FF2B5EF4-FFF2-40B4-BE49-F238E27FC236}">
                <a16:creationId xmlns:a16="http://schemas.microsoft.com/office/drawing/2014/main" id="{9EE6C3E5-08E9-1B1D-EF39-58FC21938FF1}"/>
              </a:ext>
            </a:extLst>
          </p:cNvPr>
          <p:cNvSpPr txBox="1"/>
          <p:nvPr/>
        </p:nvSpPr>
        <p:spPr>
          <a:xfrm>
            <a:off x="3439587" y="3939444"/>
            <a:ext cx="717376"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2"/>
              </a:buClr>
            </a:pPr>
            <a:r>
              <a:rPr lang="sv-SE" sz="1200">
                <a:solidFill>
                  <a:schemeClr val="bg1"/>
                </a:solidFill>
              </a:rPr>
              <a:t>3 products</a:t>
            </a:r>
            <a:endParaRPr lang="sv-SE" sz="1200" dirty="0">
              <a:solidFill>
                <a:schemeClr val="bg1"/>
              </a:solidFill>
            </a:endParaRPr>
          </a:p>
        </p:txBody>
      </p:sp>
      <p:sp>
        <p:nvSpPr>
          <p:cNvPr id="38" name="TextBox 37">
            <a:extLst>
              <a:ext uri="{FF2B5EF4-FFF2-40B4-BE49-F238E27FC236}">
                <a16:creationId xmlns:a16="http://schemas.microsoft.com/office/drawing/2014/main" id="{B704BB5A-277A-C3C3-3F17-C1C85E304858}"/>
              </a:ext>
            </a:extLst>
          </p:cNvPr>
          <p:cNvSpPr txBox="1"/>
          <p:nvPr/>
        </p:nvSpPr>
        <p:spPr>
          <a:xfrm>
            <a:off x="3439587" y="4454376"/>
            <a:ext cx="717376"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a:solidFill>
                  <a:schemeClr val="bg1"/>
                </a:solidFill>
              </a:rPr>
              <a:t>1 products</a:t>
            </a:r>
            <a:endParaRPr lang="sv-SE" sz="1200" dirty="0">
              <a:solidFill>
                <a:schemeClr val="bg1"/>
              </a:solidFill>
            </a:endParaRPr>
          </a:p>
        </p:txBody>
      </p:sp>
      <p:sp>
        <p:nvSpPr>
          <p:cNvPr id="39" name="TextBox 38">
            <a:extLst>
              <a:ext uri="{FF2B5EF4-FFF2-40B4-BE49-F238E27FC236}">
                <a16:creationId xmlns:a16="http://schemas.microsoft.com/office/drawing/2014/main" id="{0A397E2A-ECCE-F4CA-6769-449ACA8504FB}"/>
              </a:ext>
            </a:extLst>
          </p:cNvPr>
          <p:cNvSpPr txBox="1"/>
          <p:nvPr/>
        </p:nvSpPr>
        <p:spPr>
          <a:xfrm>
            <a:off x="3439587" y="4969308"/>
            <a:ext cx="1903598"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solidFill>
                  <a:schemeClr val="bg1"/>
                </a:solidFill>
              </a:rPr>
              <a:t>3 products </a:t>
            </a:r>
            <a:r>
              <a:rPr lang="en-US" sz="1200" b="1" dirty="0">
                <a:solidFill>
                  <a:schemeClr val="bg1"/>
                </a:solidFill>
              </a:rPr>
              <a:t>(1 below gate)</a:t>
            </a:r>
            <a:endParaRPr lang="sv-SE" sz="1200" b="1" dirty="0">
              <a:solidFill>
                <a:schemeClr val="bg1"/>
              </a:solidFill>
            </a:endParaRPr>
          </a:p>
        </p:txBody>
      </p:sp>
      <p:sp>
        <p:nvSpPr>
          <p:cNvPr id="40" name="TextBox 39">
            <a:extLst>
              <a:ext uri="{FF2B5EF4-FFF2-40B4-BE49-F238E27FC236}">
                <a16:creationId xmlns:a16="http://schemas.microsoft.com/office/drawing/2014/main" id="{63D82642-9F26-F77D-4DC2-1DA15AF31875}"/>
              </a:ext>
            </a:extLst>
          </p:cNvPr>
          <p:cNvSpPr txBox="1"/>
          <p:nvPr/>
        </p:nvSpPr>
        <p:spPr>
          <a:xfrm>
            <a:off x="3439587" y="5484241"/>
            <a:ext cx="717376"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a:solidFill>
                  <a:schemeClr val="bg1"/>
                </a:solidFill>
              </a:rPr>
              <a:t>1 products</a:t>
            </a:r>
            <a:endParaRPr lang="sv-SE" sz="1200" dirty="0">
              <a:solidFill>
                <a:schemeClr val="bg1"/>
              </a:solidFill>
            </a:endParaRPr>
          </a:p>
        </p:txBody>
      </p:sp>
      <p:sp>
        <p:nvSpPr>
          <p:cNvPr id="41" name="TextBox 40">
            <a:extLst>
              <a:ext uri="{FF2B5EF4-FFF2-40B4-BE49-F238E27FC236}">
                <a16:creationId xmlns:a16="http://schemas.microsoft.com/office/drawing/2014/main" id="{5439F5AD-FA65-41F4-773B-B178CF4CB6C9}"/>
              </a:ext>
            </a:extLst>
          </p:cNvPr>
          <p:cNvSpPr txBox="1"/>
          <p:nvPr/>
        </p:nvSpPr>
        <p:spPr>
          <a:xfrm>
            <a:off x="7259038" y="5886631"/>
            <a:ext cx="621965" cy="161583"/>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50" i="1" dirty="0">
                <a:solidFill>
                  <a:srgbClr val="C00000"/>
                </a:solidFill>
              </a:rPr>
              <a:t>70 % gate</a:t>
            </a:r>
          </a:p>
        </p:txBody>
      </p:sp>
    </p:spTree>
    <p:extLst>
      <p:ext uri="{BB962C8B-B14F-4D97-AF65-F5344CB8AC3E}">
        <p14:creationId xmlns:p14="http://schemas.microsoft.com/office/powerpoint/2010/main" val="4139072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F68C4F8-39AA-34E2-F190-D2E7016884F2}"/>
              </a:ext>
            </a:extLst>
          </p:cNvPr>
          <p:cNvGraphicFramePr>
            <a:graphicFrameLocks noChangeAspect="1"/>
          </p:cNvGraphicFramePr>
          <p:nvPr>
            <p:custDataLst>
              <p:tags r:id="rId1"/>
            </p:custDataLst>
            <p:extLst>
              <p:ext uri="{D42A27DB-BD31-4B8C-83A1-F6EECF244321}">
                <p14:modId xmlns:p14="http://schemas.microsoft.com/office/powerpoint/2010/main" val="3492348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84" imgH="486" progId="TCLayout.ActiveDocument.1">
                  <p:embed/>
                </p:oleObj>
              </mc:Choice>
              <mc:Fallback>
                <p:oleObj name="think-cell Slide" r:id="rId46" imgW="484" imgH="486" progId="TCLayout.ActiveDocument.1">
                  <p:embed/>
                  <p:pic>
                    <p:nvPicPr>
                      <p:cNvPr id="5" name="think-cell data - do not delete" hidden="1">
                        <a:extLst>
                          <a:ext uri="{FF2B5EF4-FFF2-40B4-BE49-F238E27FC236}">
                            <a16:creationId xmlns:a16="http://schemas.microsoft.com/office/drawing/2014/main" id="{BF68C4F8-39AA-34E2-F190-D2E7016884F2}"/>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13" name="Title 12">
            <a:extLst>
              <a:ext uri="{FF2B5EF4-FFF2-40B4-BE49-F238E27FC236}">
                <a16:creationId xmlns:a16="http://schemas.microsoft.com/office/drawing/2014/main" id="{7A05C828-FDB4-2030-80BA-FB7ACE453CDA}"/>
              </a:ext>
            </a:extLst>
          </p:cNvPr>
          <p:cNvSpPr>
            <a:spLocks noGrp="1"/>
          </p:cNvSpPr>
          <p:nvPr>
            <p:ph type="title"/>
          </p:nvPr>
        </p:nvSpPr>
        <p:spPr>
          <a:xfrm>
            <a:off x="554735" y="-27471"/>
            <a:ext cx="7918704" cy="1390115"/>
          </a:xfrm>
        </p:spPr>
        <p:txBody>
          <a:bodyPr vert="horz"/>
          <a:lstStyle/>
          <a:p>
            <a:r>
              <a:rPr lang="en-US" dirty="0"/>
              <a:t>7 of 26 products ship below the bank's own ≥70% gate, including core platforms like Transactional Banking</a:t>
            </a:r>
            <a:endParaRPr lang="sv-SE" dirty="0"/>
          </a:p>
        </p:txBody>
      </p:sp>
      <p:sp>
        <p:nvSpPr>
          <p:cNvPr id="15" name="Text Placeholder 14">
            <a:extLst>
              <a:ext uri="{FF2B5EF4-FFF2-40B4-BE49-F238E27FC236}">
                <a16:creationId xmlns:a16="http://schemas.microsoft.com/office/drawing/2014/main" id="{CF0E9F7D-706C-9AF2-A210-07ECF613278A}"/>
              </a:ext>
            </a:extLst>
          </p:cNvPr>
          <p:cNvSpPr>
            <a:spLocks noGrp="1"/>
          </p:cNvSpPr>
          <p:nvPr>
            <p:ph type="body" sz="quarter" idx="10"/>
          </p:nvPr>
        </p:nvSpPr>
        <p:spPr/>
        <p:txBody>
          <a:bodyPr/>
          <a:lstStyle/>
          <a:p>
            <a:endParaRPr lang="sv-SE"/>
          </a:p>
        </p:txBody>
      </p:sp>
      <p:sp>
        <p:nvSpPr>
          <p:cNvPr id="18" name="TextBox 17">
            <a:extLst>
              <a:ext uri="{FF2B5EF4-FFF2-40B4-BE49-F238E27FC236}">
                <a16:creationId xmlns:a16="http://schemas.microsoft.com/office/drawing/2014/main" id="{1CA511FC-448B-17BF-84A2-A552CF48930A}"/>
              </a:ext>
            </a:extLst>
          </p:cNvPr>
          <p:cNvSpPr txBox="1">
            <a:spLocks/>
          </p:cNvSpPr>
          <p:nvPr/>
        </p:nvSpPr>
        <p:spPr>
          <a:xfrm>
            <a:off x="9137964" y="1861821"/>
            <a:ext cx="2339922" cy="28135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100"/>
              </a:spcAft>
            </a:pPr>
            <a:r>
              <a:rPr lang="en-US" b="1" dirty="0"/>
              <a:t>There is no enforced floor as </a:t>
            </a:r>
            <a:r>
              <a:rPr lang="en-US" dirty="0"/>
              <a:t>coverage runs continuously from 41% to 91% with products sitting at every level below the gate</a:t>
            </a:r>
          </a:p>
          <a:p>
            <a:pPr lvl="1">
              <a:spcAft>
                <a:spcPts val="100"/>
              </a:spcAft>
            </a:pPr>
            <a:r>
              <a:rPr lang="en-US" b="1" dirty="0"/>
              <a:t>The shortfall lands on the systems that can least afford it - </a:t>
            </a:r>
            <a:r>
              <a:rPr lang="en-US" dirty="0"/>
              <a:t>four of the seven below-gate products are core money-movement / channel platforms</a:t>
            </a:r>
            <a:endParaRPr lang="sv-SE" sz="1200" dirty="0">
              <a:latin typeface="+mn-lt"/>
              <a:ea typeface="+mn-ea"/>
              <a:cs typeface="+mn-cs"/>
            </a:endParaRPr>
          </a:p>
        </p:txBody>
      </p:sp>
      <p:sp>
        <p:nvSpPr>
          <p:cNvPr id="19" name="TextBox 18">
            <a:extLst>
              <a:ext uri="{FF2B5EF4-FFF2-40B4-BE49-F238E27FC236}">
                <a16:creationId xmlns:a16="http://schemas.microsoft.com/office/drawing/2014/main" id="{8B71061E-13A7-DCEA-406C-3EF29E00DC61}"/>
              </a:ext>
            </a:extLst>
          </p:cNvPr>
          <p:cNvSpPr txBox="1">
            <a:spLocks/>
          </p:cNvSpPr>
          <p:nvPr/>
        </p:nvSpPr>
        <p:spPr>
          <a:xfrm>
            <a:off x="9137964" y="1231944"/>
            <a:ext cx="2496825" cy="276225"/>
          </a:xfrm>
          <a:prstGeom prst="rect">
            <a:avLst/>
          </a:prstGeom>
        </p:spPr>
        <p:txBody>
          <a:bodyPr vert="horz" wrap="square" lIns="0" tIns="0" rIns="0" bIns="0" rtlCol="0" anchor="b">
            <a:sp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800" b="1" i="0" u="none" strike="noStrike" kern="1200" cap="none" spc="0" normalizeH="0" baseline="0" dirty="0">
                <a:ln>
                  <a:noFill/>
                </a:ln>
                <a:effectLst/>
                <a:uLnTx/>
                <a:uFillTx/>
                <a:ea typeface="+mn-ea"/>
                <a:cs typeface="+mn-cs"/>
              </a:rPr>
              <a:t>Key insights</a:t>
            </a:r>
          </a:p>
        </p:txBody>
      </p:sp>
      <p:cxnSp>
        <p:nvCxnSpPr>
          <p:cNvPr id="20" name="Straight Connector 19">
            <a:extLst>
              <a:ext uri="{FF2B5EF4-FFF2-40B4-BE49-F238E27FC236}">
                <a16:creationId xmlns:a16="http://schemas.microsoft.com/office/drawing/2014/main" id="{F70850DD-40EA-680E-8065-F63074DED61A}"/>
              </a:ext>
            </a:extLst>
          </p:cNvPr>
          <p:cNvCxnSpPr>
            <a:cxnSpLocks/>
          </p:cNvCxnSpPr>
          <p:nvPr/>
        </p:nvCxnSpPr>
        <p:spPr>
          <a:xfrm>
            <a:off x="9137964" y="1557751"/>
            <a:ext cx="2496825"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A093B19-D0EC-B062-5725-6265DCB0930A}"/>
              </a:ext>
            </a:extLst>
          </p:cNvPr>
          <p:cNvCxnSpPr/>
          <p:nvPr>
            <p:custDataLst>
              <p:tags r:id="rId2"/>
            </p:custDataLst>
          </p:nvPr>
        </p:nvCxnSpPr>
        <p:spPr bwMode="auto">
          <a:xfrm>
            <a:off x="4927600" y="1831975"/>
            <a:ext cx="0" cy="4246563"/>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10540232-A11F-CFEE-37B5-31476AD1619A}"/>
              </a:ext>
            </a:extLst>
          </p:cNvPr>
          <p:cNvCxnSpPr/>
          <p:nvPr>
            <p:custDataLst>
              <p:tags r:id="rId3"/>
            </p:custDataLst>
          </p:nvPr>
        </p:nvCxnSpPr>
        <p:spPr bwMode="auto">
          <a:xfrm>
            <a:off x="3744913" y="1831975"/>
            <a:ext cx="0" cy="4246563"/>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2C9BA59B-D5DA-4889-7186-4EA1CE30C58E}"/>
              </a:ext>
            </a:extLst>
          </p:cNvPr>
          <p:cNvCxnSpPr/>
          <p:nvPr>
            <p:custDataLst>
              <p:tags r:id="rId4"/>
            </p:custDataLst>
          </p:nvPr>
        </p:nvCxnSpPr>
        <p:spPr bwMode="auto">
          <a:xfrm>
            <a:off x="6108700" y="1831975"/>
            <a:ext cx="0" cy="4246563"/>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97" name="Chart 96">
            <a:extLst>
              <a:ext uri="{FF2B5EF4-FFF2-40B4-BE49-F238E27FC236}">
                <a16:creationId xmlns:a16="http://schemas.microsoft.com/office/drawing/2014/main" id="{2AFBF81E-0C5D-B5BC-4127-B127A5345A87}"/>
              </a:ext>
            </a:extLst>
          </p:cNvPr>
          <p:cNvGraphicFramePr/>
          <p:nvPr>
            <p:custDataLst>
              <p:tags r:id="rId5"/>
            </p:custDataLst>
            <p:extLst>
              <p:ext uri="{D42A27DB-BD31-4B8C-83A1-F6EECF244321}">
                <p14:modId xmlns:p14="http://schemas.microsoft.com/office/powerpoint/2010/main" val="3234170870"/>
              </p:ext>
            </p:extLst>
          </p:nvPr>
        </p:nvGraphicFramePr>
        <p:xfrm>
          <a:off x="2479675" y="1606550"/>
          <a:ext cx="6076950" cy="4697413"/>
        </p:xfrm>
        <a:graphic>
          <a:graphicData uri="http://schemas.openxmlformats.org/drawingml/2006/chart">
            <c:chart xmlns:c="http://schemas.openxmlformats.org/drawingml/2006/chart" xmlns:r="http://schemas.openxmlformats.org/officeDocument/2006/relationships" r:id="rId48"/>
          </a:graphicData>
        </a:graphic>
      </p:graphicFrame>
      <p:sp>
        <p:nvSpPr>
          <p:cNvPr id="10" name="Text Placeholder 4">
            <a:extLst>
              <a:ext uri="{FF2B5EF4-FFF2-40B4-BE49-F238E27FC236}">
                <a16:creationId xmlns:a16="http://schemas.microsoft.com/office/drawing/2014/main" id="{51AAD941-EAAC-E33E-8E45-F29216D93A8B}"/>
              </a:ext>
            </a:extLst>
          </p:cNvPr>
          <p:cNvSpPr>
            <a:spLocks noGrp="1"/>
          </p:cNvSpPr>
          <p:nvPr>
            <p:custDataLst>
              <p:tags r:id="rId6"/>
            </p:custDataLst>
          </p:nvPr>
        </p:nvSpPr>
        <p:spPr bwMode="gray">
          <a:xfrm>
            <a:off x="3675063" y="6121400"/>
            <a:ext cx="139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46A634F-5166-40FD-A3C2-798017CE23BF}" type="datetime'''''''''''''''''''2''''''''''''''''''''''''0'">
              <a:rPr lang="sv-SE" altLang="en-US" sz="1000" smtClean="0">
                <a:latin typeface="+mn-lt"/>
                <a:ea typeface="+mn-ea"/>
                <a:cs typeface="+mn-cs"/>
              </a:rPr>
              <a:pPr/>
              <a:t>20</a:t>
            </a:fld>
            <a:endParaRPr lang="sv-SE" sz="1000" dirty="0">
              <a:latin typeface="+mn-lt"/>
              <a:ea typeface="+mn-ea"/>
              <a:cs typeface="+mn-cs"/>
            </a:endParaRPr>
          </a:p>
        </p:txBody>
      </p:sp>
      <p:sp>
        <p:nvSpPr>
          <p:cNvPr id="11" name="Text Placeholder 4">
            <a:extLst>
              <a:ext uri="{FF2B5EF4-FFF2-40B4-BE49-F238E27FC236}">
                <a16:creationId xmlns:a16="http://schemas.microsoft.com/office/drawing/2014/main" id="{8B011D7B-4957-70D9-7467-0DED052BC0EA}"/>
              </a:ext>
            </a:extLst>
          </p:cNvPr>
          <p:cNvSpPr>
            <a:spLocks noGrp="1"/>
          </p:cNvSpPr>
          <p:nvPr>
            <p:custDataLst>
              <p:tags r:id="rId7"/>
            </p:custDataLst>
          </p:nvPr>
        </p:nvSpPr>
        <p:spPr bwMode="gray">
          <a:xfrm>
            <a:off x="4857750" y="6121400"/>
            <a:ext cx="139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0699F8A-5109-4464-ACFA-2561FF958A16}" type="datetime'''''''''''4''''''''''''''''''''''''''''''''''''''''0'''''''">
              <a:rPr lang="sv-SE" altLang="en-US" sz="1000" smtClean="0">
                <a:latin typeface="+mn-lt"/>
                <a:ea typeface="+mn-ea"/>
                <a:cs typeface="+mn-cs"/>
              </a:rPr>
              <a:pPr/>
              <a:t>40</a:t>
            </a:fld>
            <a:endParaRPr lang="sv-SE" sz="1000" dirty="0">
              <a:latin typeface="+mn-lt"/>
              <a:ea typeface="+mn-ea"/>
              <a:cs typeface="+mn-cs"/>
            </a:endParaRPr>
          </a:p>
        </p:txBody>
      </p:sp>
      <p:sp>
        <p:nvSpPr>
          <p:cNvPr id="12" name="Text Placeholder 4">
            <a:extLst>
              <a:ext uri="{FF2B5EF4-FFF2-40B4-BE49-F238E27FC236}">
                <a16:creationId xmlns:a16="http://schemas.microsoft.com/office/drawing/2014/main" id="{503B9D8C-0A13-FB2F-F064-10FDDB24E711}"/>
              </a:ext>
            </a:extLst>
          </p:cNvPr>
          <p:cNvSpPr>
            <a:spLocks noGrp="1"/>
          </p:cNvSpPr>
          <p:nvPr>
            <p:custDataLst>
              <p:tags r:id="rId8"/>
            </p:custDataLst>
          </p:nvPr>
        </p:nvSpPr>
        <p:spPr bwMode="gray">
          <a:xfrm>
            <a:off x="6038850" y="6121400"/>
            <a:ext cx="139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6C66592-ACBA-43F0-AAC9-96B917168FFA}" type="datetime'''''''''''''''''''''''''''''''''''6''''''''''''''0'''''''''">
              <a:rPr lang="sv-SE" altLang="en-US" sz="1000" smtClean="0">
                <a:latin typeface="+mn-lt"/>
                <a:ea typeface="+mn-ea"/>
                <a:cs typeface="+mn-cs"/>
              </a:rPr>
              <a:pPr/>
              <a:t>60</a:t>
            </a:fld>
            <a:endParaRPr lang="sv-SE" sz="1000" dirty="0">
              <a:latin typeface="+mn-lt"/>
              <a:ea typeface="+mn-ea"/>
              <a:cs typeface="+mn-cs"/>
            </a:endParaRPr>
          </a:p>
        </p:txBody>
      </p:sp>
      <p:sp>
        <p:nvSpPr>
          <p:cNvPr id="14" name="Text Placeholder 4">
            <a:extLst>
              <a:ext uri="{FF2B5EF4-FFF2-40B4-BE49-F238E27FC236}">
                <a16:creationId xmlns:a16="http://schemas.microsoft.com/office/drawing/2014/main" id="{57CBD1FD-DA0D-9F15-8059-5BA32FB10E15}"/>
              </a:ext>
            </a:extLst>
          </p:cNvPr>
          <p:cNvSpPr>
            <a:spLocks noGrp="1"/>
          </p:cNvSpPr>
          <p:nvPr>
            <p:custDataLst>
              <p:tags r:id="rId9"/>
            </p:custDataLst>
          </p:nvPr>
        </p:nvSpPr>
        <p:spPr bwMode="gray">
          <a:xfrm>
            <a:off x="7221538" y="6121400"/>
            <a:ext cx="139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02F16DA-954C-469F-841E-CC2F6771EC59}" type="datetime'''''''''''''''8''''''''''''''0'''''''''">
              <a:rPr lang="sv-SE" altLang="en-US" sz="1000" smtClean="0">
                <a:latin typeface="+mn-lt"/>
                <a:ea typeface="+mn-ea"/>
                <a:cs typeface="+mn-cs"/>
              </a:rPr>
              <a:pPr/>
              <a:t>80</a:t>
            </a:fld>
            <a:endParaRPr lang="sv-SE" sz="1000" dirty="0">
              <a:latin typeface="+mn-lt"/>
              <a:ea typeface="+mn-ea"/>
              <a:cs typeface="+mn-cs"/>
            </a:endParaRPr>
          </a:p>
        </p:txBody>
      </p:sp>
      <p:sp>
        <p:nvSpPr>
          <p:cNvPr id="16" name="Text Placeholder 4">
            <a:extLst>
              <a:ext uri="{FF2B5EF4-FFF2-40B4-BE49-F238E27FC236}">
                <a16:creationId xmlns:a16="http://schemas.microsoft.com/office/drawing/2014/main" id="{C6F68E97-1424-46E4-DD2C-68DEC9D7DDD2}"/>
              </a:ext>
            </a:extLst>
          </p:cNvPr>
          <p:cNvSpPr>
            <a:spLocks noGrp="1"/>
          </p:cNvSpPr>
          <p:nvPr>
            <p:custDataLst>
              <p:tags r:id="rId10"/>
            </p:custDataLst>
          </p:nvPr>
        </p:nvSpPr>
        <p:spPr bwMode="gray">
          <a:xfrm>
            <a:off x="8369300" y="6121400"/>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BD2580F-4068-45BF-92C9-C986A7CAD5D7}" type="datetime'1''''0''''''''0'''''''''''''''''''''''''">
              <a:rPr lang="sv-SE" altLang="en-US" sz="1000" smtClean="0">
                <a:latin typeface="+mn-lt"/>
                <a:ea typeface="+mn-ea"/>
                <a:cs typeface="+mn-cs"/>
              </a:rPr>
              <a:pPr/>
              <a:t>100</a:t>
            </a:fld>
            <a:endParaRPr lang="sv-SE" sz="1000" dirty="0">
              <a:latin typeface="+mn-lt"/>
              <a:ea typeface="+mn-ea"/>
              <a:cs typeface="+mn-cs"/>
            </a:endParaRPr>
          </a:p>
        </p:txBody>
      </p:sp>
      <p:sp>
        <p:nvSpPr>
          <p:cNvPr id="8" name="Text Placeholder 4">
            <a:extLst>
              <a:ext uri="{FF2B5EF4-FFF2-40B4-BE49-F238E27FC236}">
                <a16:creationId xmlns:a16="http://schemas.microsoft.com/office/drawing/2014/main" id="{932983F8-2386-B1EA-0EB5-108EE75993A9}"/>
              </a:ext>
            </a:extLst>
          </p:cNvPr>
          <p:cNvSpPr>
            <a:spLocks noGrp="1"/>
          </p:cNvSpPr>
          <p:nvPr>
            <p:custDataLst>
              <p:tags r:id="rId11"/>
            </p:custDataLst>
          </p:nvPr>
        </p:nvSpPr>
        <p:spPr bwMode="gray">
          <a:xfrm>
            <a:off x="2527300" y="6121400"/>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1A7B460-B94B-4637-9A72-A3812EB27AAC}" type="datetime'''''''''''''0'''''''''''''''''''''''''''">
              <a:rPr lang="sv-SE" altLang="en-US" sz="1000" smtClean="0">
                <a:latin typeface="+mn-lt"/>
                <a:ea typeface="+mn-ea"/>
                <a:cs typeface="+mn-cs"/>
              </a:rPr>
              <a:pPr/>
              <a:t>0</a:t>
            </a:fld>
            <a:endParaRPr lang="sv-SE" sz="1000" dirty="0">
              <a:latin typeface="+mn-lt"/>
              <a:ea typeface="+mn-ea"/>
              <a:cs typeface="+mn-cs"/>
            </a:endParaRPr>
          </a:p>
        </p:txBody>
      </p:sp>
      <p:cxnSp>
        <p:nvCxnSpPr>
          <p:cNvPr id="17" name="Straight Connector 16">
            <a:extLst>
              <a:ext uri="{FF2B5EF4-FFF2-40B4-BE49-F238E27FC236}">
                <a16:creationId xmlns:a16="http://schemas.microsoft.com/office/drawing/2014/main" id="{502B8707-D3A0-82C0-3C16-14837C808841}"/>
              </a:ext>
            </a:extLst>
          </p:cNvPr>
          <p:cNvCxnSpPr>
            <a:cxnSpLocks/>
          </p:cNvCxnSpPr>
          <p:nvPr>
            <p:custDataLst>
              <p:tags r:id="rId12"/>
            </p:custDataLst>
          </p:nvPr>
        </p:nvCxnSpPr>
        <p:spPr bwMode="gray">
          <a:xfrm>
            <a:off x="6700838" y="1831975"/>
            <a:ext cx="0" cy="3108325"/>
          </a:xfrm>
          <a:prstGeom prst="line">
            <a:avLst/>
          </a:prstGeom>
          <a:ln w="9525" cap="flat" cmpd="sng" algn="ctr">
            <a:solidFill>
              <a:srgbClr val="8D0C00"/>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8B654FA-2236-A84B-4CEB-533160708E88}"/>
              </a:ext>
            </a:extLst>
          </p:cNvPr>
          <p:cNvCxnSpPr/>
          <p:nvPr>
            <p:custDataLst>
              <p:tags r:id="rId13"/>
            </p:custDataLst>
          </p:nvPr>
        </p:nvCxnSpPr>
        <p:spPr bwMode="gray">
          <a:xfrm>
            <a:off x="6700838" y="5092700"/>
            <a:ext cx="0" cy="11113"/>
          </a:xfrm>
          <a:prstGeom prst="line">
            <a:avLst/>
          </a:prstGeom>
          <a:ln w="9525" cap="flat" cmpd="sng" algn="ctr">
            <a:solidFill>
              <a:srgbClr val="8D0C00"/>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AEA8EAF6-1EEF-25EF-D9C7-ED9CA47FCEE0}"/>
              </a:ext>
            </a:extLst>
          </p:cNvPr>
          <p:cNvCxnSpPr/>
          <p:nvPr>
            <p:custDataLst>
              <p:tags r:id="rId14"/>
            </p:custDataLst>
          </p:nvPr>
        </p:nvCxnSpPr>
        <p:spPr bwMode="gray">
          <a:xfrm>
            <a:off x="6700838" y="5256213"/>
            <a:ext cx="0" cy="822325"/>
          </a:xfrm>
          <a:prstGeom prst="line">
            <a:avLst/>
          </a:prstGeom>
          <a:ln w="9525" cap="flat" cmpd="sng" algn="ctr">
            <a:solidFill>
              <a:srgbClr val="8D0C00"/>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1" name="Text Placeholder 4">
            <a:extLst>
              <a:ext uri="{FF2B5EF4-FFF2-40B4-BE49-F238E27FC236}">
                <a16:creationId xmlns:a16="http://schemas.microsoft.com/office/drawing/2014/main" id="{949875B6-332D-D1A8-D009-9A883A1ECDF7}"/>
              </a:ext>
            </a:extLst>
          </p:cNvPr>
          <p:cNvSpPr>
            <a:spLocks noGrp="1"/>
          </p:cNvSpPr>
          <p:nvPr>
            <p:custDataLst>
              <p:tags r:id="rId15"/>
            </p:custDataLst>
          </p:nvPr>
        </p:nvSpPr>
        <p:spPr bwMode="auto">
          <a:xfrm>
            <a:off x="552450" y="1836738"/>
            <a:ext cx="15113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B987173-94A5-48BD-8D60-A1F81988BF90}" type="datetime'Pasha Bus''''''''i''ne''ss'''' Mo''''''bile ''Ap''''p'''">
              <a:rPr lang="sv-SE" altLang="en-US" sz="1000" smtClean="0">
                <a:latin typeface="+mn-lt"/>
                <a:ea typeface="+mn-ea"/>
                <a:cs typeface="+mn-cs"/>
              </a:rPr>
              <a:pPr/>
              <a:t>Pasha Business Mobile App</a:t>
            </a:fld>
            <a:endParaRPr lang="sv-SE" sz="1000" dirty="0">
              <a:latin typeface="+mn-lt"/>
              <a:ea typeface="+mn-ea"/>
              <a:cs typeface="+mn-cs"/>
            </a:endParaRPr>
          </a:p>
        </p:txBody>
      </p:sp>
      <p:sp>
        <p:nvSpPr>
          <p:cNvPr id="48" name="Text Placeholder 4">
            <a:extLst>
              <a:ext uri="{FF2B5EF4-FFF2-40B4-BE49-F238E27FC236}">
                <a16:creationId xmlns:a16="http://schemas.microsoft.com/office/drawing/2014/main" id="{7A2812CE-01FE-1556-D7FD-2A1E5CB489B8}"/>
              </a:ext>
            </a:extLst>
          </p:cNvPr>
          <p:cNvSpPr>
            <a:spLocks noGrp="1"/>
          </p:cNvSpPr>
          <p:nvPr>
            <p:custDataLst>
              <p:tags r:id="rId16"/>
            </p:custDataLst>
          </p:nvPr>
        </p:nvSpPr>
        <p:spPr bwMode="auto">
          <a:xfrm>
            <a:off x="552450" y="2000250"/>
            <a:ext cx="11080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E423EAA-8423-415A-9D03-4CEED70C01B9}" type="datetime'''''C''''''''o''''''''u''n''t''e''rpart''''y'' ''''Ch''e''ck'">
              <a:rPr lang="sv-SE" altLang="en-US" sz="1000" smtClean="0">
                <a:latin typeface="+mn-lt"/>
                <a:ea typeface="+mn-ea"/>
                <a:cs typeface="+mn-cs"/>
              </a:rPr>
              <a:pPr/>
              <a:t>Counterparty Check</a:t>
            </a:fld>
            <a:endParaRPr lang="sv-SE" sz="1000" dirty="0">
              <a:latin typeface="+mn-lt"/>
              <a:ea typeface="+mn-ea"/>
              <a:cs typeface="+mn-cs"/>
            </a:endParaRPr>
          </a:p>
        </p:txBody>
      </p:sp>
      <p:sp>
        <p:nvSpPr>
          <p:cNvPr id="49" name="Text Placeholder 4">
            <a:extLst>
              <a:ext uri="{FF2B5EF4-FFF2-40B4-BE49-F238E27FC236}">
                <a16:creationId xmlns:a16="http://schemas.microsoft.com/office/drawing/2014/main" id="{C6ED33A4-A49D-2D66-1AA2-F092305C177F}"/>
              </a:ext>
            </a:extLst>
          </p:cNvPr>
          <p:cNvSpPr>
            <a:spLocks noGrp="1"/>
          </p:cNvSpPr>
          <p:nvPr>
            <p:custDataLst>
              <p:tags r:id="rId17"/>
            </p:custDataLst>
          </p:nvPr>
        </p:nvSpPr>
        <p:spPr bwMode="auto">
          <a:xfrm>
            <a:off x="552450" y="2163763"/>
            <a:ext cx="10382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2E77ED6-CB2C-4FD1-9282-D3AD34157A72}" type="datetime'C''''ash'' M''''anag''e''''''m''''''e''n''''''t'''''''''">
              <a:rPr lang="sv-SE" altLang="en-US" sz="1000" smtClean="0">
                <a:latin typeface="+mn-lt"/>
                <a:ea typeface="+mn-ea"/>
                <a:cs typeface="+mn-cs"/>
              </a:rPr>
              <a:pPr/>
              <a:t>Cash Management</a:t>
            </a:fld>
            <a:endParaRPr lang="sv-SE" sz="1000" dirty="0">
              <a:latin typeface="+mn-lt"/>
              <a:ea typeface="+mn-ea"/>
              <a:cs typeface="+mn-cs"/>
            </a:endParaRPr>
          </a:p>
        </p:txBody>
      </p:sp>
      <p:sp>
        <p:nvSpPr>
          <p:cNvPr id="23" name="Text Placeholder 4">
            <a:extLst>
              <a:ext uri="{FF2B5EF4-FFF2-40B4-BE49-F238E27FC236}">
                <a16:creationId xmlns:a16="http://schemas.microsoft.com/office/drawing/2014/main" id="{A1BCB059-3DFB-2DDE-35D0-FBA5FB4D87D4}"/>
              </a:ext>
            </a:extLst>
          </p:cNvPr>
          <p:cNvSpPr>
            <a:spLocks noGrp="1"/>
          </p:cNvSpPr>
          <p:nvPr>
            <p:custDataLst>
              <p:tags r:id="rId18"/>
            </p:custDataLst>
          </p:nvPr>
        </p:nvSpPr>
        <p:spPr bwMode="auto">
          <a:xfrm>
            <a:off x="552450" y="2327275"/>
            <a:ext cx="520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EA1FF5-C159-4801-B0CC-853D01F2FE29}" type="datetime'''''''A''''''''''''''''cqui''''''''''''''''r''''''''''ing'">
              <a:rPr lang="sv-SE" altLang="en-US" sz="1000" smtClean="0">
                <a:latin typeface="+mn-lt"/>
                <a:ea typeface="+mn-ea"/>
                <a:cs typeface="+mn-cs"/>
              </a:rPr>
              <a:pPr/>
              <a:t>Acquiring</a:t>
            </a:fld>
            <a:endParaRPr lang="sv-SE" sz="1000" dirty="0">
              <a:latin typeface="+mn-lt"/>
              <a:ea typeface="+mn-ea"/>
              <a:cs typeface="+mn-cs"/>
            </a:endParaRPr>
          </a:p>
        </p:txBody>
      </p:sp>
      <p:sp>
        <p:nvSpPr>
          <p:cNvPr id="24" name="Text Placeholder 4">
            <a:extLst>
              <a:ext uri="{FF2B5EF4-FFF2-40B4-BE49-F238E27FC236}">
                <a16:creationId xmlns:a16="http://schemas.microsoft.com/office/drawing/2014/main" id="{3E38C6E1-852E-122B-CDA7-65CF02AC4D4C}"/>
              </a:ext>
            </a:extLst>
          </p:cNvPr>
          <p:cNvSpPr>
            <a:spLocks noGrp="1"/>
          </p:cNvSpPr>
          <p:nvPr>
            <p:custDataLst>
              <p:tags r:id="rId19"/>
            </p:custDataLst>
          </p:nvPr>
        </p:nvSpPr>
        <p:spPr bwMode="auto">
          <a:xfrm>
            <a:off x="552450" y="2489200"/>
            <a:ext cx="8064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113C6FA-04BD-465D-ACEF-2247C0292614}" type="datetime'CRM T''''el''e''s''''''''''''al''e''''s'">
              <a:rPr lang="sv-SE" altLang="en-US" sz="1000" smtClean="0">
                <a:latin typeface="+mn-lt"/>
                <a:ea typeface="+mn-ea"/>
                <a:cs typeface="+mn-cs"/>
              </a:rPr>
              <a:pPr/>
              <a:t>CRM Telesales</a:t>
            </a:fld>
            <a:endParaRPr lang="sv-SE" sz="1000" dirty="0">
              <a:latin typeface="+mn-lt"/>
              <a:ea typeface="+mn-ea"/>
              <a:cs typeface="+mn-cs"/>
            </a:endParaRPr>
          </a:p>
        </p:txBody>
      </p:sp>
      <p:sp>
        <p:nvSpPr>
          <p:cNvPr id="25" name="Text Placeholder 4">
            <a:extLst>
              <a:ext uri="{FF2B5EF4-FFF2-40B4-BE49-F238E27FC236}">
                <a16:creationId xmlns:a16="http://schemas.microsoft.com/office/drawing/2014/main" id="{F0C333C3-7AB5-D4C7-401E-1BD76B2B808D}"/>
              </a:ext>
            </a:extLst>
          </p:cNvPr>
          <p:cNvSpPr>
            <a:spLocks noGrp="1"/>
          </p:cNvSpPr>
          <p:nvPr>
            <p:custDataLst>
              <p:tags r:id="rId20"/>
            </p:custDataLst>
          </p:nvPr>
        </p:nvSpPr>
        <p:spPr bwMode="auto">
          <a:xfrm>
            <a:off x="552450" y="2652713"/>
            <a:ext cx="12461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ECE0C20-BD56-43C5-8A5C-6E5C8FC30C9E}" type="datetime'Co''''''''''n''''''tra''''c''''t''''''-M''''''a''n''agem''ent'">
              <a:rPr lang="sv-SE" altLang="en-US" sz="1000" smtClean="0">
                <a:latin typeface="+mn-lt"/>
                <a:ea typeface="+mn-ea"/>
                <a:cs typeface="+mn-cs"/>
              </a:rPr>
              <a:pPr/>
              <a:t>Contract-Management</a:t>
            </a:fld>
            <a:endParaRPr lang="sv-SE" sz="1000" dirty="0">
              <a:latin typeface="+mn-lt"/>
              <a:ea typeface="+mn-ea"/>
              <a:cs typeface="+mn-cs"/>
            </a:endParaRPr>
          </a:p>
        </p:txBody>
      </p:sp>
      <p:sp>
        <p:nvSpPr>
          <p:cNvPr id="26" name="Text Placeholder 4">
            <a:extLst>
              <a:ext uri="{FF2B5EF4-FFF2-40B4-BE49-F238E27FC236}">
                <a16:creationId xmlns:a16="http://schemas.microsoft.com/office/drawing/2014/main" id="{7FCCA69B-1503-B351-D118-7074F90B369A}"/>
              </a:ext>
            </a:extLst>
          </p:cNvPr>
          <p:cNvSpPr>
            <a:spLocks noGrp="1"/>
          </p:cNvSpPr>
          <p:nvPr>
            <p:custDataLst>
              <p:tags r:id="rId21"/>
            </p:custDataLst>
          </p:nvPr>
        </p:nvSpPr>
        <p:spPr bwMode="auto">
          <a:xfrm>
            <a:off x="552450" y="2816225"/>
            <a:ext cx="3825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30BAF8C-8992-431D-8CD4-B49B36C15CC8}" type="datetime'B''''''und''''''''''''''''l''''''''''''''''''''e'">
              <a:rPr lang="sv-SE" altLang="en-US" sz="1000" smtClean="0">
                <a:latin typeface="+mn-lt"/>
                <a:ea typeface="+mn-ea"/>
                <a:cs typeface="+mn-cs"/>
              </a:rPr>
              <a:pPr/>
              <a:t>Bundle</a:t>
            </a:fld>
            <a:endParaRPr lang="sv-SE" sz="1000" dirty="0">
              <a:latin typeface="+mn-lt"/>
              <a:ea typeface="+mn-ea"/>
              <a:cs typeface="+mn-cs"/>
            </a:endParaRPr>
          </a:p>
        </p:txBody>
      </p:sp>
      <p:sp>
        <p:nvSpPr>
          <p:cNvPr id="27" name="Text Placeholder 4">
            <a:extLst>
              <a:ext uri="{FF2B5EF4-FFF2-40B4-BE49-F238E27FC236}">
                <a16:creationId xmlns:a16="http://schemas.microsoft.com/office/drawing/2014/main" id="{A4C095CC-0958-1543-F8C3-897F8B28E3CA}"/>
              </a:ext>
            </a:extLst>
          </p:cNvPr>
          <p:cNvSpPr>
            <a:spLocks noGrp="1"/>
          </p:cNvSpPr>
          <p:nvPr>
            <p:custDataLst>
              <p:tags r:id="rId22"/>
            </p:custDataLst>
          </p:nvPr>
        </p:nvSpPr>
        <p:spPr bwMode="auto">
          <a:xfrm>
            <a:off x="552450" y="2979738"/>
            <a:ext cx="11620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BD6AF1B-B10C-4A51-B4FF-023209942013}" type="datetime'Ret''''''a''i''''''''l'' ''Digita''l'' D''ep''o''si''''t'''''">
              <a:rPr lang="sv-SE" altLang="en-US" sz="1000" smtClean="0">
                <a:latin typeface="+mn-lt"/>
                <a:ea typeface="+mn-ea"/>
                <a:cs typeface="+mn-cs"/>
              </a:rPr>
              <a:pPr/>
              <a:t>Retail Digital Deposit</a:t>
            </a:fld>
            <a:endParaRPr lang="sv-SE" sz="1000" dirty="0">
              <a:latin typeface="+mn-lt"/>
              <a:ea typeface="+mn-ea"/>
              <a:cs typeface="+mn-cs"/>
            </a:endParaRPr>
          </a:p>
        </p:txBody>
      </p:sp>
      <p:sp>
        <p:nvSpPr>
          <p:cNvPr id="28" name="Text Placeholder 4">
            <a:extLst>
              <a:ext uri="{FF2B5EF4-FFF2-40B4-BE49-F238E27FC236}">
                <a16:creationId xmlns:a16="http://schemas.microsoft.com/office/drawing/2014/main" id="{C3BCD573-8535-F664-1C9D-1A1848C00404}"/>
              </a:ext>
            </a:extLst>
          </p:cNvPr>
          <p:cNvSpPr>
            <a:spLocks noGrp="1"/>
          </p:cNvSpPr>
          <p:nvPr>
            <p:custDataLst>
              <p:tags r:id="rId23"/>
            </p:custDataLst>
          </p:nvPr>
        </p:nvSpPr>
        <p:spPr bwMode="auto">
          <a:xfrm>
            <a:off x="552450" y="3143250"/>
            <a:ext cx="4032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ADAC0EF-5E48-4839-A5DD-DF0C9E70FA2E}" type="datetime'''''''I''''ss''''''''''''''''''''''''''''''u''''i''n''''''g'">
              <a:rPr lang="sv-SE" altLang="en-US" sz="1000" smtClean="0">
                <a:latin typeface="+mn-lt"/>
                <a:ea typeface="+mn-ea"/>
                <a:cs typeface="+mn-cs"/>
              </a:rPr>
              <a:pPr/>
              <a:t>Issuing</a:t>
            </a:fld>
            <a:endParaRPr lang="sv-SE" sz="1000" dirty="0">
              <a:latin typeface="+mn-lt"/>
              <a:ea typeface="+mn-ea"/>
              <a:cs typeface="+mn-cs"/>
            </a:endParaRPr>
          </a:p>
        </p:txBody>
      </p:sp>
      <p:sp>
        <p:nvSpPr>
          <p:cNvPr id="29" name="Text Placeholder 4">
            <a:extLst>
              <a:ext uri="{FF2B5EF4-FFF2-40B4-BE49-F238E27FC236}">
                <a16:creationId xmlns:a16="http://schemas.microsoft.com/office/drawing/2014/main" id="{59195F40-DB57-B137-87F5-8FD18B9406E9}"/>
              </a:ext>
            </a:extLst>
          </p:cNvPr>
          <p:cNvSpPr>
            <a:spLocks noGrp="1"/>
          </p:cNvSpPr>
          <p:nvPr>
            <p:custDataLst>
              <p:tags r:id="rId24"/>
            </p:custDataLst>
          </p:nvPr>
        </p:nvSpPr>
        <p:spPr bwMode="auto">
          <a:xfrm>
            <a:off x="552450" y="3306763"/>
            <a:ext cx="7937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30DD7A3-F1E4-4767-939B-87243F7F096D}" type="datetime'T''r''a''d''''''e'''' ''Fin''''a''n''''''''''''ce'''">
              <a:rPr lang="sv-SE" altLang="en-US" sz="1000" smtClean="0">
                <a:latin typeface="+mn-lt"/>
                <a:ea typeface="+mn-ea"/>
                <a:cs typeface="+mn-cs"/>
              </a:rPr>
              <a:pPr/>
              <a:t>Trade Finance</a:t>
            </a:fld>
            <a:endParaRPr lang="sv-SE" sz="1000" dirty="0">
              <a:latin typeface="+mn-lt"/>
              <a:ea typeface="+mn-ea"/>
              <a:cs typeface="+mn-cs"/>
            </a:endParaRPr>
          </a:p>
        </p:txBody>
      </p:sp>
      <p:sp>
        <p:nvSpPr>
          <p:cNvPr id="30" name="Text Placeholder 4">
            <a:extLst>
              <a:ext uri="{FF2B5EF4-FFF2-40B4-BE49-F238E27FC236}">
                <a16:creationId xmlns:a16="http://schemas.microsoft.com/office/drawing/2014/main" id="{9C78CCDF-75C7-A50C-1B5C-96ABC8B9EBA5}"/>
              </a:ext>
            </a:extLst>
          </p:cNvPr>
          <p:cNvSpPr>
            <a:spLocks noGrp="1"/>
          </p:cNvSpPr>
          <p:nvPr>
            <p:custDataLst>
              <p:tags r:id="rId25"/>
            </p:custDataLst>
          </p:nvPr>
        </p:nvSpPr>
        <p:spPr bwMode="auto">
          <a:xfrm>
            <a:off x="552450" y="3470275"/>
            <a:ext cx="147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088A382-9B9A-496C-868A-DEF023E85BF9}" type="datetime'SM''E'''''''' Suppl''''y C''ha''i''''n ''Fi''''''n''anc''e'">
              <a:rPr lang="sv-SE" altLang="en-US" sz="1000" smtClean="0">
                <a:latin typeface="+mn-lt"/>
                <a:ea typeface="+mn-ea"/>
                <a:cs typeface="+mn-cs"/>
              </a:rPr>
              <a:pPr/>
              <a:t>SME Supply Chain Finance</a:t>
            </a:fld>
            <a:endParaRPr lang="sv-SE" sz="1000" dirty="0">
              <a:latin typeface="+mn-lt"/>
              <a:ea typeface="+mn-ea"/>
              <a:cs typeface="+mn-cs"/>
            </a:endParaRPr>
          </a:p>
        </p:txBody>
      </p:sp>
      <p:sp>
        <p:nvSpPr>
          <p:cNvPr id="32" name="Text Placeholder 4">
            <a:extLst>
              <a:ext uri="{FF2B5EF4-FFF2-40B4-BE49-F238E27FC236}">
                <a16:creationId xmlns:a16="http://schemas.microsoft.com/office/drawing/2014/main" id="{1DA5FB83-1A4B-A325-E1B3-21707ECEB942}"/>
              </a:ext>
            </a:extLst>
          </p:cNvPr>
          <p:cNvSpPr>
            <a:spLocks noGrp="1"/>
          </p:cNvSpPr>
          <p:nvPr>
            <p:custDataLst>
              <p:tags r:id="rId26"/>
            </p:custDataLst>
          </p:nvPr>
        </p:nvSpPr>
        <p:spPr bwMode="auto">
          <a:xfrm>
            <a:off x="552450" y="3797300"/>
            <a:ext cx="1282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904AC0C-D526-4BDB-8273-153AC4332A57}" type="datetime'Eng''in''''e''''e''''ring'' ''''E''x''''celle''''''nce'''''''">
              <a:rPr lang="sv-SE" altLang="en-US" sz="1000" smtClean="0">
                <a:latin typeface="+mn-lt"/>
                <a:ea typeface="+mn-ea"/>
                <a:cs typeface="+mn-cs"/>
              </a:rPr>
              <a:pPr/>
              <a:t>Engineering Excellence</a:t>
            </a:fld>
            <a:endParaRPr lang="sv-SE" sz="1000" dirty="0">
              <a:latin typeface="+mn-lt"/>
              <a:ea typeface="+mn-ea"/>
              <a:cs typeface="+mn-cs"/>
            </a:endParaRPr>
          </a:p>
        </p:txBody>
      </p:sp>
      <p:sp>
        <p:nvSpPr>
          <p:cNvPr id="45" name="Text Placeholder 4">
            <a:extLst>
              <a:ext uri="{FF2B5EF4-FFF2-40B4-BE49-F238E27FC236}">
                <a16:creationId xmlns:a16="http://schemas.microsoft.com/office/drawing/2014/main" id="{211C1B7B-0EAF-CE73-183A-C8F6A74468D4}"/>
              </a:ext>
            </a:extLst>
          </p:cNvPr>
          <p:cNvSpPr>
            <a:spLocks noGrp="1"/>
          </p:cNvSpPr>
          <p:nvPr>
            <p:custDataLst>
              <p:tags r:id="rId27"/>
            </p:custDataLst>
          </p:nvPr>
        </p:nvSpPr>
        <p:spPr bwMode="auto">
          <a:xfrm>
            <a:off x="552450" y="3959225"/>
            <a:ext cx="5080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D035DAD-5639-4B05-A51F-91277BA5E7BE}" type="datetime'C''I''''''''''''''''''B ''''''''''L''o''''a''''''''n'''''''">
              <a:rPr lang="sv-SE" altLang="en-US" sz="1000" smtClean="0">
                <a:latin typeface="+mn-lt"/>
                <a:ea typeface="+mn-ea"/>
                <a:cs typeface="+mn-cs"/>
              </a:rPr>
              <a:pPr/>
              <a:t>CIB Loan</a:t>
            </a:fld>
            <a:endParaRPr lang="sv-SE" sz="1000" dirty="0">
              <a:latin typeface="+mn-lt"/>
              <a:ea typeface="+mn-ea"/>
              <a:cs typeface="+mn-cs"/>
            </a:endParaRPr>
          </a:p>
        </p:txBody>
      </p:sp>
      <p:sp>
        <p:nvSpPr>
          <p:cNvPr id="44" name="Text Placeholder 4">
            <a:extLst>
              <a:ext uri="{FF2B5EF4-FFF2-40B4-BE49-F238E27FC236}">
                <a16:creationId xmlns:a16="http://schemas.microsoft.com/office/drawing/2014/main" id="{8C5B95DE-44B0-0E72-D35C-370FEA4173D4}"/>
              </a:ext>
            </a:extLst>
          </p:cNvPr>
          <p:cNvSpPr>
            <a:spLocks noGrp="1"/>
          </p:cNvSpPr>
          <p:nvPr>
            <p:custDataLst>
              <p:tags r:id="rId28"/>
            </p:custDataLst>
          </p:nvPr>
        </p:nvSpPr>
        <p:spPr bwMode="auto">
          <a:xfrm>
            <a:off x="552450" y="4122738"/>
            <a:ext cx="6492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5FF71AF-7565-43D1-85BE-18D319BD8E1B}" type="datetime'E''co''''''''mme''''''''''''''''''''''r''''''''''''''''c''e'''">
              <a:rPr lang="sv-SE" altLang="en-US" sz="1000" smtClean="0">
                <a:latin typeface="+mn-lt"/>
                <a:ea typeface="+mn-ea"/>
                <a:cs typeface="+mn-cs"/>
              </a:rPr>
              <a:pPr/>
              <a:t>Ecommerce</a:t>
            </a:fld>
            <a:endParaRPr lang="sv-SE" sz="1000" dirty="0">
              <a:latin typeface="+mn-lt"/>
              <a:ea typeface="+mn-ea"/>
              <a:cs typeface="+mn-cs"/>
            </a:endParaRPr>
          </a:p>
        </p:txBody>
      </p:sp>
      <p:sp>
        <p:nvSpPr>
          <p:cNvPr id="43" name="Text Placeholder 4">
            <a:extLst>
              <a:ext uri="{FF2B5EF4-FFF2-40B4-BE49-F238E27FC236}">
                <a16:creationId xmlns:a16="http://schemas.microsoft.com/office/drawing/2014/main" id="{02F08497-12E1-67EE-C977-B7CF5A20B7D4}"/>
              </a:ext>
            </a:extLst>
          </p:cNvPr>
          <p:cNvSpPr>
            <a:spLocks noGrp="1"/>
          </p:cNvSpPr>
          <p:nvPr>
            <p:custDataLst>
              <p:tags r:id="rId29"/>
            </p:custDataLst>
          </p:nvPr>
        </p:nvSpPr>
        <p:spPr bwMode="auto">
          <a:xfrm>
            <a:off x="552450" y="4286250"/>
            <a:ext cx="17462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2E9F0B6-E47B-4240-A425-30DBCDA80B5A}" type="datetime'SME ''D''''is''''tri''but''ion Ch''''''a''''in ''F''inance'''">
              <a:rPr lang="sv-SE" altLang="en-US" sz="1000" smtClean="0">
                <a:latin typeface="+mn-lt"/>
                <a:ea typeface="+mn-ea"/>
                <a:cs typeface="+mn-cs"/>
              </a:rPr>
              <a:pPr/>
              <a:t>SME Distribution Chain Finance</a:t>
            </a:fld>
            <a:endParaRPr lang="sv-SE" sz="1000" dirty="0">
              <a:latin typeface="+mn-lt"/>
              <a:ea typeface="+mn-ea"/>
              <a:cs typeface="+mn-cs"/>
            </a:endParaRPr>
          </a:p>
        </p:txBody>
      </p:sp>
      <p:sp>
        <p:nvSpPr>
          <p:cNvPr id="42" name="Text Placeholder 4">
            <a:extLst>
              <a:ext uri="{FF2B5EF4-FFF2-40B4-BE49-F238E27FC236}">
                <a16:creationId xmlns:a16="http://schemas.microsoft.com/office/drawing/2014/main" id="{00103A9E-3EED-9F43-A3EF-C1AC3408D770}"/>
              </a:ext>
            </a:extLst>
          </p:cNvPr>
          <p:cNvSpPr>
            <a:spLocks noGrp="1"/>
          </p:cNvSpPr>
          <p:nvPr>
            <p:custDataLst>
              <p:tags r:id="rId30"/>
            </p:custDataLst>
          </p:nvPr>
        </p:nvSpPr>
        <p:spPr bwMode="auto">
          <a:xfrm>
            <a:off x="552450" y="4449763"/>
            <a:ext cx="5508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FD88D8E-FDA4-4ED0-8D9D-336227F51CCF}" type="datetime'''''CR''''M'''''''''' ''''''C''''''or''''''''''''e'''">
              <a:rPr lang="sv-SE" altLang="en-US" sz="1000" smtClean="0">
                <a:latin typeface="+mn-lt"/>
                <a:ea typeface="+mn-ea"/>
                <a:cs typeface="+mn-cs"/>
              </a:rPr>
              <a:pPr/>
              <a:t>CRM Core</a:t>
            </a:fld>
            <a:endParaRPr lang="sv-SE" sz="1000" dirty="0">
              <a:latin typeface="+mn-lt"/>
              <a:ea typeface="+mn-ea"/>
              <a:cs typeface="+mn-cs"/>
            </a:endParaRPr>
          </a:p>
        </p:txBody>
      </p:sp>
      <p:sp>
        <p:nvSpPr>
          <p:cNvPr id="50" name="Text Placeholder 4">
            <a:extLst>
              <a:ext uri="{FF2B5EF4-FFF2-40B4-BE49-F238E27FC236}">
                <a16:creationId xmlns:a16="http://schemas.microsoft.com/office/drawing/2014/main" id="{607607F0-44CC-727F-F731-B1C1E7DCE577}"/>
              </a:ext>
            </a:extLst>
          </p:cNvPr>
          <p:cNvSpPr>
            <a:spLocks noGrp="1"/>
          </p:cNvSpPr>
          <p:nvPr>
            <p:custDataLst>
              <p:tags r:id="rId31"/>
            </p:custDataLst>
          </p:nvPr>
        </p:nvSpPr>
        <p:spPr bwMode="auto">
          <a:xfrm>
            <a:off x="552450" y="4613275"/>
            <a:ext cx="15430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07A6447-C584-49F7-9411-D81D095A1674}" type="datetime'''''''''''SME'' D''igi''''''tal S''ta''''nd''''ard ''Loans'''">
              <a:rPr lang="sv-SE" altLang="en-US" sz="1000" smtClean="0">
                <a:latin typeface="+mn-lt"/>
                <a:ea typeface="+mn-ea"/>
                <a:cs typeface="+mn-cs"/>
              </a:rPr>
              <a:pPr/>
              <a:t>SME Digital Standard Loans</a:t>
            </a:fld>
            <a:endParaRPr lang="sv-SE" sz="1000" dirty="0">
              <a:latin typeface="+mn-lt"/>
              <a:ea typeface="+mn-ea"/>
              <a:cs typeface="+mn-cs"/>
            </a:endParaRPr>
          </a:p>
        </p:txBody>
      </p:sp>
      <p:sp>
        <p:nvSpPr>
          <p:cNvPr id="33" name="Text Placeholder 4">
            <a:extLst>
              <a:ext uri="{FF2B5EF4-FFF2-40B4-BE49-F238E27FC236}">
                <a16:creationId xmlns:a16="http://schemas.microsoft.com/office/drawing/2014/main" id="{E4197208-3F0D-C829-19EA-86164939B4E3}"/>
              </a:ext>
            </a:extLst>
          </p:cNvPr>
          <p:cNvSpPr>
            <a:spLocks noGrp="1"/>
          </p:cNvSpPr>
          <p:nvPr>
            <p:custDataLst>
              <p:tags r:id="rId32"/>
            </p:custDataLst>
          </p:nvPr>
        </p:nvSpPr>
        <p:spPr bwMode="auto">
          <a:xfrm>
            <a:off x="552450" y="4776788"/>
            <a:ext cx="11842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72A9EF3-EA0B-4F1D-AA70-ACC2A207D453}" type="datetime'Ret''''ai''l D''igita''''''l ''Le''n''''''''di''''''''''n''g'">
              <a:rPr lang="sv-SE" altLang="en-US" sz="1000" smtClean="0">
                <a:latin typeface="+mn-lt"/>
                <a:ea typeface="+mn-ea"/>
                <a:cs typeface="+mn-cs"/>
              </a:rPr>
              <a:pPr/>
              <a:t>Retail Digital Lending</a:t>
            </a:fld>
            <a:endParaRPr lang="sv-SE" sz="1000" dirty="0">
              <a:latin typeface="+mn-lt"/>
              <a:ea typeface="+mn-ea"/>
              <a:cs typeface="+mn-cs"/>
            </a:endParaRPr>
          </a:p>
        </p:txBody>
      </p:sp>
      <p:sp>
        <p:nvSpPr>
          <p:cNvPr id="34" name="Text Placeholder 4">
            <a:extLst>
              <a:ext uri="{FF2B5EF4-FFF2-40B4-BE49-F238E27FC236}">
                <a16:creationId xmlns:a16="http://schemas.microsoft.com/office/drawing/2014/main" id="{59471CF7-BCFE-8C55-390C-352E0AFC3C51}"/>
              </a:ext>
            </a:extLst>
          </p:cNvPr>
          <p:cNvSpPr>
            <a:spLocks noGrp="1"/>
          </p:cNvSpPr>
          <p:nvPr>
            <p:custDataLst>
              <p:tags r:id="rId33"/>
            </p:custDataLst>
          </p:nvPr>
        </p:nvSpPr>
        <p:spPr bwMode="auto">
          <a:xfrm>
            <a:off x="552450" y="4940300"/>
            <a:ext cx="8588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E50344E-3229-47ED-A018-94FD7B39C8AA}" type="datetime'D''i''''g''ita''''''''''l Pla''t''''f''''''''''''''orm'''''''">
              <a:rPr lang="sv-SE" altLang="en-US" sz="1000" smtClean="0">
                <a:latin typeface="+mn-lt"/>
                <a:ea typeface="+mn-ea"/>
                <a:cs typeface="+mn-cs"/>
              </a:rPr>
              <a:pPr/>
              <a:t>Digital Platform</a:t>
            </a:fld>
            <a:endParaRPr lang="sv-SE" sz="1000" dirty="0">
              <a:latin typeface="+mn-lt"/>
              <a:ea typeface="+mn-ea"/>
              <a:cs typeface="+mn-cs"/>
            </a:endParaRPr>
          </a:p>
        </p:txBody>
      </p:sp>
      <p:sp>
        <p:nvSpPr>
          <p:cNvPr id="35" name="Text Placeholder 4">
            <a:extLst>
              <a:ext uri="{FF2B5EF4-FFF2-40B4-BE49-F238E27FC236}">
                <a16:creationId xmlns:a16="http://schemas.microsoft.com/office/drawing/2014/main" id="{BA2CA9C5-A9C2-D18E-C38A-09B90810884B}"/>
              </a:ext>
            </a:extLst>
          </p:cNvPr>
          <p:cNvSpPr>
            <a:spLocks noGrp="1"/>
          </p:cNvSpPr>
          <p:nvPr>
            <p:custDataLst>
              <p:tags r:id="rId34"/>
            </p:custDataLst>
          </p:nvPr>
        </p:nvSpPr>
        <p:spPr bwMode="auto">
          <a:xfrm>
            <a:off x="552450" y="5103813"/>
            <a:ext cx="54451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B7F5D44-7C5E-42FC-8FBF-9146F89BCFAE}" type="datetime'''''''''''''''''P''a''y''m''''en''''''''''''t''''''''''s'''''">
              <a:rPr lang="sv-SE" altLang="en-US" sz="1000" smtClean="0">
                <a:latin typeface="+mn-lt"/>
                <a:ea typeface="+mn-ea"/>
                <a:cs typeface="+mn-cs"/>
              </a:rPr>
              <a:pPr/>
              <a:t>Payments</a:t>
            </a:fld>
            <a:endParaRPr lang="sv-SE" sz="1000" dirty="0">
              <a:latin typeface="+mn-lt"/>
              <a:ea typeface="+mn-ea"/>
              <a:cs typeface="+mn-cs"/>
            </a:endParaRPr>
          </a:p>
        </p:txBody>
      </p:sp>
      <p:sp>
        <p:nvSpPr>
          <p:cNvPr id="36" name="Text Placeholder 4">
            <a:extLst>
              <a:ext uri="{FF2B5EF4-FFF2-40B4-BE49-F238E27FC236}">
                <a16:creationId xmlns:a16="http://schemas.microsoft.com/office/drawing/2014/main" id="{748EFAA8-CD82-646D-BC5B-D9944171120A}"/>
              </a:ext>
            </a:extLst>
          </p:cNvPr>
          <p:cNvSpPr>
            <a:spLocks noGrp="1"/>
          </p:cNvSpPr>
          <p:nvPr>
            <p:custDataLst>
              <p:tags r:id="rId35"/>
            </p:custDataLst>
          </p:nvPr>
        </p:nvSpPr>
        <p:spPr bwMode="auto">
          <a:xfrm>
            <a:off x="552450" y="5265738"/>
            <a:ext cx="19240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8D8EE36-953D-4C19-BFD2-0F1EAE716070}" type="datetime'Ret''ail'' and ''Priv''at''e Digital'' ''C''h''an''''n''''els'">
              <a:rPr lang="sv-SE" altLang="en-US" sz="1000" smtClean="0">
                <a:latin typeface="+mn-lt"/>
                <a:ea typeface="+mn-ea"/>
                <a:cs typeface="+mn-cs"/>
              </a:rPr>
              <a:pPr/>
              <a:t>Retail and Private Digital Channels</a:t>
            </a:fld>
            <a:endParaRPr lang="sv-SE" sz="1000" dirty="0">
              <a:latin typeface="+mn-lt"/>
              <a:ea typeface="+mn-ea"/>
              <a:cs typeface="+mn-cs"/>
            </a:endParaRPr>
          </a:p>
        </p:txBody>
      </p:sp>
      <p:sp>
        <p:nvSpPr>
          <p:cNvPr id="37" name="Text Placeholder 4">
            <a:extLst>
              <a:ext uri="{FF2B5EF4-FFF2-40B4-BE49-F238E27FC236}">
                <a16:creationId xmlns:a16="http://schemas.microsoft.com/office/drawing/2014/main" id="{595BDE44-D7CE-8654-385B-FA413A234A66}"/>
              </a:ext>
            </a:extLst>
          </p:cNvPr>
          <p:cNvSpPr>
            <a:spLocks noGrp="1"/>
          </p:cNvSpPr>
          <p:nvPr>
            <p:custDataLst>
              <p:tags r:id="rId36"/>
            </p:custDataLst>
          </p:nvPr>
        </p:nvSpPr>
        <p:spPr bwMode="auto">
          <a:xfrm>
            <a:off x="552450" y="5429250"/>
            <a:ext cx="11811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B7E573A-A6B5-4DF9-B61C-B5D2774695C8}" type="datetime'''Busin''e''''''ss ''''In''nov''atio''n''''s'''''''''''''''">
              <a:rPr lang="sv-SE" altLang="en-US" sz="1000" smtClean="0">
                <a:latin typeface="+mn-lt"/>
                <a:ea typeface="+mn-ea"/>
                <a:cs typeface="+mn-cs"/>
              </a:rPr>
              <a:pPr/>
              <a:t>Business Innovations</a:t>
            </a:fld>
            <a:endParaRPr lang="sv-SE" sz="1000" dirty="0">
              <a:latin typeface="+mn-lt"/>
              <a:ea typeface="+mn-ea"/>
              <a:cs typeface="+mn-cs"/>
            </a:endParaRPr>
          </a:p>
        </p:txBody>
      </p:sp>
      <p:sp>
        <p:nvSpPr>
          <p:cNvPr id="38" name="Text Placeholder 4">
            <a:extLst>
              <a:ext uri="{FF2B5EF4-FFF2-40B4-BE49-F238E27FC236}">
                <a16:creationId xmlns:a16="http://schemas.microsoft.com/office/drawing/2014/main" id="{E064FB25-B7DE-55A5-CF1B-DEBF62B796D0}"/>
              </a:ext>
            </a:extLst>
          </p:cNvPr>
          <p:cNvSpPr>
            <a:spLocks noGrp="1"/>
          </p:cNvSpPr>
          <p:nvPr>
            <p:custDataLst>
              <p:tags r:id="rId37"/>
            </p:custDataLst>
          </p:nvPr>
        </p:nvSpPr>
        <p:spPr bwMode="auto">
          <a:xfrm>
            <a:off x="552450" y="5592763"/>
            <a:ext cx="12334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3522758-CAF7-4592-817E-714AA3B9E841}" type="datetime'''T''''ra''''n''sa''c''''tion''al ''''''B''ank''i''''''ng'">
              <a:rPr lang="sv-SE" altLang="en-US" sz="1000" smtClean="0">
                <a:latin typeface="+mn-lt"/>
                <a:ea typeface="+mn-ea"/>
                <a:cs typeface="+mn-cs"/>
              </a:rPr>
              <a:pPr/>
              <a:t>Transactional Banking</a:t>
            </a:fld>
            <a:endParaRPr lang="sv-SE" sz="1000" dirty="0">
              <a:latin typeface="+mn-lt"/>
              <a:ea typeface="+mn-ea"/>
              <a:cs typeface="+mn-cs"/>
            </a:endParaRPr>
          </a:p>
        </p:txBody>
      </p:sp>
      <p:sp>
        <p:nvSpPr>
          <p:cNvPr id="39" name="Text Placeholder 4">
            <a:extLst>
              <a:ext uri="{FF2B5EF4-FFF2-40B4-BE49-F238E27FC236}">
                <a16:creationId xmlns:a16="http://schemas.microsoft.com/office/drawing/2014/main" id="{854A9D89-63FC-4B59-BB7F-8EB6459460FE}"/>
              </a:ext>
            </a:extLst>
          </p:cNvPr>
          <p:cNvSpPr>
            <a:spLocks noGrp="1"/>
          </p:cNvSpPr>
          <p:nvPr>
            <p:custDataLst>
              <p:tags r:id="rId38"/>
            </p:custDataLst>
          </p:nvPr>
        </p:nvSpPr>
        <p:spPr bwMode="auto">
          <a:xfrm>
            <a:off x="552450" y="5756275"/>
            <a:ext cx="11112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3DD75D0-285B-4FA2-A1C4-0E7CD8BFBC0F}" type="datetime'Re''ta''il'' ''''Da''''i''''''''l''y'' Bank''''''''in''''''g'">
              <a:rPr lang="sv-SE" altLang="en-US" sz="1000" smtClean="0">
                <a:latin typeface="+mn-lt"/>
                <a:ea typeface="+mn-ea"/>
                <a:cs typeface="+mn-cs"/>
              </a:rPr>
              <a:pPr/>
              <a:t>Retail Daily Banking</a:t>
            </a:fld>
            <a:endParaRPr lang="sv-SE" sz="1000" dirty="0">
              <a:latin typeface="+mn-lt"/>
              <a:ea typeface="+mn-ea"/>
              <a:cs typeface="+mn-cs"/>
            </a:endParaRPr>
          </a:p>
        </p:txBody>
      </p:sp>
      <p:sp>
        <p:nvSpPr>
          <p:cNvPr id="40" name="Text Placeholder 4">
            <a:extLst>
              <a:ext uri="{FF2B5EF4-FFF2-40B4-BE49-F238E27FC236}">
                <a16:creationId xmlns:a16="http://schemas.microsoft.com/office/drawing/2014/main" id="{83D4DE66-B6C9-3766-8E35-00860CFF556C}"/>
              </a:ext>
            </a:extLst>
          </p:cNvPr>
          <p:cNvSpPr>
            <a:spLocks noGrp="1"/>
          </p:cNvSpPr>
          <p:nvPr>
            <p:custDataLst>
              <p:tags r:id="rId39"/>
            </p:custDataLst>
          </p:nvPr>
        </p:nvSpPr>
        <p:spPr bwMode="auto">
          <a:xfrm>
            <a:off x="552450" y="5919788"/>
            <a:ext cx="10302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E7FC139-942E-484A-806E-C7D8DD17C5EE}" type="datetime'''''Reta''''i''''''''''''l'' M''i''''''''les ''Smiles'''">
              <a:rPr lang="sv-SE" altLang="en-US" sz="1000" smtClean="0">
                <a:latin typeface="+mn-lt"/>
                <a:ea typeface="+mn-ea"/>
                <a:cs typeface="+mn-cs"/>
              </a:rPr>
              <a:pPr/>
              <a:t>Retail Miles Smiles</a:t>
            </a:fld>
            <a:endParaRPr lang="sv-SE" sz="1000" dirty="0">
              <a:latin typeface="+mn-lt"/>
              <a:ea typeface="+mn-ea"/>
              <a:cs typeface="+mn-cs"/>
            </a:endParaRPr>
          </a:p>
        </p:txBody>
      </p:sp>
      <p:sp useBgFill="1">
        <p:nvSpPr>
          <p:cNvPr id="47" name="Text Placeholder 4">
            <a:extLst>
              <a:ext uri="{FF2B5EF4-FFF2-40B4-BE49-F238E27FC236}">
                <a16:creationId xmlns:a16="http://schemas.microsoft.com/office/drawing/2014/main" id="{5B56EF40-7DA5-3990-5F54-36D203EB869B}"/>
              </a:ext>
            </a:extLst>
          </p:cNvPr>
          <p:cNvSpPr>
            <a:spLocks noGrp="1"/>
          </p:cNvSpPr>
          <p:nvPr>
            <p:custDataLst>
              <p:tags r:id="rId40"/>
            </p:custDataLst>
          </p:nvPr>
        </p:nvSpPr>
        <p:spPr bwMode="gray">
          <a:xfrm>
            <a:off x="5961063" y="5592763"/>
            <a:ext cx="282575" cy="152400"/>
          </a:xfrm>
          <a:prstGeom prst="rect">
            <a:avLst/>
          </a:prstGeom>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FDFDEB0-E04F-442A-86A6-29BD58DE783E}" type="datetime'''''''''5''''7''''''''''''''.''''''''''1'''''">
              <a:rPr lang="sv-SE" altLang="en-US" sz="1000" smtClean="0">
                <a:effectLst/>
                <a:latin typeface="+mn-lt"/>
                <a:ea typeface="+mn-ea"/>
                <a:cs typeface="+mn-cs"/>
              </a:rPr>
              <a:pPr/>
              <a:t>57.1</a:t>
            </a:fld>
            <a:endParaRPr lang="sv-SE" sz="1000" dirty="0">
              <a:latin typeface="+mn-lt"/>
              <a:ea typeface="+mn-ea"/>
              <a:cs typeface="+mn-cs"/>
            </a:endParaRPr>
          </a:p>
        </p:txBody>
      </p:sp>
      <p:sp useBgFill="1">
        <p:nvSpPr>
          <p:cNvPr id="54" name="Text Placeholder 4">
            <a:extLst>
              <a:ext uri="{FF2B5EF4-FFF2-40B4-BE49-F238E27FC236}">
                <a16:creationId xmlns:a16="http://schemas.microsoft.com/office/drawing/2014/main" id="{E93F13AB-B003-D22C-429D-383BCBBCAF27}"/>
              </a:ext>
            </a:extLst>
          </p:cNvPr>
          <p:cNvSpPr>
            <a:spLocks noGrp="1"/>
          </p:cNvSpPr>
          <p:nvPr>
            <p:custDataLst>
              <p:tags r:id="rId41"/>
            </p:custDataLst>
          </p:nvPr>
        </p:nvSpPr>
        <p:spPr bwMode="gray">
          <a:xfrm>
            <a:off x="5943600" y="5756275"/>
            <a:ext cx="282575" cy="152400"/>
          </a:xfrm>
          <a:prstGeom prst="rect">
            <a:avLst/>
          </a:prstGeom>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3E0D1EB-05F4-47FE-B201-70E8ECA4AD22}" type="datetime'''''''''''''''''''''''''5''''6''''''.''''8'''''''''''''">
              <a:rPr lang="sv-SE" altLang="en-US" sz="1000" smtClean="0">
                <a:effectLst/>
                <a:latin typeface="+mn-lt"/>
                <a:ea typeface="+mn-ea"/>
                <a:cs typeface="+mn-cs"/>
              </a:rPr>
              <a:pPr/>
              <a:t>56.8</a:t>
            </a:fld>
            <a:endParaRPr lang="sv-SE" sz="1000" dirty="0">
              <a:latin typeface="+mn-lt"/>
              <a:ea typeface="+mn-ea"/>
              <a:cs typeface="+mn-cs"/>
            </a:endParaRPr>
          </a:p>
        </p:txBody>
      </p:sp>
      <p:sp>
        <p:nvSpPr>
          <p:cNvPr id="31" name="Text Placeholder 4">
            <a:extLst>
              <a:ext uri="{FF2B5EF4-FFF2-40B4-BE49-F238E27FC236}">
                <a16:creationId xmlns:a16="http://schemas.microsoft.com/office/drawing/2014/main" id="{BB24A5FD-B3DD-3611-B91E-463C4BA5690B}"/>
              </a:ext>
            </a:extLst>
          </p:cNvPr>
          <p:cNvSpPr>
            <a:spLocks noGrp="1"/>
          </p:cNvSpPr>
          <p:nvPr>
            <p:custDataLst>
              <p:tags r:id="rId42"/>
            </p:custDataLst>
          </p:nvPr>
        </p:nvSpPr>
        <p:spPr bwMode="auto">
          <a:xfrm>
            <a:off x="552450" y="3633788"/>
            <a:ext cx="11334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9AB2C10-4932-44F2-847B-7EFCFAB786E4}" type="datetime'C''''RM'''' ''V''''ir''''t''u''al'' S''upp''o''r''''t'''''">
              <a:rPr lang="sv-SE" altLang="en-US" sz="1000" smtClean="0">
                <a:latin typeface="+mn-lt"/>
                <a:ea typeface="+mn-ea"/>
                <a:cs typeface="+mn-cs"/>
              </a:rPr>
              <a:pPr/>
              <a:t>CRM Virtual Support</a:t>
            </a:fld>
            <a:endParaRPr lang="sv-SE" sz="1000" dirty="0">
              <a:latin typeface="+mn-lt"/>
              <a:ea typeface="+mn-ea"/>
              <a:cs typeface="+mn-cs"/>
            </a:endParaRPr>
          </a:p>
        </p:txBody>
      </p:sp>
      <p:sp>
        <p:nvSpPr>
          <p:cNvPr id="56" name="TextBox 55">
            <a:extLst>
              <a:ext uri="{FF2B5EF4-FFF2-40B4-BE49-F238E27FC236}">
                <a16:creationId xmlns:a16="http://schemas.microsoft.com/office/drawing/2014/main" id="{802A4A27-9F35-6A7E-539A-5A39222F2AA5}"/>
              </a:ext>
            </a:extLst>
          </p:cNvPr>
          <p:cNvSpPr txBox="1">
            <a:spLocks/>
          </p:cNvSpPr>
          <p:nvPr/>
        </p:nvSpPr>
        <p:spPr>
          <a:xfrm>
            <a:off x="554736" y="1463505"/>
            <a:ext cx="7918704"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Per-product unit-test coverage — ranked against the bank’s own &gt;=70% gate</a:t>
            </a:r>
            <a:endParaRPr lang="en-US" sz="1200" dirty="0"/>
          </a:p>
        </p:txBody>
      </p:sp>
      <p:cxnSp>
        <p:nvCxnSpPr>
          <p:cNvPr id="57" name="Straight Connector 56">
            <a:extLst>
              <a:ext uri="{FF2B5EF4-FFF2-40B4-BE49-F238E27FC236}">
                <a16:creationId xmlns:a16="http://schemas.microsoft.com/office/drawing/2014/main" id="{E7206D5B-5E87-AE48-3CE8-9AC9E27816E1}"/>
              </a:ext>
            </a:extLst>
          </p:cNvPr>
          <p:cNvCxnSpPr>
            <a:cxnSpLocks/>
          </p:cNvCxnSpPr>
          <p:nvPr/>
        </p:nvCxnSpPr>
        <p:spPr>
          <a:xfrm>
            <a:off x="554736" y="1707585"/>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11FD1F3F-F4C6-4F4B-3E80-E514FB10DBEF}"/>
              </a:ext>
            </a:extLst>
          </p:cNvPr>
          <p:cNvSpPr/>
          <p:nvPr/>
        </p:nvSpPr>
        <p:spPr bwMode="auto">
          <a:xfrm>
            <a:off x="4704684" y="1138724"/>
            <a:ext cx="165100" cy="165100"/>
          </a:xfrm>
          <a:prstGeom prst="rect">
            <a:avLst/>
          </a:prstGeom>
          <a:solidFill>
            <a:schemeClr val="accent1"/>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9" name="Text Placeholder 4">
            <a:extLst>
              <a:ext uri="{FF2B5EF4-FFF2-40B4-BE49-F238E27FC236}">
                <a16:creationId xmlns:a16="http://schemas.microsoft.com/office/drawing/2014/main" id="{0B55722B-AA53-2FD6-E29B-B432E5D0D6B8}"/>
              </a:ext>
            </a:extLst>
          </p:cNvPr>
          <p:cNvSpPr>
            <a:spLocks noGrp="1"/>
          </p:cNvSpPr>
          <p:nvPr/>
        </p:nvSpPr>
        <p:spPr bwMode="auto">
          <a:xfrm>
            <a:off x="4920584" y="1144330"/>
            <a:ext cx="929742" cy="1538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effectLst/>
                <a:latin typeface="+mn-lt"/>
                <a:ea typeface="+mn-ea"/>
                <a:cs typeface="+mn-cs"/>
              </a:rPr>
              <a:t>Below 70% gate</a:t>
            </a:r>
            <a:endParaRPr lang="sv-SE" sz="1000" dirty="0">
              <a:latin typeface="+mn-lt"/>
              <a:ea typeface="+mn-ea"/>
              <a:cs typeface="+mn-cs"/>
            </a:endParaRPr>
          </a:p>
        </p:txBody>
      </p:sp>
      <p:sp>
        <p:nvSpPr>
          <p:cNvPr id="60" name="Rectangle 59">
            <a:extLst>
              <a:ext uri="{FF2B5EF4-FFF2-40B4-BE49-F238E27FC236}">
                <a16:creationId xmlns:a16="http://schemas.microsoft.com/office/drawing/2014/main" id="{97576DBB-1327-AD2F-7A90-3B2E66EC4A6B}"/>
              </a:ext>
            </a:extLst>
          </p:cNvPr>
          <p:cNvSpPr/>
          <p:nvPr/>
        </p:nvSpPr>
        <p:spPr bwMode="auto">
          <a:xfrm>
            <a:off x="5962650" y="1138724"/>
            <a:ext cx="165100" cy="165100"/>
          </a:xfrm>
          <a:prstGeom prst="rect">
            <a:avLst/>
          </a:prstGeom>
          <a:solidFill>
            <a:srgbClr val="74A09B"/>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1" name="Text Placeholder 4">
            <a:extLst>
              <a:ext uri="{FF2B5EF4-FFF2-40B4-BE49-F238E27FC236}">
                <a16:creationId xmlns:a16="http://schemas.microsoft.com/office/drawing/2014/main" id="{C6D8E6E2-E432-C45E-981A-19536D9C7CEC}"/>
              </a:ext>
            </a:extLst>
          </p:cNvPr>
          <p:cNvSpPr>
            <a:spLocks noGrp="1"/>
          </p:cNvSpPr>
          <p:nvPr/>
        </p:nvSpPr>
        <p:spPr bwMode="auto">
          <a:xfrm>
            <a:off x="6178550" y="1144330"/>
            <a:ext cx="477695" cy="1538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effectLst/>
                <a:latin typeface="+mn-lt"/>
                <a:ea typeface="+mn-ea"/>
                <a:cs typeface="+mn-cs"/>
              </a:rPr>
              <a:t>70–80%</a:t>
            </a:r>
            <a:endParaRPr lang="sv-SE" sz="1000" dirty="0">
              <a:latin typeface="+mn-lt"/>
              <a:ea typeface="+mn-ea"/>
              <a:cs typeface="+mn-cs"/>
            </a:endParaRPr>
          </a:p>
        </p:txBody>
      </p:sp>
      <p:sp>
        <p:nvSpPr>
          <p:cNvPr id="62" name="Rectangle 61">
            <a:extLst>
              <a:ext uri="{FF2B5EF4-FFF2-40B4-BE49-F238E27FC236}">
                <a16:creationId xmlns:a16="http://schemas.microsoft.com/office/drawing/2014/main" id="{C4395BE2-F4DB-4981-F835-5FCE31B37A7C}"/>
              </a:ext>
            </a:extLst>
          </p:cNvPr>
          <p:cNvSpPr/>
          <p:nvPr/>
        </p:nvSpPr>
        <p:spPr bwMode="auto">
          <a:xfrm>
            <a:off x="6846897" y="1138724"/>
            <a:ext cx="165100" cy="165100"/>
          </a:xfrm>
          <a:prstGeom prst="rect">
            <a:avLst/>
          </a:prstGeom>
          <a:solidFill>
            <a:srgbClr val="1C863F"/>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3" name="Text Placeholder 4">
            <a:extLst>
              <a:ext uri="{FF2B5EF4-FFF2-40B4-BE49-F238E27FC236}">
                <a16:creationId xmlns:a16="http://schemas.microsoft.com/office/drawing/2014/main" id="{D59FCE52-867A-C263-4402-8CAECD8776D2}"/>
              </a:ext>
            </a:extLst>
          </p:cNvPr>
          <p:cNvSpPr>
            <a:spLocks noGrp="1"/>
          </p:cNvSpPr>
          <p:nvPr/>
        </p:nvSpPr>
        <p:spPr bwMode="auto">
          <a:xfrm>
            <a:off x="7062797" y="1144330"/>
            <a:ext cx="1170192" cy="1538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effectLst/>
                <a:latin typeface="+mn-lt"/>
                <a:ea typeface="+mn-ea"/>
                <a:cs typeface="+mn-cs"/>
              </a:rPr>
              <a:t>=80% critical-grade </a:t>
            </a:r>
            <a:endParaRPr lang="sv-SE" sz="1000" dirty="0">
              <a:latin typeface="+mn-lt"/>
              <a:ea typeface="+mn-ea"/>
              <a:cs typeface="+mn-cs"/>
            </a:endParaRPr>
          </a:p>
        </p:txBody>
      </p:sp>
      <p:sp>
        <p:nvSpPr>
          <p:cNvPr id="64" name="TextBox 63">
            <a:extLst>
              <a:ext uri="{FF2B5EF4-FFF2-40B4-BE49-F238E27FC236}">
                <a16:creationId xmlns:a16="http://schemas.microsoft.com/office/drawing/2014/main" id="{003D878E-8B8A-6708-520C-7EC71B9DCBD6}"/>
              </a:ext>
            </a:extLst>
          </p:cNvPr>
          <p:cNvSpPr txBox="1"/>
          <p:nvPr/>
        </p:nvSpPr>
        <p:spPr>
          <a:xfrm>
            <a:off x="6390032" y="6112217"/>
            <a:ext cx="621965" cy="161583"/>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50" i="1" dirty="0">
                <a:solidFill>
                  <a:srgbClr val="C00000"/>
                </a:solidFill>
              </a:rPr>
              <a:t>70 % gate</a:t>
            </a:r>
          </a:p>
        </p:txBody>
      </p:sp>
      <p:sp>
        <p:nvSpPr>
          <p:cNvPr id="66" name="TextBox 65">
            <a:extLst>
              <a:ext uri="{FF2B5EF4-FFF2-40B4-BE49-F238E27FC236}">
                <a16:creationId xmlns:a16="http://schemas.microsoft.com/office/drawing/2014/main" id="{190460F4-549C-1911-C49E-04E078A7C2E6}"/>
              </a:ext>
            </a:extLst>
          </p:cNvPr>
          <p:cNvSpPr txBox="1"/>
          <p:nvPr/>
        </p:nvSpPr>
        <p:spPr>
          <a:xfrm>
            <a:off x="2562077" y="6327245"/>
            <a:ext cx="6076950"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dirty="0"/>
              <a:t>Unit-test coverage (%)</a:t>
            </a:r>
            <a:endParaRPr lang="sv-SE" sz="900" dirty="0"/>
          </a:p>
        </p:txBody>
      </p:sp>
      <p:sp>
        <p:nvSpPr>
          <p:cNvPr id="67" name="5. Source">
            <a:extLst>
              <a:ext uri="{FF2B5EF4-FFF2-40B4-BE49-F238E27FC236}">
                <a16:creationId xmlns:a16="http://schemas.microsoft.com/office/drawing/2014/main" id="{287346E2-9412-39EF-F06D-57BB2C421D53}"/>
              </a:ext>
            </a:extLst>
          </p:cNvPr>
          <p:cNvSpPr txBox="1">
            <a:spLocks/>
          </p:cNvSpPr>
          <p:nvPr>
            <p:custDataLst>
              <p:tags r:id="rId43"/>
            </p:custDataLst>
          </p:nvPr>
        </p:nvSpPr>
        <p:spPr>
          <a:xfrm>
            <a:off x="554736" y="6514142"/>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PASHA Bank self-reported tech_qa_unit_test_data.xlsx (per-product UNIT-test coverage %, 26 products). Gate = bank’s own DoD target &gt;=70% unit coverage (&gt;=80% for critical components), per 2.A. Coverage % is not </a:t>
            </a:r>
            <a:r>
              <a:rPr lang="en-US" sz="800" dirty="0" err="1"/>
              <a:t>weig</a:t>
            </a:r>
            <a:r>
              <a:rPr lang="en-US" sz="800" dirty="0"/>
              <a:t>…</a:t>
            </a:r>
          </a:p>
        </p:txBody>
      </p:sp>
    </p:spTree>
    <p:extLst>
      <p:ext uri="{BB962C8B-B14F-4D97-AF65-F5344CB8AC3E}">
        <p14:creationId xmlns:p14="http://schemas.microsoft.com/office/powerpoint/2010/main" val="1247661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C6E095B-0307-8E51-A811-2B25AD8DE002}"/>
              </a:ext>
            </a:extLst>
          </p:cNvPr>
          <p:cNvGraphicFramePr>
            <a:graphicFrameLocks noChangeAspect="1"/>
          </p:cNvGraphicFramePr>
          <p:nvPr>
            <p:custDataLst>
              <p:tags r:id="rId1"/>
            </p:custDataLst>
            <p:extLst>
              <p:ext uri="{D42A27DB-BD31-4B8C-83A1-F6EECF244321}">
                <p14:modId xmlns:p14="http://schemas.microsoft.com/office/powerpoint/2010/main" val="3559987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6" imgW="484" imgH="486" progId="TCLayout.ActiveDocument.1">
                  <p:embed/>
                </p:oleObj>
              </mc:Choice>
              <mc:Fallback>
                <p:oleObj name="think-cell Slide" r:id="rId56" imgW="484" imgH="486" progId="TCLayout.ActiveDocument.1">
                  <p:embed/>
                  <p:pic>
                    <p:nvPicPr>
                      <p:cNvPr id="5" name="think-cell data - do not delete" hidden="1">
                        <a:extLst>
                          <a:ext uri="{FF2B5EF4-FFF2-40B4-BE49-F238E27FC236}">
                            <a16:creationId xmlns:a16="http://schemas.microsoft.com/office/drawing/2014/main" id="{AC6E095B-0307-8E51-A811-2B25AD8DE002}"/>
                          </a:ext>
                        </a:extLst>
                      </p:cNvPr>
                      <p:cNvPicPr/>
                      <p:nvPr/>
                    </p:nvPicPr>
                    <p:blipFill>
                      <a:blip r:embed="rId57"/>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989AC0FB-C563-D304-3FAE-57FC323A8EDD}"/>
              </a:ext>
            </a:extLst>
          </p:cNvPr>
          <p:cNvSpPr>
            <a:spLocks noGrp="1"/>
          </p:cNvSpPr>
          <p:nvPr>
            <p:ph type="title"/>
          </p:nvPr>
        </p:nvSpPr>
        <p:spPr/>
        <p:txBody>
          <a:bodyPr vert="horz" wrap="square" lIns="0" tIns="0" rIns="0" bIns="0" rtlCol="0" anchor="b" anchorCtr="0">
            <a:noAutofit/>
          </a:bodyPr>
          <a:lstStyle/>
          <a:p>
            <a:r>
              <a:rPr lang="en-US" dirty="0"/>
              <a:t>Deployment cadence is broadly healthy, but a CIB/SME/finance tail drives the </a:t>
            </a:r>
            <a:r>
              <a:rPr lang="en-US"/>
              <a:t>delivery risk</a:t>
            </a:r>
            <a:endParaRPr lang="sv-SE" dirty="0"/>
          </a:p>
        </p:txBody>
      </p:sp>
      <p:sp>
        <p:nvSpPr>
          <p:cNvPr id="10" name="Text Placeholder 9">
            <a:extLst>
              <a:ext uri="{FF2B5EF4-FFF2-40B4-BE49-F238E27FC236}">
                <a16:creationId xmlns:a16="http://schemas.microsoft.com/office/drawing/2014/main" id="{D80C1FD0-3F81-8028-CD02-11429B048FEA}"/>
              </a:ext>
            </a:extLst>
          </p:cNvPr>
          <p:cNvSpPr>
            <a:spLocks noGrp="1"/>
          </p:cNvSpPr>
          <p:nvPr>
            <p:ph type="body" sz="quarter" idx="10"/>
          </p:nvPr>
        </p:nvSpPr>
        <p:spPr/>
        <p:txBody>
          <a:bodyPr/>
          <a:lstStyle/>
          <a:p>
            <a:endParaRPr lang="sv-SE"/>
          </a:p>
        </p:txBody>
      </p:sp>
      <p:sp>
        <p:nvSpPr>
          <p:cNvPr id="6" name="TextBox 5">
            <a:extLst>
              <a:ext uri="{FF2B5EF4-FFF2-40B4-BE49-F238E27FC236}">
                <a16:creationId xmlns:a16="http://schemas.microsoft.com/office/drawing/2014/main" id="{C9C563C1-E0BE-B5BD-D008-0485BE3A74C2}"/>
              </a:ext>
            </a:extLst>
          </p:cNvPr>
          <p:cNvSpPr txBox="1">
            <a:spLocks/>
          </p:cNvSpPr>
          <p:nvPr/>
        </p:nvSpPr>
        <p:spPr>
          <a:xfrm>
            <a:off x="9137964" y="2056374"/>
            <a:ext cx="2339922" cy="324447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100"/>
              </a:spcAft>
            </a:pPr>
            <a:r>
              <a:rPr lang="en-US" b="1" dirty="0"/>
              <a:t>The weak DORA tail overlaps the low-coverage products</a:t>
            </a:r>
            <a:r>
              <a:rPr lang="en-US" dirty="0"/>
              <a:t> (Pasha Business App, SME loans, finance) — thin testing upstream is surfacing as failed changes downstream</a:t>
            </a:r>
          </a:p>
          <a:p>
            <a:pPr lvl="1">
              <a:spcAft>
                <a:spcPts val="100"/>
              </a:spcAft>
            </a:pPr>
            <a:r>
              <a:rPr lang="en-US" b="1" dirty="0"/>
              <a:t>No squad recovers a failed deployment in under a day</a:t>
            </a:r>
            <a:r>
              <a:rPr lang="en-US" dirty="0"/>
              <a:t>, so resilience/rollback — not speed — is the weakest DORA dimension across the whole estate</a:t>
            </a:r>
            <a:endParaRPr lang="sv-SE" sz="1200" dirty="0">
              <a:latin typeface="+mn-lt"/>
              <a:ea typeface="+mn-ea"/>
              <a:cs typeface="+mn-cs"/>
            </a:endParaRPr>
          </a:p>
        </p:txBody>
      </p:sp>
      <p:sp>
        <p:nvSpPr>
          <p:cNvPr id="7" name="TextBox 6">
            <a:extLst>
              <a:ext uri="{FF2B5EF4-FFF2-40B4-BE49-F238E27FC236}">
                <a16:creationId xmlns:a16="http://schemas.microsoft.com/office/drawing/2014/main" id="{DED6A30D-283A-1AB6-BCC0-E25F54220474}"/>
              </a:ext>
            </a:extLst>
          </p:cNvPr>
          <p:cNvSpPr txBox="1">
            <a:spLocks/>
          </p:cNvSpPr>
          <p:nvPr/>
        </p:nvSpPr>
        <p:spPr>
          <a:xfrm>
            <a:off x="9137964" y="1426497"/>
            <a:ext cx="2496825" cy="276225"/>
          </a:xfrm>
          <a:prstGeom prst="rect">
            <a:avLst/>
          </a:prstGeom>
        </p:spPr>
        <p:txBody>
          <a:bodyPr vert="horz" wrap="square" lIns="0" tIns="0" rIns="0" bIns="0" rtlCol="0" anchor="b">
            <a:spAutoFit/>
          </a:bodyPr>
          <a:lstStyle>
            <a:lvl1pPr marL="0" lvl="0" indent="0" defTabSz="671513" eaLnBrk="1" latinLnBrk="0" hangingPunct="1">
              <a:buClr>
                <a:schemeClr val="tx2"/>
              </a:buClr>
              <a:buSzPct val="100000"/>
              <a:defRPr lang="x-none" sz="1200" baseline="0">
                <a:latin typeface="+mn-lt"/>
              </a:defRPr>
            </a:lvl1pPr>
            <a:lvl2pPr marL="145256" lvl="1" indent="-144066" defTabSz="671513" eaLnBrk="1" latinLnBrk="0" hangingPunct="1">
              <a:buClr>
                <a:schemeClr val="tx2"/>
              </a:buClr>
              <a:buSzPct val="125000"/>
              <a:buFont typeface="Arial" panose="020B0604020202020204" pitchFamily="34" charset="0"/>
              <a:buChar char="▪"/>
              <a:defRPr lang="x-none" sz="1200" baseline="0">
                <a:latin typeface="+mn-lt"/>
              </a:defRPr>
            </a:lvl2pPr>
            <a:lvl3pPr marL="342900" lvl="2" indent="-196454" defTabSz="671513" eaLnBrk="1" latinLnBrk="0" hangingPunct="1">
              <a:buClr>
                <a:schemeClr val="tx2"/>
              </a:buClr>
              <a:buSzPct val="120000"/>
              <a:buFont typeface="Arial" panose="020B0604020202020204" pitchFamily="34" charset="0"/>
              <a:buChar char="–"/>
              <a:defRPr lang="x-none" sz="1200" baseline="0">
                <a:latin typeface="+mn-lt"/>
              </a:defRPr>
            </a:lvl3pPr>
            <a:lvl4pPr marL="460772" lvl="3" indent="-116681" defTabSz="671513" eaLnBrk="1" latinLnBrk="0" hangingPunct="1">
              <a:buClr>
                <a:schemeClr val="tx2"/>
              </a:buClr>
              <a:buSzPct val="120000"/>
              <a:buFont typeface="Arial" panose="020B0604020202020204" pitchFamily="34" charset="0"/>
              <a:buChar char="▫"/>
              <a:defRPr lang="x-none" sz="1200" baseline="0">
                <a:latin typeface="+mn-lt"/>
              </a:defRPr>
            </a:lvl4pPr>
            <a:lvl5pPr marL="562356" lvl="4" indent="-97631" defTabSz="671513" eaLnBrk="1" latinLnBrk="0" hangingPunct="1">
              <a:buClr>
                <a:schemeClr val="tx2"/>
              </a:buClr>
              <a:buSzPct val="89000"/>
              <a:buFont typeface="Arial" panose="020B0604020202020204" pitchFamily="34" charset="0"/>
              <a:buChar char="-"/>
              <a:defRPr lang="x-none" sz="1200" baseline="0">
                <a:latin typeface="+mn-lt"/>
              </a:defRPr>
            </a:lvl5pPr>
            <a:lvl6pPr marL="562356" indent="-97631" defTabSz="671513" fontAlgn="base">
              <a:spcBef>
                <a:spcPct val="0"/>
              </a:spcBef>
              <a:spcAft>
                <a:spcPct val="0"/>
              </a:spcAft>
              <a:buClr>
                <a:schemeClr val="tx2"/>
              </a:buClr>
              <a:buSzPct val="89000"/>
              <a:buFont typeface="Arial" charset="0"/>
              <a:buChar char="-"/>
              <a:defRPr lang="x-none" sz="1200" baseline="0">
                <a:latin typeface="+mn-lt"/>
              </a:defRPr>
            </a:lvl6pPr>
            <a:lvl7pPr marL="562356" indent="-97631" defTabSz="671513" fontAlgn="base">
              <a:spcBef>
                <a:spcPct val="0"/>
              </a:spcBef>
              <a:spcAft>
                <a:spcPct val="0"/>
              </a:spcAft>
              <a:buClr>
                <a:schemeClr val="tx2"/>
              </a:buClr>
              <a:buSzPct val="89000"/>
              <a:buFont typeface="Arial" charset="0"/>
              <a:buChar char="-"/>
              <a:defRPr lang="x-none" sz="1200" baseline="0">
                <a:latin typeface="+mn-lt"/>
              </a:defRPr>
            </a:lvl7pPr>
            <a:lvl8pPr marL="562356" indent="-97631" defTabSz="671513" fontAlgn="base">
              <a:spcBef>
                <a:spcPct val="0"/>
              </a:spcBef>
              <a:spcAft>
                <a:spcPct val="0"/>
              </a:spcAft>
              <a:buClr>
                <a:schemeClr val="tx2"/>
              </a:buClr>
              <a:buSzPct val="89000"/>
              <a:buFont typeface="Arial" charset="0"/>
              <a:buChar char="-"/>
              <a:defRPr lang="x-none" sz="1200" baseline="0">
                <a:latin typeface="+mn-lt"/>
              </a:defRPr>
            </a:lvl8pPr>
            <a:lvl9pPr marL="562356" indent="-97631" defTabSz="671513"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l" defTabSz="671513" eaLnBrk="1" fontAlgn="auto" latinLnBrk="0" hangingPunct="1">
              <a:lnSpc>
                <a:spcPct val="100000"/>
              </a:lnSpc>
              <a:spcBef>
                <a:spcPts val="0"/>
              </a:spcBef>
              <a:spcAft>
                <a:spcPts val="0"/>
              </a:spcAft>
              <a:buClr>
                <a:srgbClr val="FFFFFF"/>
              </a:buClr>
              <a:buSzPct val="100000"/>
              <a:buFontTx/>
              <a:buNone/>
              <a:tabLst/>
              <a:defRPr/>
            </a:pPr>
            <a:r>
              <a:rPr kumimoji="0" lang="en-US" sz="1800" b="1" i="0" u="none" strike="noStrike" kern="1200" cap="none" spc="0" normalizeH="0" baseline="0" dirty="0">
                <a:ln>
                  <a:noFill/>
                </a:ln>
                <a:effectLst/>
                <a:uLnTx/>
                <a:uFillTx/>
                <a:ea typeface="+mn-ea"/>
                <a:cs typeface="+mn-cs"/>
              </a:rPr>
              <a:t>Key insights</a:t>
            </a:r>
          </a:p>
        </p:txBody>
      </p:sp>
      <p:cxnSp>
        <p:nvCxnSpPr>
          <p:cNvPr id="11" name="Straight Connector 10">
            <a:extLst>
              <a:ext uri="{FF2B5EF4-FFF2-40B4-BE49-F238E27FC236}">
                <a16:creationId xmlns:a16="http://schemas.microsoft.com/office/drawing/2014/main" id="{84151B08-C64B-AD1A-DDBE-37A7BD2B35BD}"/>
              </a:ext>
            </a:extLst>
          </p:cNvPr>
          <p:cNvCxnSpPr>
            <a:cxnSpLocks/>
          </p:cNvCxnSpPr>
          <p:nvPr/>
        </p:nvCxnSpPr>
        <p:spPr>
          <a:xfrm>
            <a:off x="9137964" y="1752304"/>
            <a:ext cx="2496825"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DC37708-18AB-261C-9507-1A06135E0954}"/>
              </a:ext>
            </a:extLst>
          </p:cNvPr>
          <p:cNvSpPr txBox="1">
            <a:spLocks/>
          </p:cNvSpPr>
          <p:nvPr/>
        </p:nvSpPr>
        <p:spPr>
          <a:xfrm>
            <a:off x="554736" y="1454151"/>
            <a:ext cx="7918704"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Lead time vs change failure rate — all 22 squads (client self-reported DORA, ~6‑month window)</a:t>
            </a:r>
            <a:endParaRPr lang="sv-SE" sz="1200" b="1" dirty="0"/>
          </a:p>
        </p:txBody>
      </p:sp>
      <p:cxnSp>
        <p:nvCxnSpPr>
          <p:cNvPr id="4" name="Straight Connector 3">
            <a:extLst>
              <a:ext uri="{FF2B5EF4-FFF2-40B4-BE49-F238E27FC236}">
                <a16:creationId xmlns:a16="http://schemas.microsoft.com/office/drawing/2014/main" id="{9DC23DB2-442C-34E0-E197-F3365A084379}"/>
              </a:ext>
            </a:extLst>
          </p:cNvPr>
          <p:cNvCxnSpPr>
            <a:cxnSpLocks/>
          </p:cNvCxnSpPr>
          <p:nvPr/>
        </p:nvCxnSpPr>
        <p:spPr>
          <a:xfrm>
            <a:off x="554736" y="1688399"/>
            <a:ext cx="7918704"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0" name="Freeform: Shape 69">
            <a:extLst>
              <a:ext uri="{FF2B5EF4-FFF2-40B4-BE49-F238E27FC236}">
                <a16:creationId xmlns:a16="http://schemas.microsoft.com/office/drawing/2014/main" id="{572D2EE6-E976-42F1-898B-36C569A47EAF}"/>
              </a:ext>
            </a:extLst>
          </p:cNvPr>
          <p:cNvSpPr/>
          <p:nvPr>
            <p:custDataLst>
              <p:tags r:id="rId2"/>
            </p:custDataLst>
          </p:nvPr>
        </p:nvSpPr>
        <p:spPr bwMode="auto">
          <a:xfrm>
            <a:off x="1014413" y="1831975"/>
            <a:ext cx="2447926" cy="1739901"/>
          </a:xfrm>
          <a:custGeom>
            <a:avLst/>
            <a:gdLst/>
            <a:ahLst/>
            <a:cxnLst/>
            <a:rect l="0" t="0" r="0" b="0"/>
            <a:pathLst>
              <a:path w="2447926" h="1739901">
                <a:moveTo>
                  <a:pt x="2447925" y="1739900"/>
                </a:moveTo>
                <a:lnTo>
                  <a:pt x="0" y="1739900"/>
                </a:lnTo>
                <a:lnTo>
                  <a:pt x="0" y="0"/>
                </a:lnTo>
                <a:lnTo>
                  <a:pt x="2447925" y="0"/>
                </a:lnTo>
                <a:close/>
              </a:path>
            </a:pathLst>
          </a:custGeom>
          <a:solidFill>
            <a:schemeClr val="accent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71" name="Freeform: Shape 70">
            <a:extLst>
              <a:ext uri="{FF2B5EF4-FFF2-40B4-BE49-F238E27FC236}">
                <a16:creationId xmlns:a16="http://schemas.microsoft.com/office/drawing/2014/main" id="{03F1779D-2B20-02DC-79DA-2C9B5E08D411}"/>
              </a:ext>
            </a:extLst>
          </p:cNvPr>
          <p:cNvSpPr/>
          <p:nvPr>
            <p:custDataLst>
              <p:tags r:id="rId3"/>
            </p:custDataLst>
          </p:nvPr>
        </p:nvSpPr>
        <p:spPr bwMode="auto">
          <a:xfrm>
            <a:off x="1014413" y="3571875"/>
            <a:ext cx="2447926" cy="2320926"/>
          </a:xfrm>
          <a:custGeom>
            <a:avLst/>
            <a:gdLst/>
            <a:ahLst/>
            <a:cxnLst/>
            <a:rect l="0" t="0" r="0" b="0"/>
            <a:pathLst>
              <a:path w="2447926" h="2320926">
                <a:moveTo>
                  <a:pt x="2447925" y="2320925"/>
                </a:moveTo>
                <a:lnTo>
                  <a:pt x="0" y="2320925"/>
                </a:lnTo>
                <a:lnTo>
                  <a:pt x="0" y="0"/>
                </a:lnTo>
                <a:lnTo>
                  <a:pt x="2447925" y="0"/>
                </a:lnTo>
                <a:close/>
              </a:path>
            </a:pathLst>
          </a:custGeom>
          <a:solidFill>
            <a:schemeClr val="accent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cxnSp>
        <p:nvCxnSpPr>
          <p:cNvPr id="15" name="Straight Connector 14">
            <a:extLst>
              <a:ext uri="{FF2B5EF4-FFF2-40B4-BE49-F238E27FC236}">
                <a16:creationId xmlns:a16="http://schemas.microsoft.com/office/drawing/2014/main" id="{B14A7349-147E-C029-A63E-300FDA8ECD5B}"/>
              </a:ext>
            </a:extLst>
          </p:cNvPr>
          <p:cNvCxnSpPr/>
          <p:nvPr>
            <p:custDataLst>
              <p:tags r:id="rId4"/>
            </p:custDataLst>
          </p:nvPr>
        </p:nvCxnSpPr>
        <p:spPr bwMode="auto">
          <a:xfrm>
            <a:off x="1014413" y="3571875"/>
            <a:ext cx="7459663" cy="0"/>
          </a:xfrm>
          <a:prstGeom prst="line">
            <a:avLst/>
          </a:prstGeom>
          <a:ln w="952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21E5DC7-FB20-B824-7756-144203454852}"/>
              </a:ext>
            </a:extLst>
          </p:cNvPr>
          <p:cNvCxnSpPr/>
          <p:nvPr>
            <p:custDataLst>
              <p:tags r:id="rId5"/>
            </p:custDataLst>
          </p:nvPr>
        </p:nvCxnSpPr>
        <p:spPr bwMode="auto">
          <a:xfrm>
            <a:off x="3462338" y="1831975"/>
            <a:ext cx="0" cy="4060825"/>
          </a:xfrm>
          <a:prstGeom prst="line">
            <a:avLst/>
          </a:prstGeom>
          <a:ln w="952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8" name="Chart 77">
            <a:extLst>
              <a:ext uri="{FF2B5EF4-FFF2-40B4-BE49-F238E27FC236}">
                <a16:creationId xmlns:a16="http://schemas.microsoft.com/office/drawing/2014/main" id="{65393C97-5966-8900-DDCD-DF049D6320D2}"/>
              </a:ext>
            </a:extLst>
          </p:cNvPr>
          <p:cNvGraphicFramePr/>
          <p:nvPr>
            <p:custDataLst>
              <p:tags r:id="rId6"/>
            </p:custDataLst>
            <p:extLst>
              <p:ext uri="{D42A27DB-BD31-4B8C-83A1-F6EECF244321}">
                <p14:modId xmlns:p14="http://schemas.microsoft.com/office/powerpoint/2010/main" val="1114920778"/>
              </p:ext>
            </p:extLst>
          </p:nvPr>
        </p:nvGraphicFramePr>
        <p:xfrm>
          <a:off x="931863" y="1749425"/>
          <a:ext cx="7624762" cy="4440238"/>
        </p:xfrm>
        <a:graphic>
          <a:graphicData uri="http://schemas.openxmlformats.org/drawingml/2006/chart">
            <c:chart xmlns:c="http://schemas.openxmlformats.org/drawingml/2006/chart" xmlns:r="http://schemas.openxmlformats.org/officeDocument/2006/relationships" r:id="rId58"/>
          </a:graphicData>
        </a:graphic>
      </p:graphicFrame>
      <p:sp>
        <p:nvSpPr>
          <p:cNvPr id="28" name="Text Placeholder 4">
            <a:extLst>
              <a:ext uri="{FF2B5EF4-FFF2-40B4-BE49-F238E27FC236}">
                <a16:creationId xmlns:a16="http://schemas.microsoft.com/office/drawing/2014/main" id="{F736EFB4-036E-3316-AF7D-AFEDFA7C1FCB}"/>
              </a:ext>
            </a:extLst>
          </p:cNvPr>
          <p:cNvSpPr>
            <a:spLocks noGrp="1"/>
          </p:cNvSpPr>
          <p:nvPr>
            <p:custDataLst>
              <p:tags r:id="rId7"/>
            </p:custDataLst>
          </p:nvPr>
        </p:nvSpPr>
        <p:spPr bwMode="gray">
          <a:xfrm>
            <a:off x="941388" y="5926138"/>
            <a:ext cx="1476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73E9BCA-DCA1-4FF7-B114-194BC734106F}" type="datetime'-''''''''''''''''''8''''0'''''''''''''''''''''''''''''''''">
              <a:rPr lang="sv-SE" altLang="en-US" sz="800" smtClean="0">
                <a:latin typeface="+mn-lt"/>
                <a:ea typeface="+mn-ea"/>
                <a:cs typeface="+mn-cs"/>
              </a:rPr>
              <a:pPr/>
              <a:t>-80</a:t>
            </a:fld>
            <a:endParaRPr lang="sv-SE" sz="800" dirty="0">
              <a:latin typeface="+mn-lt"/>
              <a:ea typeface="+mn-ea"/>
              <a:cs typeface="+mn-cs"/>
            </a:endParaRPr>
          </a:p>
        </p:txBody>
      </p:sp>
      <p:sp>
        <p:nvSpPr>
          <p:cNvPr id="17" name="Text Placeholder 4">
            <a:extLst>
              <a:ext uri="{FF2B5EF4-FFF2-40B4-BE49-F238E27FC236}">
                <a16:creationId xmlns:a16="http://schemas.microsoft.com/office/drawing/2014/main" id="{2377038B-D093-BB49-1684-ECA07957BEA2}"/>
              </a:ext>
            </a:extLst>
          </p:cNvPr>
          <p:cNvSpPr>
            <a:spLocks noGrp="1"/>
          </p:cNvSpPr>
          <p:nvPr>
            <p:custDataLst>
              <p:tags r:id="rId8"/>
            </p:custDataLst>
          </p:nvPr>
        </p:nvSpPr>
        <p:spPr bwMode="gray">
          <a:xfrm>
            <a:off x="2852738" y="5926138"/>
            <a:ext cx="55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532A24A-B9B6-4D0A-BDA9-B6D15FA22310}" type="datetime'''''''''''''''''''''''''''0'''''''">
              <a:rPr lang="sv-SE" altLang="en-US" sz="800" smtClean="0">
                <a:latin typeface="+mn-lt"/>
                <a:ea typeface="+mn-ea"/>
                <a:cs typeface="+mn-cs"/>
              </a:rPr>
              <a:pPr/>
              <a:t>0</a:t>
            </a:fld>
            <a:endParaRPr lang="sv-SE" sz="800" dirty="0">
              <a:latin typeface="+mn-lt"/>
              <a:ea typeface="+mn-ea"/>
              <a:cs typeface="+mn-cs"/>
            </a:endParaRPr>
          </a:p>
        </p:txBody>
      </p:sp>
      <p:sp>
        <p:nvSpPr>
          <p:cNvPr id="26" name="Text Placeholder 4">
            <a:extLst>
              <a:ext uri="{FF2B5EF4-FFF2-40B4-BE49-F238E27FC236}">
                <a16:creationId xmlns:a16="http://schemas.microsoft.com/office/drawing/2014/main" id="{8A028C5E-E9A0-FCA8-0C23-F6352781E174}"/>
              </a:ext>
            </a:extLst>
          </p:cNvPr>
          <p:cNvSpPr>
            <a:spLocks noGrp="1"/>
          </p:cNvSpPr>
          <p:nvPr>
            <p:custDataLst>
              <p:tags r:id="rId9"/>
            </p:custDataLst>
          </p:nvPr>
        </p:nvSpPr>
        <p:spPr bwMode="gray">
          <a:xfrm>
            <a:off x="4689475" y="5926138"/>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DBF1EFA-4E0B-44F8-AA29-284F6F474E0C}" type="datetime'''''''''''''''''''''''''80'''''''''''''''''''''''''''">
              <a:rPr lang="sv-SE" altLang="en-US" sz="800" smtClean="0">
                <a:latin typeface="+mn-lt"/>
                <a:ea typeface="+mn-ea"/>
                <a:cs typeface="+mn-cs"/>
              </a:rPr>
              <a:pPr/>
              <a:t>80</a:t>
            </a:fld>
            <a:endParaRPr lang="sv-SE" sz="800" dirty="0">
              <a:latin typeface="+mn-lt"/>
              <a:ea typeface="+mn-ea"/>
              <a:cs typeface="+mn-cs"/>
            </a:endParaRPr>
          </a:p>
        </p:txBody>
      </p:sp>
      <p:sp>
        <p:nvSpPr>
          <p:cNvPr id="27" name="Text Placeholder 4">
            <a:extLst>
              <a:ext uri="{FF2B5EF4-FFF2-40B4-BE49-F238E27FC236}">
                <a16:creationId xmlns:a16="http://schemas.microsoft.com/office/drawing/2014/main" id="{2A477685-1551-69AF-D403-6B036E9CBF81}"/>
              </a:ext>
            </a:extLst>
          </p:cNvPr>
          <p:cNvSpPr>
            <a:spLocks noGrp="1"/>
          </p:cNvSpPr>
          <p:nvPr>
            <p:custDataLst>
              <p:tags r:id="rId10"/>
            </p:custDataLst>
          </p:nvPr>
        </p:nvSpPr>
        <p:spPr bwMode="gray">
          <a:xfrm>
            <a:off x="6526213" y="5926138"/>
            <a:ext cx="1666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ED0D2A1-9430-49AE-A108-41BFFE6EFA3A}" type="datetime'''''''''''1''''''''''''''''6''''''''''0'''">
              <a:rPr lang="sv-SE" altLang="en-US" sz="800" smtClean="0">
                <a:latin typeface="+mn-lt"/>
                <a:ea typeface="+mn-ea"/>
                <a:cs typeface="+mn-cs"/>
              </a:rPr>
              <a:pPr/>
              <a:t>160</a:t>
            </a:fld>
            <a:endParaRPr lang="sv-SE" sz="800" dirty="0">
              <a:latin typeface="+mn-lt"/>
              <a:ea typeface="+mn-ea"/>
              <a:cs typeface="+mn-cs"/>
            </a:endParaRPr>
          </a:p>
        </p:txBody>
      </p:sp>
      <p:sp>
        <p:nvSpPr>
          <p:cNvPr id="25" name="Text Placeholder 4">
            <a:extLst>
              <a:ext uri="{FF2B5EF4-FFF2-40B4-BE49-F238E27FC236}">
                <a16:creationId xmlns:a16="http://schemas.microsoft.com/office/drawing/2014/main" id="{258B2BE9-5979-FFDA-E4DA-3832CCA4DE07}"/>
              </a:ext>
            </a:extLst>
          </p:cNvPr>
          <p:cNvSpPr>
            <a:spLocks noGrp="1"/>
          </p:cNvSpPr>
          <p:nvPr>
            <p:custDataLst>
              <p:tags r:id="rId11"/>
            </p:custDataLst>
          </p:nvPr>
        </p:nvSpPr>
        <p:spPr bwMode="gray">
          <a:xfrm>
            <a:off x="8391525" y="5926138"/>
            <a:ext cx="1666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562C7AF-8DEB-4786-82F7-4A6D2D1EFF45}" type="datetime'''''''''''''''''''2''''''''''''''''''4''0'''''">
              <a:rPr lang="sv-SE" altLang="en-US" sz="800" smtClean="0">
                <a:latin typeface="+mn-lt"/>
                <a:ea typeface="+mn-ea"/>
                <a:cs typeface="+mn-cs"/>
              </a:rPr>
              <a:pPr/>
              <a:t>240</a:t>
            </a:fld>
            <a:endParaRPr lang="sv-SE" sz="800" dirty="0">
              <a:latin typeface="+mn-lt"/>
              <a:ea typeface="+mn-ea"/>
              <a:cs typeface="+mn-cs"/>
            </a:endParaRPr>
          </a:p>
        </p:txBody>
      </p:sp>
      <p:sp>
        <p:nvSpPr>
          <p:cNvPr id="18" name="Text Placeholder 4">
            <a:extLst>
              <a:ext uri="{FF2B5EF4-FFF2-40B4-BE49-F238E27FC236}">
                <a16:creationId xmlns:a16="http://schemas.microsoft.com/office/drawing/2014/main" id="{747ECD99-BAC7-9850-453A-E372500EAA4D}"/>
              </a:ext>
            </a:extLst>
          </p:cNvPr>
          <p:cNvSpPr>
            <a:spLocks noGrp="1"/>
          </p:cNvSpPr>
          <p:nvPr>
            <p:custDataLst>
              <p:tags r:id="rId12"/>
            </p:custDataLst>
          </p:nvPr>
        </p:nvSpPr>
        <p:spPr bwMode="gray">
          <a:xfrm>
            <a:off x="855663" y="5832475"/>
            <a:ext cx="920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D4019628-69E3-4197-82EE-3548E377861A}" type="datetime'''''''''''-5'''">
              <a:rPr lang="sv-SE" altLang="en-US" sz="800" smtClean="0">
                <a:latin typeface="+mn-lt"/>
                <a:ea typeface="+mn-ea"/>
                <a:cs typeface="+mn-cs"/>
              </a:rPr>
              <a:pPr/>
              <a:t>-5</a:t>
            </a:fld>
            <a:endParaRPr lang="sv-SE" sz="800" dirty="0">
              <a:latin typeface="+mn-lt"/>
              <a:ea typeface="+mn-ea"/>
              <a:cs typeface="+mn-cs"/>
            </a:endParaRPr>
          </a:p>
        </p:txBody>
      </p:sp>
      <p:sp>
        <p:nvSpPr>
          <p:cNvPr id="19" name="Text Placeholder 4">
            <a:extLst>
              <a:ext uri="{FF2B5EF4-FFF2-40B4-BE49-F238E27FC236}">
                <a16:creationId xmlns:a16="http://schemas.microsoft.com/office/drawing/2014/main" id="{417BC237-26BF-DE7E-8665-D4BF355297D3}"/>
              </a:ext>
            </a:extLst>
          </p:cNvPr>
          <p:cNvSpPr>
            <a:spLocks noGrp="1"/>
          </p:cNvSpPr>
          <p:nvPr>
            <p:custDataLst>
              <p:tags r:id="rId13"/>
            </p:custDataLst>
          </p:nvPr>
        </p:nvSpPr>
        <p:spPr bwMode="gray">
          <a:xfrm>
            <a:off x="892175" y="5253038"/>
            <a:ext cx="55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5CF05F9B-4108-496A-B52E-4D4AF2468D3E}" type="datetime'''''''''''''''''''''''''''''''''''''''''''0'">
              <a:rPr lang="sv-SE" altLang="en-US" sz="800" smtClean="0">
                <a:latin typeface="+mn-lt"/>
                <a:ea typeface="+mn-ea"/>
                <a:cs typeface="+mn-cs"/>
              </a:rPr>
              <a:pPr/>
              <a:t>0</a:t>
            </a:fld>
            <a:endParaRPr lang="sv-SE" sz="800" dirty="0">
              <a:latin typeface="+mn-lt"/>
              <a:ea typeface="+mn-ea"/>
              <a:cs typeface="+mn-cs"/>
            </a:endParaRPr>
          </a:p>
        </p:txBody>
      </p:sp>
      <p:sp>
        <p:nvSpPr>
          <p:cNvPr id="20" name="Text Placeholder 4">
            <a:extLst>
              <a:ext uri="{FF2B5EF4-FFF2-40B4-BE49-F238E27FC236}">
                <a16:creationId xmlns:a16="http://schemas.microsoft.com/office/drawing/2014/main" id="{E8EADFBD-DDAE-005B-FF29-D0C6E84A4A27}"/>
              </a:ext>
            </a:extLst>
          </p:cNvPr>
          <p:cNvSpPr>
            <a:spLocks noGrp="1"/>
          </p:cNvSpPr>
          <p:nvPr>
            <p:custDataLst>
              <p:tags r:id="rId14"/>
            </p:custDataLst>
          </p:nvPr>
        </p:nvSpPr>
        <p:spPr bwMode="gray">
          <a:xfrm>
            <a:off x="892175" y="4672013"/>
            <a:ext cx="55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C7E61DA1-0F8D-47C8-A783-B557649F6267}" type="datetime'''''''''''''''''''''''''''5'''''''''''''''''''''''''''''''">
              <a:rPr lang="sv-SE" altLang="en-US" sz="800" smtClean="0">
                <a:latin typeface="+mn-lt"/>
                <a:ea typeface="+mn-ea"/>
                <a:cs typeface="+mn-cs"/>
              </a:rPr>
              <a:pPr/>
              <a:t>5</a:t>
            </a:fld>
            <a:endParaRPr lang="sv-SE" sz="800" dirty="0">
              <a:latin typeface="+mn-lt"/>
              <a:ea typeface="+mn-ea"/>
              <a:cs typeface="+mn-cs"/>
            </a:endParaRPr>
          </a:p>
        </p:txBody>
      </p:sp>
      <p:sp>
        <p:nvSpPr>
          <p:cNvPr id="21" name="Text Placeholder 4">
            <a:extLst>
              <a:ext uri="{FF2B5EF4-FFF2-40B4-BE49-F238E27FC236}">
                <a16:creationId xmlns:a16="http://schemas.microsoft.com/office/drawing/2014/main" id="{C2B15D9E-506A-E753-DFCB-1AAB16F87CB2}"/>
              </a:ext>
            </a:extLst>
          </p:cNvPr>
          <p:cNvSpPr>
            <a:spLocks noGrp="1"/>
          </p:cNvSpPr>
          <p:nvPr>
            <p:custDataLst>
              <p:tags r:id="rId15"/>
            </p:custDataLst>
          </p:nvPr>
        </p:nvSpPr>
        <p:spPr bwMode="gray">
          <a:xfrm>
            <a:off x="836613" y="4092575"/>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C4279CA8-9EAE-4B46-91D9-70E2ECE90DEB}" type="datetime'1''''''''''''''''''''''''''''''0'''''''''''''''''''">
              <a:rPr lang="sv-SE" altLang="en-US" sz="800" smtClean="0">
                <a:latin typeface="+mn-lt"/>
                <a:ea typeface="+mn-ea"/>
                <a:cs typeface="+mn-cs"/>
              </a:rPr>
              <a:pPr/>
              <a:t>10</a:t>
            </a:fld>
            <a:endParaRPr lang="sv-SE" sz="800" dirty="0">
              <a:latin typeface="+mn-lt"/>
              <a:ea typeface="+mn-ea"/>
              <a:cs typeface="+mn-cs"/>
            </a:endParaRPr>
          </a:p>
        </p:txBody>
      </p:sp>
      <p:sp>
        <p:nvSpPr>
          <p:cNvPr id="29" name="Text Placeholder 4">
            <a:extLst>
              <a:ext uri="{FF2B5EF4-FFF2-40B4-BE49-F238E27FC236}">
                <a16:creationId xmlns:a16="http://schemas.microsoft.com/office/drawing/2014/main" id="{BC8D1C5E-55D1-B638-30FD-3674C5B71401}"/>
              </a:ext>
            </a:extLst>
          </p:cNvPr>
          <p:cNvSpPr>
            <a:spLocks noGrp="1"/>
          </p:cNvSpPr>
          <p:nvPr>
            <p:custDataLst>
              <p:tags r:id="rId16"/>
            </p:custDataLst>
          </p:nvPr>
        </p:nvSpPr>
        <p:spPr bwMode="gray">
          <a:xfrm>
            <a:off x="836613" y="3511550"/>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DB443D7A-FD5F-4A44-ABEC-759D9FEDD872}" type="datetime'1''''''''''5'''''''''''''''''''''''''''''''''''''''''''''">
              <a:rPr lang="sv-SE" altLang="en-US" sz="800" smtClean="0">
                <a:latin typeface="+mn-lt"/>
                <a:ea typeface="+mn-ea"/>
                <a:cs typeface="+mn-cs"/>
              </a:rPr>
              <a:pPr/>
              <a:t>15</a:t>
            </a:fld>
            <a:endParaRPr lang="sv-SE" sz="800" dirty="0">
              <a:latin typeface="+mn-lt"/>
              <a:ea typeface="+mn-ea"/>
              <a:cs typeface="+mn-cs"/>
            </a:endParaRPr>
          </a:p>
        </p:txBody>
      </p:sp>
      <p:sp>
        <p:nvSpPr>
          <p:cNvPr id="22" name="Text Placeholder 4">
            <a:extLst>
              <a:ext uri="{FF2B5EF4-FFF2-40B4-BE49-F238E27FC236}">
                <a16:creationId xmlns:a16="http://schemas.microsoft.com/office/drawing/2014/main" id="{768D6D21-1FCE-88D9-871F-FB4FDCBBE9DF}"/>
              </a:ext>
            </a:extLst>
          </p:cNvPr>
          <p:cNvSpPr>
            <a:spLocks noGrp="1"/>
          </p:cNvSpPr>
          <p:nvPr>
            <p:custDataLst>
              <p:tags r:id="rId17"/>
            </p:custDataLst>
          </p:nvPr>
        </p:nvSpPr>
        <p:spPr bwMode="gray">
          <a:xfrm>
            <a:off x="836613" y="2932113"/>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3A2E208D-D170-4DF8-A9BA-176A50039785}" type="datetime'2''''''''''''''''''''''''''''''''0'''''''''''''''''''''''">
              <a:rPr lang="sv-SE" altLang="en-US" sz="800" smtClean="0">
                <a:latin typeface="+mn-lt"/>
                <a:ea typeface="+mn-ea"/>
                <a:cs typeface="+mn-cs"/>
              </a:rPr>
              <a:pPr/>
              <a:t>20</a:t>
            </a:fld>
            <a:endParaRPr lang="sv-SE" sz="800" dirty="0">
              <a:latin typeface="+mn-lt"/>
              <a:ea typeface="+mn-ea"/>
              <a:cs typeface="+mn-cs"/>
            </a:endParaRPr>
          </a:p>
        </p:txBody>
      </p:sp>
      <p:sp>
        <p:nvSpPr>
          <p:cNvPr id="23" name="Text Placeholder 4">
            <a:extLst>
              <a:ext uri="{FF2B5EF4-FFF2-40B4-BE49-F238E27FC236}">
                <a16:creationId xmlns:a16="http://schemas.microsoft.com/office/drawing/2014/main" id="{06EEC336-0BCB-C895-2D1F-2D55E7C3EE09}"/>
              </a:ext>
            </a:extLst>
          </p:cNvPr>
          <p:cNvSpPr>
            <a:spLocks noGrp="1"/>
          </p:cNvSpPr>
          <p:nvPr>
            <p:custDataLst>
              <p:tags r:id="rId18"/>
            </p:custDataLst>
          </p:nvPr>
        </p:nvSpPr>
        <p:spPr bwMode="gray">
          <a:xfrm>
            <a:off x="836613" y="2351088"/>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3ADCE686-C0A0-4D59-9791-5ABD7DE48C38}" type="datetime'''''''''''''''''2''''''''''''''''''''''''''''''''5'">
              <a:rPr lang="sv-SE" altLang="en-US" sz="800" smtClean="0">
                <a:latin typeface="+mn-lt"/>
                <a:ea typeface="+mn-ea"/>
                <a:cs typeface="+mn-cs"/>
              </a:rPr>
              <a:pPr/>
              <a:t>25</a:t>
            </a:fld>
            <a:endParaRPr lang="sv-SE" sz="800" dirty="0">
              <a:latin typeface="+mn-lt"/>
              <a:ea typeface="+mn-ea"/>
              <a:cs typeface="+mn-cs"/>
            </a:endParaRPr>
          </a:p>
        </p:txBody>
      </p:sp>
      <p:sp>
        <p:nvSpPr>
          <p:cNvPr id="24" name="Text Placeholder 4">
            <a:extLst>
              <a:ext uri="{FF2B5EF4-FFF2-40B4-BE49-F238E27FC236}">
                <a16:creationId xmlns:a16="http://schemas.microsoft.com/office/drawing/2014/main" id="{53F3D60C-7707-DFAB-E58D-48EC4DFCA803}"/>
              </a:ext>
            </a:extLst>
          </p:cNvPr>
          <p:cNvSpPr>
            <a:spLocks noGrp="1"/>
          </p:cNvSpPr>
          <p:nvPr>
            <p:custDataLst>
              <p:tags r:id="rId19"/>
            </p:custDataLst>
          </p:nvPr>
        </p:nvSpPr>
        <p:spPr bwMode="gray">
          <a:xfrm>
            <a:off x="836613" y="1771650"/>
            <a:ext cx="1111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CC7D0438-12C7-4F71-9372-AC76D4E1D5EB}" type="datetime'30'''''''''''">
              <a:rPr lang="sv-SE" altLang="en-US" sz="800" smtClean="0">
                <a:latin typeface="+mn-lt"/>
                <a:ea typeface="+mn-ea"/>
                <a:cs typeface="+mn-cs"/>
              </a:rPr>
              <a:pPr/>
              <a:t>30</a:t>
            </a:fld>
            <a:endParaRPr lang="sv-SE" sz="800" dirty="0">
              <a:latin typeface="+mn-lt"/>
              <a:ea typeface="+mn-ea"/>
              <a:cs typeface="+mn-cs"/>
            </a:endParaRPr>
          </a:p>
        </p:txBody>
      </p:sp>
      <p:cxnSp>
        <p:nvCxnSpPr>
          <p:cNvPr id="32" name="Straight Connector 31">
            <a:extLst>
              <a:ext uri="{FF2B5EF4-FFF2-40B4-BE49-F238E27FC236}">
                <a16:creationId xmlns:a16="http://schemas.microsoft.com/office/drawing/2014/main" id="{AF997252-A910-5221-CD56-72CCAC0EBE2E}"/>
              </a:ext>
            </a:extLst>
          </p:cNvPr>
          <p:cNvCxnSpPr>
            <a:cxnSpLocks/>
          </p:cNvCxnSpPr>
          <p:nvPr>
            <p:custDataLst>
              <p:tags r:id="rId20"/>
            </p:custDataLst>
          </p:nvPr>
        </p:nvCxnSpPr>
        <p:spPr bwMode="gray">
          <a:xfrm flipH="1">
            <a:off x="3933825" y="4449762"/>
            <a:ext cx="23813" cy="247650"/>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A7AFAD1D-CC0C-4FC3-5E44-2887517FB3FA}"/>
              </a:ext>
            </a:extLst>
          </p:cNvPr>
          <p:cNvCxnSpPr>
            <a:cxnSpLocks/>
          </p:cNvCxnSpPr>
          <p:nvPr>
            <p:custDataLst>
              <p:tags r:id="rId21"/>
            </p:custDataLst>
          </p:nvPr>
        </p:nvCxnSpPr>
        <p:spPr bwMode="gray">
          <a:xfrm flipH="1" flipV="1">
            <a:off x="3317875" y="4894263"/>
            <a:ext cx="4763" cy="96838"/>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B7FBCC-DC70-9D86-CF93-F110F43F6422}"/>
              </a:ext>
            </a:extLst>
          </p:cNvPr>
          <p:cNvCxnSpPr/>
          <p:nvPr>
            <p:custDataLst>
              <p:tags r:id="rId22"/>
            </p:custDataLst>
          </p:nvPr>
        </p:nvCxnSpPr>
        <p:spPr bwMode="gray">
          <a:xfrm flipH="1">
            <a:off x="3028950" y="4641850"/>
            <a:ext cx="282575" cy="277813"/>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A7DAEA6-B1C7-0EA4-A598-5ED54132C6F2}"/>
              </a:ext>
            </a:extLst>
          </p:cNvPr>
          <p:cNvCxnSpPr>
            <a:cxnSpLocks/>
          </p:cNvCxnSpPr>
          <p:nvPr>
            <p:custDataLst>
              <p:tags r:id="rId23"/>
            </p:custDataLst>
          </p:nvPr>
        </p:nvCxnSpPr>
        <p:spPr bwMode="gray">
          <a:xfrm>
            <a:off x="2867025" y="4978400"/>
            <a:ext cx="58738" cy="9525"/>
          </a:xfrm>
          <a:prstGeom prst="line">
            <a:avLst/>
          </a:prstGeom>
          <a:ln w="3175" cap="flat" cmpd="sng" algn="ctr">
            <a:solidFill>
              <a:schemeClr val="accent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4" name="Text Placeholder 4">
            <a:extLst>
              <a:ext uri="{FF2B5EF4-FFF2-40B4-BE49-F238E27FC236}">
                <a16:creationId xmlns:a16="http://schemas.microsoft.com/office/drawing/2014/main" id="{132D5FAA-49AE-5353-2C1F-57CCDB744F23}"/>
              </a:ext>
            </a:extLst>
          </p:cNvPr>
          <p:cNvSpPr>
            <a:spLocks noGrp="1"/>
          </p:cNvSpPr>
          <p:nvPr>
            <p:custDataLst>
              <p:tags r:id="rId24"/>
            </p:custDataLst>
          </p:nvPr>
        </p:nvSpPr>
        <p:spPr bwMode="gray">
          <a:xfrm>
            <a:off x="4148138" y="4486275"/>
            <a:ext cx="760413" cy="122238"/>
          </a:xfrm>
          <a:prstGeom prst="rect">
            <a:avLst/>
          </a:prstGeom>
          <a:noFill/>
          <a:ln>
            <a:noFill/>
          </a:ln>
          <a:effectLst/>
          <a:extLst>
            <a:ext uri="{909E8E84-426E-40DD-AFC4-6F175D3DCCD1}">
              <a14:hiddenFill xmlns:a14="http://schemas.microsoft.com/office/drawing/2010/main">
                <a:solidFill>
                  <a:srgbClr val="405F5B"/>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25FFEC6-16B2-43E7-9E0A-EACF2E93C565}" type="datetime'M''''''''o''''''''b''''ile'''''''' Ch''a''''nn''''els'''''">
              <a:rPr lang="sv-SE" altLang="en-US" sz="800" smtClean="0">
                <a:latin typeface="+mn-lt"/>
                <a:ea typeface="+mn-ea"/>
                <a:cs typeface="+mn-cs"/>
              </a:rPr>
              <a:pPr/>
              <a:t>Mobile Channels</a:t>
            </a:fld>
            <a:endParaRPr lang="sv-SE" sz="800" dirty="0">
              <a:latin typeface="+mn-lt"/>
              <a:ea typeface="+mn-ea"/>
              <a:cs typeface="+mn-cs"/>
            </a:endParaRPr>
          </a:p>
        </p:txBody>
      </p:sp>
      <p:sp>
        <p:nvSpPr>
          <p:cNvPr id="53" name="Text Placeholder 4">
            <a:extLst>
              <a:ext uri="{FF2B5EF4-FFF2-40B4-BE49-F238E27FC236}">
                <a16:creationId xmlns:a16="http://schemas.microsoft.com/office/drawing/2014/main" id="{700755FE-FA85-0C1D-8CC0-8485094B53C9}"/>
              </a:ext>
            </a:extLst>
          </p:cNvPr>
          <p:cNvSpPr>
            <a:spLocks noGrp="1"/>
          </p:cNvSpPr>
          <p:nvPr>
            <p:custDataLst>
              <p:tags r:id="rId25"/>
            </p:custDataLst>
          </p:nvPr>
        </p:nvSpPr>
        <p:spPr bwMode="gray">
          <a:xfrm>
            <a:off x="6973888" y="4637088"/>
            <a:ext cx="665163" cy="122238"/>
          </a:xfrm>
          <a:prstGeom prst="rect">
            <a:avLst/>
          </a:prstGeom>
          <a:noFill/>
          <a:ln>
            <a:noFill/>
          </a:ln>
          <a:effectLst/>
          <a:extLst>
            <a:ext uri="{909E8E84-426E-40DD-AFC4-6F175D3DCCD1}">
              <a14:hiddenFill xmlns:a14="http://schemas.microsoft.com/office/drawing/2010/main">
                <a:solidFill>
                  <a:srgbClr val="405F5B"/>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DB7C5B5-D77C-403F-9F34-02FDA2E2F8D5}" type="datetime'T''''''r''a''d''e'''''''''''''' F''''''in''a''''n''''c''e'''''">
              <a:rPr lang="sv-SE" altLang="en-US" sz="800" smtClean="0">
                <a:latin typeface="+mn-lt"/>
                <a:ea typeface="+mn-ea"/>
                <a:cs typeface="+mn-cs"/>
              </a:rPr>
              <a:pPr/>
              <a:t>Trade Finance</a:t>
            </a:fld>
            <a:endParaRPr lang="sv-SE" sz="800" dirty="0">
              <a:latin typeface="+mn-lt"/>
              <a:ea typeface="+mn-ea"/>
              <a:cs typeface="+mn-cs"/>
            </a:endParaRPr>
          </a:p>
        </p:txBody>
      </p:sp>
      <p:sp>
        <p:nvSpPr>
          <p:cNvPr id="49" name="Text Placeholder 4">
            <a:extLst>
              <a:ext uri="{FF2B5EF4-FFF2-40B4-BE49-F238E27FC236}">
                <a16:creationId xmlns:a16="http://schemas.microsoft.com/office/drawing/2014/main" id="{E991C187-8B71-296C-ABCB-40400E19BB9C}"/>
              </a:ext>
            </a:extLst>
          </p:cNvPr>
          <p:cNvSpPr>
            <a:spLocks noGrp="1"/>
          </p:cNvSpPr>
          <p:nvPr>
            <p:custDataLst>
              <p:tags r:id="rId26"/>
            </p:custDataLst>
          </p:nvPr>
        </p:nvSpPr>
        <p:spPr bwMode="gray">
          <a:xfrm>
            <a:off x="3454400" y="4327525"/>
            <a:ext cx="10207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7C5002A-D00A-4145-BA00-1E4C9CA46D08}" type="datetime'T''r''''''''an''s''a''cti''on''a''''l'''' Ba''''nk''''in''g'''">
              <a:rPr lang="sv-SE" altLang="en-US" sz="800" smtClean="0">
                <a:latin typeface="+mn-lt"/>
                <a:ea typeface="+mn-ea"/>
                <a:cs typeface="+mn-cs"/>
              </a:rPr>
              <a:pPr/>
              <a:t>Transactional Banking</a:t>
            </a:fld>
            <a:endParaRPr lang="sv-SE" sz="800" dirty="0">
              <a:latin typeface="+mn-lt"/>
              <a:ea typeface="+mn-ea"/>
              <a:cs typeface="+mn-cs"/>
            </a:endParaRPr>
          </a:p>
        </p:txBody>
      </p:sp>
      <p:sp>
        <p:nvSpPr>
          <p:cNvPr id="34" name="Text Placeholder 4">
            <a:extLst>
              <a:ext uri="{FF2B5EF4-FFF2-40B4-BE49-F238E27FC236}">
                <a16:creationId xmlns:a16="http://schemas.microsoft.com/office/drawing/2014/main" id="{04F7AC2C-A151-3629-7319-88265A6E1D56}"/>
              </a:ext>
            </a:extLst>
          </p:cNvPr>
          <p:cNvSpPr>
            <a:spLocks noGrp="1"/>
          </p:cNvSpPr>
          <p:nvPr>
            <p:custDataLst>
              <p:tags r:id="rId27"/>
            </p:custDataLst>
          </p:nvPr>
        </p:nvSpPr>
        <p:spPr bwMode="gray">
          <a:xfrm>
            <a:off x="4692650" y="2351088"/>
            <a:ext cx="1204913"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C39BAD0-336B-41A3-87D4-0D5FA2190923}" type="datetime'Di''st''''r''i''b''''ution ''Ch''''''''a''in F''i''na''n''ce'">
              <a:rPr lang="sv-SE" altLang="en-US" sz="800" smtClean="0">
                <a:latin typeface="+mn-lt"/>
                <a:ea typeface="+mn-ea"/>
                <a:cs typeface="+mn-cs"/>
              </a:rPr>
              <a:pPr/>
              <a:t>Distribution Chain Finance</a:t>
            </a:fld>
            <a:endParaRPr lang="sv-SE" sz="800" dirty="0">
              <a:latin typeface="+mn-lt"/>
              <a:ea typeface="+mn-ea"/>
              <a:cs typeface="+mn-cs"/>
            </a:endParaRPr>
          </a:p>
        </p:txBody>
      </p:sp>
      <p:sp>
        <p:nvSpPr>
          <p:cNvPr id="48" name="Text Placeholder 4">
            <a:extLst>
              <a:ext uri="{FF2B5EF4-FFF2-40B4-BE49-F238E27FC236}">
                <a16:creationId xmlns:a16="http://schemas.microsoft.com/office/drawing/2014/main" id="{278262C7-B404-1911-7AD7-B547A7F822DA}"/>
              </a:ext>
            </a:extLst>
          </p:cNvPr>
          <p:cNvSpPr>
            <a:spLocks noGrp="1"/>
          </p:cNvSpPr>
          <p:nvPr>
            <p:custDataLst>
              <p:tags r:id="rId28"/>
            </p:custDataLst>
          </p:nvPr>
        </p:nvSpPr>
        <p:spPr bwMode="gray">
          <a:xfrm>
            <a:off x="4370388" y="4730750"/>
            <a:ext cx="6397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DD8C6A0-A7A3-4DB7-8782-C197044C04DC}" type="datetime'''D''a''i''''''l''''''y ''Ban''kin''''''''''''''''g'''''''">
              <a:rPr lang="sv-SE" altLang="en-US" sz="800" smtClean="0">
                <a:latin typeface="+mn-lt"/>
                <a:ea typeface="+mn-ea"/>
                <a:cs typeface="+mn-cs"/>
              </a:rPr>
              <a:pPr/>
              <a:t>Daily Banking</a:t>
            </a:fld>
            <a:endParaRPr lang="sv-SE" sz="800" dirty="0">
              <a:latin typeface="+mn-lt"/>
              <a:ea typeface="+mn-ea"/>
              <a:cs typeface="+mn-cs"/>
            </a:endParaRPr>
          </a:p>
        </p:txBody>
      </p:sp>
      <p:sp>
        <p:nvSpPr>
          <p:cNvPr id="51" name="Text Placeholder 4">
            <a:extLst>
              <a:ext uri="{FF2B5EF4-FFF2-40B4-BE49-F238E27FC236}">
                <a16:creationId xmlns:a16="http://schemas.microsoft.com/office/drawing/2014/main" id="{4D87F5E5-B79A-A39F-A586-5866740CFF96}"/>
              </a:ext>
            </a:extLst>
          </p:cNvPr>
          <p:cNvSpPr>
            <a:spLocks noGrp="1"/>
          </p:cNvSpPr>
          <p:nvPr>
            <p:custDataLst>
              <p:tags r:id="rId29"/>
            </p:custDataLst>
          </p:nvPr>
        </p:nvSpPr>
        <p:spPr bwMode="gray">
          <a:xfrm>
            <a:off x="3101975" y="4991100"/>
            <a:ext cx="446088" cy="122238"/>
          </a:xfrm>
          <a:prstGeom prst="rect">
            <a:avLst/>
          </a:prstGeom>
          <a:solidFill>
            <a:schemeClr val="accent3"/>
          </a:solidFill>
          <a:ln>
            <a:noFill/>
          </a:ln>
          <a:effec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6C19E5F-1BA1-4E4E-B63A-8BA5C8826B21}" type="datetime'''''''A''''c''''''''''quir''''''''''''''i''''''''''''''ng'">
              <a:rPr lang="sv-SE" altLang="en-US" sz="800" smtClean="0">
                <a:effectLst/>
                <a:latin typeface="+mn-lt"/>
                <a:ea typeface="+mn-ea"/>
                <a:cs typeface="+mn-cs"/>
              </a:rPr>
              <a:pPr/>
              <a:t>Acquiring</a:t>
            </a:fld>
            <a:endParaRPr lang="sv-SE" sz="800" dirty="0">
              <a:latin typeface="+mn-lt"/>
              <a:ea typeface="+mn-ea"/>
              <a:cs typeface="+mn-cs"/>
            </a:endParaRPr>
          </a:p>
        </p:txBody>
      </p:sp>
      <p:sp>
        <p:nvSpPr>
          <p:cNvPr id="35" name="Text Placeholder 4">
            <a:extLst>
              <a:ext uri="{FF2B5EF4-FFF2-40B4-BE49-F238E27FC236}">
                <a16:creationId xmlns:a16="http://schemas.microsoft.com/office/drawing/2014/main" id="{0E9234E0-8C88-7ABB-5C46-95A8E6F57D0B}"/>
              </a:ext>
            </a:extLst>
          </p:cNvPr>
          <p:cNvSpPr>
            <a:spLocks noGrp="1"/>
          </p:cNvSpPr>
          <p:nvPr>
            <p:custDataLst>
              <p:tags r:id="rId30"/>
            </p:custDataLst>
          </p:nvPr>
        </p:nvSpPr>
        <p:spPr bwMode="gray">
          <a:xfrm>
            <a:off x="7407275" y="2862263"/>
            <a:ext cx="920750"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D0DECC7-5714-4BEA-8428-75624241D0EB}" type="datetime'''P''a''''''sh''''a'' B''usi''''''ne''s''s'' A''p''''''p'''">
              <a:rPr lang="sv-SE" altLang="en-US" sz="800" smtClean="0">
                <a:latin typeface="+mn-lt"/>
                <a:ea typeface="+mn-ea"/>
                <a:cs typeface="+mn-cs"/>
              </a:rPr>
              <a:pPr/>
              <a:t>Pasha Business App</a:t>
            </a:fld>
            <a:endParaRPr lang="sv-SE" sz="800" dirty="0">
              <a:latin typeface="+mn-lt"/>
              <a:ea typeface="+mn-ea"/>
              <a:cs typeface="+mn-cs"/>
            </a:endParaRPr>
          </a:p>
        </p:txBody>
      </p:sp>
      <p:sp>
        <p:nvSpPr>
          <p:cNvPr id="50" name="Text Placeholder 4">
            <a:extLst>
              <a:ext uri="{FF2B5EF4-FFF2-40B4-BE49-F238E27FC236}">
                <a16:creationId xmlns:a16="http://schemas.microsoft.com/office/drawing/2014/main" id="{079EBA7B-74C9-6655-C964-989B27579E7A}"/>
              </a:ext>
            </a:extLst>
          </p:cNvPr>
          <p:cNvSpPr>
            <a:spLocks noGrp="1"/>
          </p:cNvSpPr>
          <p:nvPr>
            <p:custDataLst>
              <p:tags r:id="rId31"/>
            </p:custDataLst>
          </p:nvPr>
        </p:nvSpPr>
        <p:spPr bwMode="gray">
          <a:xfrm>
            <a:off x="3548063" y="4902200"/>
            <a:ext cx="719138"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ADE9E2A-B530-44F2-A92E-0892D2A5B2E4}" type="datetime'D''i''''''g''''''i''''ta''l P''l''at''''''''''''f''o''''''rm'">
              <a:rPr lang="sv-SE" altLang="en-US" sz="800" smtClean="0">
                <a:latin typeface="+mn-lt"/>
                <a:ea typeface="+mn-ea"/>
                <a:cs typeface="+mn-cs"/>
              </a:rPr>
              <a:pPr/>
              <a:t>Digital Platform</a:t>
            </a:fld>
            <a:endParaRPr lang="sv-SE" sz="800" dirty="0">
              <a:latin typeface="+mn-lt"/>
              <a:ea typeface="+mn-ea"/>
              <a:cs typeface="+mn-cs"/>
            </a:endParaRPr>
          </a:p>
        </p:txBody>
      </p:sp>
      <p:sp>
        <p:nvSpPr>
          <p:cNvPr id="52" name="Text Placeholder 4">
            <a:extLst>
              <a:ext uri="{FF2B5EF4-FFF2-40B4-BE49-F238E27FC236}">
                <a16:creationId xmlns:a16="http://schemas.microsoft.com/office/drawing/2014/main" id="{9E15D029-C404-2DAA-AD28-92063BA3229B}"/>
              </a:ext>
            </a:extLst>
          </p:cNvPr>
          <p:cNvSpPr>
            <a:spLocks noGrp="1"/>
          </p:cNvSpPr>
          <p:nvPr>
            <p:custDataLst>
              <p:tags r:id="rId32"/>
            </p:custDataLst>
          </p:nvPr>
        </p:nvSpPr>
        <p:spPr bwMode="gray">
          <a:xfrm>
            <a:off x="2867025" y="4519613"/>
            <a:ext cx="1016000" cy="122238"/>
          </a:xfrm>
          <a:prstGeom prst="rect">
            <a:avLst/>
          </a:prstGeom>
          <a:solidFill>
            <a:schemeClr val="accent3"/>
          </a:solidFill>
          <a:ln>
            <a:noFill/>
          </a:ln>
          <a:effectLst/>
        </p:spPr>
        <p:txBody>
          <a:bodyPr vert="horz" wrap="none" lIns="14288" tIns="0" rIns="14288"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579338C-CA5E-410D-8CC4-1086D3146FEB}" type="datetime'Re''''''tai''l&amp;''''P''ri''vate'' ''le''nd''''i''ng'''''''">
              <a:rPr lang="sv-SE" altLang="en-US" sz="800" smtClean="0">
                <a:effectLst/>
                <a:latin typeface="+mn-lt"/>
                <a:ea typeface="+mn-ea"/>
                <a:cs typeface="+mn-cs"/>
              </a:rPr>
              <a:pPr/>
              <a:t>Retail&amp;Private lending</a:t>
            </a:fld>
            <a:endParaRPr lang="sv-SE" sz="800" dirty="0">
              <a:latin typeface="+mn-lt"/>
              <a:ea typeface="+mn-ea"/>
              <a:cs typeface="+mn-cs"/>
            </a:endParaRPr>
          </a:p>
        </p:txBody>
      </p:sp>
      <p:sp>
        <p:nvSpPr>
          <p:cNvPr id="36" name="Text Placeholder 4">
            <a:extLst>
              <a:ext uri="{FF2B5EF4-FFF2-40B4-BE49-F238E27FC236}">
                <a16:creationId xmlns:a16="http://schemas.microsoft.com/office/drawing/2014/main" id="{AEB3160B-827C-AB99-5335-32D6238F6884}"/>
              </a:ext>
            </a:extLst>
          </p:cNvPr>
          <p:cNvSpPr>
            <a:spLocks noGrp="1"/>
          </p:cNvSpPr>
          <p:nvPr>
            <p:custDataLst>
              <p:tags r:id="rId33"/>
            </p:custDataLst>
          </p:nvPr>
        </p:nvSpPr>
        <p:spPr bwMode="gray">
          <a:xfrm>
            <a:off x="5661025" y="3198813"/>
            <a:ext cx="12334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54E710F-870A-425B-BEC7-F5A0956BF6C1}" type="datetime'''SM''''E'' Digita''''l Stranda''''r''t'''' L''''o''''an'">
              <a:rPr lang="sv-SE" altLang="en-US" sz="800" smtClean="0">
                <a:latin typeface="+mn-lt"/>
                <a:ea typeface="+mn-ea"/>
                <a:cs typeface="+mn-cs"/>
              </a:rPr>
              <a:pPr/>
              <a:t>SME Digital Strandart Loan</a:t>
            </a:fld>
            <a:endParaRPr lang="sv-SE" sz="800" dirty="0">
              <a:latin typeface="+mn-lt"/>
              <a:ea typeface="+mn-ea"/>
              <a:cs typeface="+mn-cs"/>
            </a:endParaRPr>
          </a:p>
        </p:txBody>
      </p:sp>
      <p:sp>
        <p:nvSpPr>
          <p:cNvPr id="55" name="Text Placeholder 4">
            <a:extLst>
              <a:ext uri="{FF2B5EF4-FFF2-40B4-BE49-F238E27FC236}">
                <a16:creationId xmlns:a16="http://schemas.microsoft.com/office/drawing/2014/main" id="{CD896743-C303-7C41-44A7-64A591617B58}"/>
              </a:ext>
            </a:extLst>
          </p:cNvPr>
          <p:cNvSpPr>
            <a:spLocks noGrp="1"/>
          </p:cNvSpPr>
          <p:nvPr>
            <p:custDataLst>
              <p:tags r:id="rId34"/>
            </p:custDataLst>
          </p:nvPr>
        </p:nvSpPr>
        <p:spPr bwMode="gray">
          <a:xfrm>
            <a:off x="2092325" y="4999038"/>
            <a:ext cx="774700"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FF3FB03-906F-4E76-BE52-ADA083A7D348}" type="datetime'Mi''''l''''''''e''s'''' ''a''''''''''nd ''''S''mil''e''''s'''">
              <a:rPr lang="sv-SE" altLang="en-US" sz="800" smtClean="0">
                <a:latin typeface="+mn-lt"/>
                <a:ea typeface="+mn-ea"/>
                <a:cs typeface="+mn-cs"/>
              </a:rPr>
              <a:pPr/>
              <a:t>Miles and Smiles</a:t>
            </a:fld>
            <a:endParaRPr lang="sv-SE" sz="800" dirty="0">
              <a:latin typeface="+mn-lt"/>
              <a:ea typeface="+mn-ea"/>
              <a:cs typeface="+mn-cs"/>
            </a:endParaRPr>
          </a:p>
        </p:txBody>
      </p:sp>
      <p:sp>
        <p:nvSpPr>
          <p:cNvPr id="37" name="Text Placeholder 4">
            <a:extLst>
              <a:ext uri="{FF2B5EF4-FFF2-40B4-BE49-F238E27FC236}">
                <a16:creationId xmlns:a16="http://schemas.microsoft.com/office/drawing/2014/main" id="{A714B49F-2F5A-9AC1-F233-B9240B4018F1}"/>
              </a:ext>
            </a:extLst>
          </p:cNvPr>
          <p:cNvSpPr>
            <a:spLocks noGrp="1"/>
          </p:cNvSpPr>
          <p:nvPr>
            <p:custDataLst>
              <p:tags r:id="rId35"/>
            </p:custDataLst>
          </p:nvPr>
        </p:nvSpPr>
        <p:spPr bwMode="gray">
          <a:xfrm>
            <a:off x="3379788" y="3802063"/>
            <a:ext cx="679450" cy="122238"/>
          </a:xfrm>
          <a:prstGeom prst="rect">
            <a:avLst/>
          </a:prstGeom>
          <a:solidFill>
            <a:schemeClr val="accent3"/>
          </a:solidFill>
          <a:ln>
            <a:noFill/>
          </a:ln>
          <a:effec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D2DBF93-E085-4AF3-8D30-1750F891D215}" type="datetime'Di''''g''ita''''l'''''''' ''D''ep''o''''sit'">
              <a:rPr lang="sv-SE" altLang="en-US" sz="800" smtClean="0">
                <a:effectLst/>
                <a:latin typeface="+mn-lt"/>
                <a:ea typeface="+mn-ea"/>
                <a:cs typeface="+mn-cs"/>
              </a:rPr>
              <a:pPr/>
              <a:t>Digital Deposit</a:t>
            </a:fld>
            <a:endParaRPr lang="sv-SE" sz="800" dirty="0">
              <a:latin typeface="+mn-lt"/>
              <a:ea typeface="+mn-ea"/>
              <a:cs typeface="+mn-cs"/>
            </a:endParaRPr>
          </a:p>
        </p:txBody>
      </p:sp>
      <p:sp>
        <p:nvSpPr>
          <p:cNvPr id="38" name="Text Placeholder 4">
            <a:extLst>
              <a:ext uri="{FF2B5EF4-FFF2-40B4-BE49-F238E27FC236}">
                <a16:creationId xmlns:a16="http://schemas.microsoft.com/office/drawing/2014/main" id="{5A672551-CA43-3BC1-0352-19CDBF7ABBFD}"/>
              </a:ext>
            </a:extLst>
          </p:cNvPr>
          <p:cNvSpPr>
            <a:spLocks noGrp="1"/>
          </p:cNvSpPr>
          <p:nvPr>
            <p:custDataLst>
              <p:tags r:id="rId36"/>
            </p:custDataLst>
          </p:nvPr>
        </p:nvSpPr>
        <p:spPr bwMode="gray">
          <a:xfrm>
            <a:off x="4743450" y="3871913"/>
            <a:ext cx="4651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94B45EF-2B53-402C-B6C0-217285DC4D96}" type="datetime'''''''''Payme''''n''''''''''''''''''''t''''''''''''s'''''''">
              <a:rPr lang="sv-SE" altLang="en-US" sz="800" smtClean="0">
                <a:latin typeface="+mn-lt"/>
                <a:ea typeface="+mn-ea"/>
                <a:cs typeface="+mn-cs"/>
              </a:rPr>
              <a:pPr/>
              <a:t>Payments</a:t>
            </a:fld>
            <a:endParaRPr lang="sv-SE" sz="800" dirty="0">
              <a:latin typeface="+mn-lt"/>
              <a:ea typeface="+mn-ea"/>
              <a:cs typeface="+mn-cs"/>
            </a:endParaRPr>
          </a:p>
        </p:txBody>
      </p:sp>
      <p:sp>
        <p:nvSpPr>
          <p:cNvPr id="44" name="Text Placeholder 4">
            <a:extLst>
              <a:ext uri="{FF2B5EF4-FFF2-40B4-BE49-F238E27FC236}">
                <a16:creationId xmlns:a16="http://schemas.microsoft.com/office/drawing/2014/main" id="{B90352F1-766E-277F-3BC1-CAEEA102878C}"/>
              </a:ext>
            </a:extLst>
          </p:cNvPr>
          <p:cNvSpPr>
            <a:spLocks noGrp="1"/>
          </p:cNvSpPr>
          <p:nvPr>
            <p:custDataLst>
              <p:tags r:id="rId37"/>
            </p:custDataLst>
          </p:nvPr>
        </p:nvSpPr>
        <p:spPr bwMode="gray">
          <a:xfrm>
            <a:off x="3495675" y="5159375"/>
            <a:ext cx="622300" cy="122238"/>
          </a:xfrm>
          <a:prstGeom prst="rect">
            <a:avLst/>
          </a:prstGeom>
          <a:noFill/>
          <a:ln>
            <a:noFill/>
          </a:ln>
          <a:effectLst/>
          <a:extLst>
            <a:ext uri="{909E8E84-426E-40DD-AFC4-6F175D3DCCD1}">
              <a14:hiddenFill xmlns:a14="http://schemas.microsoft.com/office/drawing/2010/main">
                <a:solidFill>
                  <a:schemeClr val="accent3"/>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32E51B9-3E8F-42B0-843F-926D03C3923E}" type="datetime'''''''C''''''''''''''ore'' s''''''''qu''''''''''ad ''2'">
              <a:rPr lang="sv-SE" altLang="en-US" sz="800" smtClean="0">
                <a:latin typeface="+mn-lt"/>
                <a:ea typeface="+mn-ea"/>
                <a:cs typeface="+mn-cs"/>
              </a:rPr>
              <a:pPr/>
              <a:t>Core squad 2</a:t>
            </a:fld>
            <a:endParaRPr lang="sv-SE" sz="800" dirty="0">
              <a:latin typeface="+mn-lt"/>
              <a:ea typeface="+mn-ea"/>
              <a:cs typeface="+mn-cs"/>
            </a:endParaRPr>
          </a:p>
        </p:txBody>
      </p:sp>
      <p:sp>
        <p:nvSpPr>
          <p:cNvPr id="45" name="Text Placeholder 4">
            <a:extLst>
              <a:ext uri="{FF2B5EF4-FFF2-40B4-BE49-F238E27FC236}">
                <a16:creationId xmlns:a16="http://schemas.microsoft.com/office/drawing/2014/main" id="{4C365FA8-62E6-F8F9-FD42-8C68D295F1ED}"/>
              </a:ext>
            </a:extLst>
          </p:cNvPr>
          <p:cNvSpPr>
            <a:spLocks noGrp="1"/>
          </p:cNvSpPr>
          <p:nvPr>
            <p:custDataLst>
              <p:tags r:id="rId38"/>
            </p:custDataLst>
          </p:nvPr>
        </p:nvSpPr>
        <p:spPr bwMode="gray">
          <a:xfrm>
            <a:off x="6845300" y="5410200"/>
            <a:ext cx="1028700"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C3B72BF-7D2E-4BE4-82BA-BCC67D1EB32C}" type="datetime'''''''''''C''''o''nt''r''act ma''''''''n''''''''age''''m''ent'">
              <a:rPr lang="sv-SE" altLang="en-US" sz="800" smtClean="0">
                <a:latin typeface="+mn-lt"/>
                <a:ea typeface="+mn-ea"/>
                <a:cs typeface="+mn-cs"/>
              </a:rPr>
              <a:pPr/>
              <a:t>Contract management</a:t>
            </a:fld>
            <a:endParaRPr lang="sv-SE" sz="800" dirty="0">
              <a:latin typeface="+mn-lt"/>
              <a:ea typeface="+mn-ea"/>
              <a:cs typeface="+mn-cs"/>
            </a:endParaRPr>
          </a:p>
        </p:txBody>
      </p:sp>
      <p:sp>
        <p:nvSpPr>
          <p:cNvPr id="46" name="Text Placeholder 4">
            <a:extLst>
              <a:ext uri="{FF2B5EF4-FFF2-40B4-BE49-F238E27FC236}">
                <a16:creationId xmlns:a16="http://schemas.microsoft.com/office/drawing/2014/main" id="{83BD1BC4-173B-7976-BFD0-3BC724D48369}"/>
              </a:ext>
            </a:extLst>
          </p:cNvPr>
          <p:cNvSpPr>
            <a:spLocks noGrp="1"/>
          </p:cNvSpPr>
          <p:nvPr>
            <p:custDataLst>
              <p:tags r:id="rId39"/>
            </p:custDataLst>
          </p:nvPr>
        </p:nvSpPr>
        <p:spPr bwMode="gray">
          <a:xfrm>
            <a:off x="2609850" y="5410200"/>
            <a:ext cx="868363" cy="122238"/>
          </a:xfrm>
          <a:prstGeom prst="rect">
            <a:avLst/>
          </a:prstGeom>
          <a:solidFill>
            <a:schemeClr val="accent3"/>
          </a:solidFill>
          <a:ln>
            <a:noFill/>
          </a:ln>
          <a:effec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133C4FD-3B0B-424C-834A-F240D3293F3F}" type="datetime'''''C''ash mana''g''''''''''em''''''''''''''''''''en''''t'">
              <a:rPr lang="sv-SE" altLang="en-US" sz="800" smtClean="0">
                <a:effectLst/>
                <a:latin typeface="+mn-lt"/>
                <a:ea typeface="+mn-ea"/>
                <a:cs typeface="+mn-cs"/>
              </a:rPr>
              <a:pPr/>
              <a:t>Cash management</a:t>
            </a:fld>
            <a:endParaRPr lang="sv-SE" sz="800" dirty="0">
              <a:latin typeface="+mn-lt"/>
              <a:ea typeface="+mn-ea"/>
              <a:cs typeface="+mn-cs"/>
            </a:endParaRPr>
          </a:p>
        </p:txBody>
      </p:sp>
      <p:sp>
        <p:nvSpPr>
          <p:cNvPr id="43" name="Text Placeholder 4">
            <a:extLst>
              <a:ext uri="{FF2B5EF4-FFF2-40B4-BE49-F238E27FC236}">
                <a16:creationId xmlns:a16="http://schemas.microsoft.com/office/drawing/2014/main" id="{20EDF311-2C8E-542B-EABA-ADB0694CA50E}"/>
              </a:ext>
            </a:extLst>
          </p:cNvPr>
          <p:cNvSpPr>
            <a:spLocks noGrp="1"/>
          </p:cNvSpPr>
          <p:nvPr>
            <p:custDataLst>
              <p:tags r:id="rId40"/>
            </p:custDataLst>
          </p:nvPr>
        </p:nvSpPr>
        <p:spPr bwMode="gray">
          <a:xfrm>
            <a:off x="2254250" y="4872038"/>
            <a:ext cx="612775"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9EFEA8D-57E5-4786-B562-19538DB350BE}" type="datetime'C''''R''M'''''''''' ''S''''''''up''''''p''''''o''''''''rt'">
              <a:rPr lang="sv-SE" altLang="en-US" sz="800" smtClean="0">
                <a:latin typeface="+mn-lt"/>
                <a:ea typeface="+mn-ea"/>
                <a:cs typeface="+mn-cs"/>
              </a:rPr>
              <a:pPr/>
              <a:t>CRM Support</a:t>
            </a:fld>
            <a:endParaRPr lang="sv-SE" sz="800" dirty="0">
              <a:latin typeface="+mn-lt"/>
              <a:ea typeface="+mn-ea"/>
              <a:cs typeface="+mn-cs"/>
            </a:endParaRPr>
          </a:p>
        </p:txBody>
      </p:sp>
      <p:sp>
        <p:nvSpPr>
          <p:cNvPr id="39" name="Text Placeholder 4">
            <a:extLst>
              <a:ext uri="{FF2B5EF4-FFF2-40B4-BE49-F238E27FC236}">
                <a16:creationId xmlns:a16="http://schemas.microsoft.com/office/drawing/2014/main" id="{EBF21AD2-3DA3-7E88-9FAB-D25EC7F50DA4}"/>
              </a:ext>
            </a:extLst>
          </p:cNvPr>
          <p:cNvSpPr>
            <a:spLocks noGrp="1"/>
          </p:cNvSpPr>
          <p:nvPr>
            <p:custDataLst>
              <p:tags r:id="rId41"/>
            </p:custDataLst>
          </p:nvPr>
        </p:nvSpPr>
        <p:spPr bwMode="gray">
          <a:xfrm>
            <a:off x="3803650" y="3976688"/>
            <a:ext cx="352425" cy="122238"/>
          </a:xfrm>
          <a:prstGeom prst="rect">
            <a:avLst/>
          </a:prstGeom>
          <a:noFill/>
          <a:ln>
            <a:noFill/>
          </a:ln>
          <a:effectLst/>
          <a:extLst>
            <a:ext uri="{909E8E84-426E-40DD-AFC4-6F175D3DCCD1}">
              <a14:hiddenFill xmlns:a14="http://schemas.microsoft.com/office/drawing/2010/main">
                <a:solidFill>
                  <a:srgbClr val="74A09B"/>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2D93AC6-B965-409D-81B9-85B482CF4183}" type="datetime'''''''''''''''I''ss''''''''''''''''''''u''''in''g'''''''">
              <a:rPr lang="sv-SE" altLang="en-US" sz="800" smtClean="0">
                <a:latin typeface="+mn-lt"/>
                <a:ea typeface="+mn-ea"/>
                <a:cs typeface="+mn-cs"/>
              </a:rPr>
              <a:pPr/>
              <a:t>Issuing</a:t>
            </a:fld>
            <a:endParaRPr lang="sv-SE" sz="800" dirty="0">
              <a:latin typeface="+mn-lt"/>
              <a:ea typeface="+mn-ea"/>
              <a:cs typeface="+mn-cs"/>
            </a:endParaRPr>
          </a:p>
        </p:txBody>
      </p:sp>
      <p:sp>
        <p:nvSpPr>
          <p:cNvPr id="40" name="Text Placeholder 4">
            <a:extLst>
              <a:ext uri="{FF2B5EF4-FFF2-40B4-BE49-F238E27FC236}">
                <a16:creationId xmlns:a16="http://schemas.microsoft.com/office/drawing/2014/main" id="{77824B32-3EBB-9BE4-590D-C7593FCBFAB0}"/>
              </a:ext>
            </a:extLst>
          </p:cNvPr>
          <p:cNvSpPr>
            <a:spLocks noGrp="1"/>
          </p:cNvSpPr>
          <p:nvPr>
            <p:custDataLst>
              <p:tags r:id="rId42"/>
            </p:custDataLst>
          </p:nvPr>
        </p:nvSpPr>
        <p:spPr bwMode="gray">
          <a:xfrm>
            <a:off x="6942138" y="4068763"/>
            <a:ext cx="990600"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B8386A4-62E5-4D23-B44A-9852543B9475}" type="datetime'S''u''''pp''ly Ch''''''''''''''a''''i''''''''n F''ina''nce'''">
              <a:rPr lang="sv-SE" altLang="en-US" sz="800" smtClean="0">
                <a:latin typeface="+mn-lt"/>
                <a:ea typeface="+mn-ea"/>
                <a:cs typeface="+mn-cs"/>
              </a:rPr>
              <a:pPr/>
              <a:t>Supply Chain Finance</a:t>
            </a:fld>
            <a:endParaRPr lang="sv-SE" sz="800" dirty="0">
              <a:latin typeface="+mn-lt"/>
              <a:ea typeface="+mn-ea"/>
              <a:cs typeface="+mn-cs"/>
            </a:endParaRPr>
          </a:p>
        </p:txBody>
      </p:sp>
      <p:sp>
        <p:nvSpPr>
          <p:cNvPr id="41" name="Text Placeholder 4">
            <a:extLst>
              <a:ext uri="{FF2B5EF4-FFF2-40B4-BE49-F238E27FC236}">
                <a16:creationId xmlns:a16="http://schemas.microsoft.com/office/drawing/2014/main" id="{4C836D22-266F-9B29-E06C-96C6AA9C8C5B}"/>
              </a:ext>
            </a:extLst>
          </p:cNvPr>
          <p:cNvSpPr>
            <a:spLocks noGrp="1"/>
          </p:cNvSpPr>
          <p:nvPr>
            <p:custDataLst>
              <p:tags r:id="rId43"/>
            </p:custDataLst>
          </p:nvPr>
        </p:nvSpPr>
        <p:spPr bwMode="gray">
          <a:xfrm>
            <a:off x="5575300" y="4254500"/>
            <a:ext cx="501650" cy="122238"/>
          </a:xfrm>
          <a:prstGeom prst="rect">
            <a:avLst/>
          </a:prstGeom>
          <a:noFill/>
          <a:ln>
            <a:noFill/>
          </a:ln>
          <a:effectLst/>
          <a:extLst>
            <a:ext uri="{909E8E84-426E-40DD-AFC4-6F175D3DCCD1}">
              <a14:hiddenFill xmlns:a14="http://schemas.microsoft.com/office/drawing/2010/main">
                <a:solidFill>
                  <a:srgbClr val="405F5B"/>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9BDFB15-F8E8-41BD-B845-C9394D982264}" type="datetime'Di''g''it''''al'''''''' ''''''C''''''I''''''''''''B'''''''''">
              <a:rPr lang="sv-SE" altLang="en-US" sz="800" smtClean="0">
                <a:latin typeface="+mn-lt"/>
                <a:ea typeface="+mn-ea"/>
                <a:cs typeface="+mn-cs"/>
              </a:rPr>
              <a:pPr/>
              <a:t>Digital CIB</a:t>
            </a:fld>
            <a:endParaRPr lang="sv-SE" sz="800" dirty="0">
              <a:latin typeface="+mn-lt"/>
              <a:ea typeface="+mn-ea"/>
              <a:cs typeface="+mn-cs"/>
            </a:endParaRPr>
          </a:p>
        </p:txBody>
      </p:sp>
      <p:sp>
        <p:nvSpPr>
          <p:cNvPr id="42" name="Text Placeholder 4">
            <a:extLst>
              <a:ext uri="{FF2B5EF4-FFF2-40B4-BE49-F238E27FC236}">
                <a16:creationId xmlns:a16="http://schemas.microsoft.com/office/drawing/2014/main" id="{62753FE2-1047-1D4A-3A14-6DE98528A0A5}"/>
              </a:ext>
            </a:extLst>
          </p:cNvPr>
          <p:cNvSpPr>
            <a:spLocks noGrp="1"/>
          </p:cNvSpPr>
          <p:nvPr>
            <p:custDataLst>
              <p:tags r:id="rId44"/>
            </p:custDataLst>
          </p:nvPr>
        </p:nvSpPr>
        <p:spPr bwMode="gray">
          <a:xfrm>
            <a:off x="2586038" y="4265613"/>
            <a:ext cx="676275" cy="1222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05CC7E3-8D42-4CA4-AEB6-55C2E814F7D9}" type="datetime'CR''''''''M ''Tel''''''''''''''''''''''''esale''''s'''''''''''">
              <a:rPr lang="sv-SE" altLang="en-US" sz="800" smtClean="0">
                <a:latin typeface="+mn-lt"/>
                <a:ea typeface="+mn-ea"/>
                <a:cs typeface="+mn-cs"/>
              </a:rPr>
              <a:pPr/>
              <a:t>CRM Telesales</a:t>
            </a:fld>
            <a:endParaRPr lang="sv-SE" sz="800" dirty="0">
              <a:latin typeface="+mn-lt"/>
              <a:ea typeface="+mn-ea"/>
              <a:cs typeface="+mn-cs"/>
            </a:endParaRPr>
          </a:p>
        </p:txBody>
      </p:sp>
      <p:sp>
        <p:nvSpPr>
          <p:cNvPr id="47" name="Text Placeholder 4">
            <a:extLst>
              <a:ext uri="{FF2B5EF4-FFF2-40B4-BE49-F238E27FC236}">
                <a16:creationId xmlns:a16="http://schemas.microsoft.com/office/drawing/2014/main" id="{D35F7570-F376-D8E7-79C3-7643C0DB27D6}"/>
              </a:ext>
            </a:extLst>
          </p:cNvPr>
          <p:cNvSpPr>
            <a:spLocks noGrp="1"/>
          </p:cNvSpPr>
          <p:nvPr>
            <p:custDataLst>
              <p:tags r:id="rId45"/>
            </p:custDataLst>
          </p:nvPr>
        </p:nvSpPr>
        <p:spPr bwMode="gray">
          <a:xfrm>
            <a:off x="7456488" y="5253038"/>
            <a:ext cx="9017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276A5F5-9FCF-417D-86D7-D0B27970D377}" type="datetime'''C''''o''''''''u''nt''''''''erp''art''''''y'''' che''''ck'">
              <a:rPr lang="sv-SE" altLang="en-US" sz="800" smtClean="0">
                <a:latin typeface="+mn-lt"/>
                <a:ea typeface="+mn-ea"/>
                <a:cs typeface="+mn-cs"/>
              </a:rPr>
              <a:pPr/>
              <a:t>Counterparty check</a:t>
            </a:fld>
            <a:endParaRPr lang="sv-SE" sz="800" dirty="0">
              <a:latin typeface="+mn-lt"/>
              <a:ea typeface="+mn-ea"/>
              <a:cs typeface="+mn-cs"/>
            </a:endParaRPr>
          </a:p>
        </p:txBody>
      </p:sp>
      <p:sp>
        <p:nvSpPr>
          <p:cNvPr id="56" name="Oval 55">
            <a:extLst>
              <a:ext uri="{FF2B5EF4-FFF2-40B4-BE49-F238E27FC236}">
                <a16:creationId xmlns:a16="http://schemas.microsoft.com/office/drawing/2014/main" id="{04C191C3-B12B-4183-1187-B348EF9762D3}"/>
              </a:ext>
            </a:extLst>
          </p:cNvPr>
          <p:cNvSpPr/>
          <p:nvPr>
            <p:custDataLst>
              <p:tags r:id="rId46"/>
            </p:custDataLst>
          </p:nvPr>
        </p:nvSpPr>
        <p:spPr bwMode="auto">
          <a:xfrm>
            <a:off x="6246813" y="1111250"/>
            <a:ext cx="139700" cy="139700"/>
          </a:xfrm>
          <a:prstGeom prst="ellipse">
            <a:avLst/>
          </a:prstGeom>
          <a:solidFill>
            <a:srgbClr val="B9D0CD"/>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7" name="Oval 56">
            <a:extLst>
              <a:ext uri="{FF2B5EF4-FFF2-40B4-BE49-F238E27FC236}">
                <a16:creationId xmlns:a16="http://schemas.microsoft.com/office/drawing/2014/main" id="{43364B0B-691B-3250-5C2F-15FFABEAE4BF}"/>
              </a:ext>
            </a:extLst>
          </p:cNvPr>
          <p:cNvSpPr/>
          <p:nvPr>
            <p:custDataLst>
              <p:tags r:id="rId47"/>
            </p:custDataLst>
          </p:nvPr>
        </p:nvSpPr>
        <p:spPr bwMode="auto">
          <a:xfrm>
            <a:off x="6727825" y="1111250"/>
            <a:ext cx="139700" cy="139700"/>
          </a:xfrm>
          <a:prstGeom prst="ellipse">
            <a:avLst/>
          </a:prstGeom>
          <a:solidFill>
            <a:srgbClr val="74A09B"/>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8" name="Oval 57">
            <a:extLst>
              <a:ext uri="{FF2B5EF4-FFF2-40B4-BE49-F238E27FC236}">
                <a16:creationId xmlns:a16="http://schemas.microsoft.com/office/drawing/2014/main" id="{B437E16E-EB12-DBF4-C73B-2341D48B21B6}"/>
              </a:ext>
            </a:extLst>
          </p:cNvPr>
          <p:cNvSpPr/>
          <p:nvPr>
            <p:custDataLst>
              <p:tags r:id="rId48"/>
            </p:custDataLst>
          </p:nvPr>
        </p:nvSpPr>
        <p:spPr bwMode="auto">
          <a:xfrm>
            <a:off x="7467600" y="1111250"/>
            <a:ext cx="139700" cy="139700"/>
          </a:xfrm>
          <a:prstGeom prst="ellipse">
            <a:avLst/>
          </a:prstGeom>
          <a:solidFill>
            <a:srgbClr val="405F5B"/>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9" name="Oval 58">
            <a:extLst>
              <a:ext uri="{FF2B5EF4-FFF2-40B4-BE49-F238E27FC236}">
                <a16:creationId xmlns:a16="http://schemas.microsoft.com/office/drawing/2014/main" id="{933A49CB-1F4C-1F1C-C348-7C8CBEB66287}"/>
              </a:ext>
            </a:extLst>
          </p:cNvPr>
          <p:cNvSpPr/>
          <p:nvPr>
            <p:custDataLst>
              <p:tags r:id="rId49"/>
            </p:custDataLst>
          </p:nvPr>
        </p:nvSpPr>
        <p:spPr bwMode="auto">
          <a:xfrm>
            <a:off x="7999413" y="1111250"/>
            <a:ext cx="139700" cy="139700"/>
          </a:xfrm>
          <a:prstGeom prst="ellipse">
            <a:avLst/>
          </a:prstGeom>
          <a:solidFill>
            <a:schemeClr val="accent2"/>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0" name="Text Placeholder 4">
            <a:extLst>
              <a:ext uri="{FF2B5EF4-FFF2-40B4-BE49-F238E27FC236}">
                <a16:creationId xmlns:a16="http://schemas.microsoft.com/office/drawing/2014/main" id="{3A2D9CA5-3C33-B5D5-0FCF-A43CEEFDF0D7}"/>
              </a:ext>
            </a:extLst>
          </p:cNvPr>
          <p:cNvSpPr>
            <a:spLocks noGrp="1"/>
          </p:cNvSpPr>
          <p:nvPr>
            <p:custDataLst>
              <p:tags r:id="rId50"/>
            </p:custDataLst>
          </p:nvPr>
        </p:nvSpPr>
        <p:spPr bwMode="auto">
          <a:xfrm>
            <a:off x="6437313" y="1109663"/>
            <a:ext cx="190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5AE0FF3-7E8D-48A4-8845-59C236011257}" type="datetime'''''''''l''''''''''''''''''''''''''o''''''''''''''''''w'''''">
              <a:rPr lang="sv-SE" altLang="en-US" sz="1000" smtClean="0">
                <a:latin typeface="+mn-lt"/>
                <a:ea typeface="+mn-ea"/>
                <a:cs typeface="+mn-cs"/>
              </a:rPr>
              <a:pPr/>
              <a:t>low</a:t>
            </a:fld>
            <a:endParaRPr lang="sv-SE" sz="1000" dirty="0">
              <a:latin typeface="+mn-lt"/>
              <a:ea typeface="+mn-ea"/>
              <a:cs typeface="+mn-cs"/>
            </a:endParaRPr>
          </a:p>
        </p:txBody>
      </p:sp>
      <p:sp>
        <p:nvSpPr>
          <p:cNvPr id="61" name="Text Placeholder 4">
            <a:extLst>
              <a:ext uri="{FF2B5EF4-FFF2-40B4-BE49-F238E27FC236}">
                <a16:creationId xmlns:a16="http://schemas.microsoft.com/office/drawing/2014/main" id="{24905079-70F3-81DA-B893-D38237EC42A0}"/>
              </a:ext>
            </a:extLst>
          </p:cNvPr>
          <p:cNvSpPr>
            <a:spLocks noGrp="1"/>
          </p:cNvSpPr>
          <p:nvPr>
            <p:custDataLst>
              <p:tags r:id="rId51"/>
            </p:custDataLst>
          </p:nvPr>
        </p:nvSpPr>
        <p:spPr bwMode="auto">
          <a:xfrm>
            <a:off x="6918325" y="1109663"/>
            <a:ext cx="449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69AC82E-9D30-4D5B-8889-2796D3CD5E79}" type="datetime'''''m''''''''''e''''''''d''''''''''''i''''''''''''''um'">
              <a:rPr lang="sv-SE" altLang="en-US" sz="1000" smtClean="0">
                <a:latin typeface="+mn-lt"/>
                <a:ea typeface="+mn-ea"/>
                <a:cs typeface="+mn-cs"/>
              </a:rPr>
              <a:pPr/>
              <a:t>medium</a:t>
            </a:fld>
            <a:endParaRPr lang="sv-SE" sz="1000" dirty="0">
              <a:latin typeface="+mn-lt"/>
              <a:ea typeface="+mn-ea"/>
              <a:cs typeface="+mn-cs"/>
            </a:endParaRPr>
          </a:p>
        </p:txBody>
      </p:sp>
      <p:sp>
        <p:nvSpPr>
          <p:cNvPr id="62" name="Text Placeholder 4">
            <a:extLst>
              <a:ext uri="{FF2B5EF4-FFF2-40B4-BE49-F238E27FC236}">
                <a16:creationId xmlns:a16="http://schemas.microsoft.com/office/drawing/2014/main" id="{7A955AD3-22FE-3592-BCFF-BBA44E6BFC55}"/>
              </a:ext>
            </a:extLst>
          </p:cNvPr>
          <p:cNvSpPr>
            <a:spLocks noGrp="1"/>
          </p:cNvSpPr>
          <p:nvPr>
            <p:custDataLst>
              <p:tags r:id="rId52"/>
            </p:custDataLst>
          </p:nvPr>
        </p:nvSpPr>
        <p:spPr bwMode="auto">
          <a:xfrm>
            <a:off x="7658100" y="1109663"/>
            <a:ext cx="2413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8B4F588-2BDF-4479-827A-1357D095F11A}" type="datetime'''''''''''''h''''''''''''''i''g''''''''''''h'''''''''''''">
              <a:rPr lang="sv-SE" altLang="en-US" sz="1000" smtClean="0">
                <a:latin typeface="+mn-lt"/>
                <a:ea typeface="+mn-ea"/>
                <a:cs typeface="+mn-cs"/>
              </a:rPr>
              <a:pPr/>
              <a:t>high</a:t>
            </a:fld>
            <a:endParaRPr lang="sv-SE" sz="1000" dirty="0">
              <a:latin typeface="+mn-lt"/>
              <a:ea typeface="+mn-ea"/>
              <a:cs typeface="+mn-cs"/>
            </a:endParaRPr>
          </a:p>
        </p:txBody>
      </p:sp>
      <p:sp>
        <p:nvSpPr>
          <p:cNvPr id="63" name="Text Placeholder 4">
            <a:extLst>
              <a:ext uri="{FF2B5EF4-FFF2-40B4-BE49-F238E27FC236}">
                <a16:creationId xmlns:a16="http://schemas.microsoft.com/office/drawing/2014/main" id="{1D1BD236-9262-6A9C-C6DA-28EBB819DC25}"/>
              </a:ext>
            </a:extLst>
          </p:cNvPr>
          <p:cNvSpPr>
            <a:spLocks noGrp="1"/>
          </p:cNvSpPr>
          <p:nvPr>
            <p:custDataLst>
              <p:tags r:id="rId53"/>
            </p:custDataLst>
          </p:nvPr>
        </p:nvSpPr>
        <p:spPr bwMode="auto">
          <a:xfrm>
            <a:off x="8189913" y="1109663"/>
            <a:ext cx="2333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3D62F63-5A22-4AE6-993D-33780AA08CBD}" type="datetime'''''''''''e''''''''''l''''''''i''''t''''''''''''''''''e'''">
              <a:rPr lang="sv-SE" altLang="en-US" sz="1000" smtClean="0">
                <a:latin typeface="+mn-lt"/>
                <a:ea typeface="+mn-ea"/>
                <a:cs typeface="+mn-cs"/>
              </a:rPr>
              <a:pPr/>
              <a:t>elite</a:t>
            </a:fld>
            <a:endParaRPr lang="sv-SE" sz="1000" dirty="0">
              <a:latin typeface="+mn-lt"/>
              <a:ea typeface="+mn-ea"/>
              <a:cs typeface="+mn-cs"/>
            </a:endParaRPr>
          </a:p>
        </p:txBody>
      </p:sp>
      <p:sp>
        <p:nvSpPr>
          <p:cNvPr id="64" name="TextBox 63">
            <a:extLst>
              <a:ext uri="{FF2B5EF4-FFF2-40B4-BE49-F238E27FC236}">
                <a16:creationId xmlns:a16="http://schemas.microsoft.com/office/drawing/2014/main" id="{976F4F90-3FA5-5450-971D-3A7D1419EFCD}"/>
              </a:ext>
            </a:extLst>
          </p:cNvPr>
          <p:cNvSpPr txBox="1">
            <a:spLocks/>
          </p:cNvSpPr>
          <p:nvPr/>
        </p:nvSpPr>
        <p:spPr>
          <a:xfrm>
            <a:off x="1136324" y="2002608"/>
            <a:ext cx="1505220"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b="1" dirty="0">
                <a:solidFill>
                  <a:schemeClr val="accent2"/>
                </a:solidFill>
              </a:rPr>
              <a:t>STRONG</a:t>
            </a:r>
            <a:br>
              <a:rPr lang="en-US" sz="800" b="1" dirty="0">
                <a:solidFill>
                  <a:schemeClr val="accent2"/>
                </a:solidFill>
              </a:rPr>
            </a:br>
            <a:r>
              <a:rPr lang="en-US" sz="800" b="1" dirty="0">
                <a:solidFill>
                  <a:schemeClr val="accent2"/>
                </a:solidFill>
              </a:rPr>
              <a:t>fast lead time and low failure</a:t>
            </a:r>
            <a:endParaRPr lang="sv-SE" sz="800" b="1" dirty="0">
              <a:solidFill>
                <a:schemeClr val="accent2"/>
              </a:solidFill>
            </a:endParaRPr>
          </a:p>
        </p:txBody>
      </p:sp>
      <p:sp>
        <p:nvSpPr>
          <p:cNvPr id="65" name="TextBox 64">
            <a:extLst>
              <a:ext uri="{FF2B5EF4-FFF2-40B4-BE49-F238E27FC236}">
                <a16:creationId xmlns:a16="http://schemas.microsoft.com/office/drawing/2014/main" id="{5138E923-448B-0C88-9D3C-A84AE62AFD36}"/>
              </a:ext>
            </a:extLst>
          </p:cNvPr>
          <p:cNvSpPr txBox="1">
            <a:spLocks/>
          </p:cNvSpPr>
          <p:nvPr/>
        </p:nvSpPr>
        <p:spPr>
          <a:xfrm>
            <a:off x="6867525" y="1965769"/>
            <a:ext cx="1619033"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b="1" dirty="0">
                <a:solidFill>
                  <a:schemeClr val="tx1"/>
                </a:solidFill>
              </a:rPr>
              <a:t>WEAK: </a:t>
            </a:r>
            <a:br>
              <a:rPr lang="en-US" sz="800" b="1" dirty="0">
                <a:solidFill>
                  <a:schemeClr val="tx1"/>
                </a:solidFill>
              </a:rPr>
            </a:br>
            <a:r>
              <a:rPr lang="en-US" sz="800" b="1" dirty="0">
                <a:solidFill>
                  <a:schemeClr val="tx1"/>
                </a:solidFill>
              </a:rPr>
              <a:t>slow lead time and high failure </a:t>
            </a:r>
            <a:endParaRPr lang="sv-SE" sz="800" b="1" dirty="0">
              <a:solidFill>
                <a:schemeClr val="tx1"/>
              </a:solidFill>
            </a:endParaRPr>
          </a:p>
        </p:txBody>
      </p:sp>
      <p:sp>
        <p:nvSpPr>
          <p:cNvPr id="66" name="TextBox 65">
            <a:extLst>
              <a:ext uri="{FF2B5EF4-FFF2-40B4-BE49-F238E27FC236}">
                <a16:creationId xmlns:a16="http://schemas.microsoft.com/office/drawing/2014/main" id="{FD1464C8-C461-3ED3-3951-0E5CA320DB4E}"/>
              </a:ext>
            </a:extLst>
          </p:cNvPr>
          <p:cNvSpPr txBox="1"/>
          <p:nvPr>
            <p:custDataLst>
              <p:tags r:id="rId54"/>
            </p:custDataLst>
          </p:nvPr>
        </p:nvSpPr>
        <p:spPr>
          <a:xfrm>
            <a:off x="1014413" y="6110823"/>
            <a:ext cx="7459663" cy="12311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t>Lead time for changes (hours)</a:t>
            </a:r>
            <a:endParaRPr lang="sv-SE" sz="800" dirty="0"/>
          </a:p>
        </p:txBody>
      </p:sp>
      <p:sp>
        <p:nvSpPr>
          <p:cNvPr id="67" name="TextBox 66">
            <a:extLst>
              <a:ext uri="{FF2B5EF4-FFF2-40B4-BE49-F238E27FC236}">
                <a16:creationId xmlns:a16="http://schemas.microsoft.com/office/drawing/2014/main" id="{948CE998-C93F-9BE5-415D-049C20B6D79D}"/>
              </a:ext>
            </a:extLst>
          </p:cNvPr>
          <p:cNvSpPr txBox="1"/>
          <p:nvPr/>
        </p:nvSpPr>
        <p:spPr>
          <a:xfrm rot="16200000">
            <a:off x="85611" y="3908945"/>
            <a:ext cx="1082027" cy="123111"/>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t>Change failure rate (%)</a:t>
            </a:r>
            <a:endParaRPr lang="sv-SE" sz="800" dirty="0"/>
          </a:p>
        </p:txBody>
      </p:sp>
      <p:sp>
        <p:nvSpPr>
          <p:cNvPr id="68" name="TextBox 67">
            <a:extLst>
              <a:ext uri="{FF2B5EF4-FFF2-40B4-BE49-F238E27FC236}">
                <a16:creationId xmlns:a16="http://schemas.microsoft.com/office/drawing/2014/main" id="{BD897D76-5CEA-F9F4-EC0B-60CB048778A0}"/>
              </a:ext>
            </a:extLst>
          </p:cNvPr>
          <p:cNvSpPr txBox="1"/>
          <p:nvPr/>
        </p:nvSpPr>
        <p:spPr>
          <a:xfrm>
            <a:off x="1069958" y="3674631"/>
            <a:ext cx="1150956" cy="123111"/>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i="1" dirty="0"/>
              <a:t>15% change-failure band</a:t>
            </a:r>
            <a:endParaRPr lang="sv-SE" sz="800" i="1" dirty="0"/>
          </a:p>
        </p:txBody>
      </p:sp>
    </p:spTree>
    <p:extLst>
      <p:ext uri="{BB962C8B-B14F-4D97-AF65-F5344CB8AC3E}">
        <p14:creationId xmlns:p14="http://schemas.microsoft.com/office/powerpoint/2010/main" val="402071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27E5-C8D0-DD5D-BAE9-A08331C6E6F7}"/>
            </a:ext>
          </a:extLst>
        </p:cNvPr>
        <p:cNvGrpSpPr/>
        <p:nvPr/>
      </p:nvGrpSpPr>
      <p:grpSpPr>
        <a:xfrm>
          <a:off x="0" y="0"/>
          <a:ext cx="0" cy="0"/>
          <a:chOff x="0" y="0"/>
          <a:chExt cx="0" cy="0"/>
        </a:xfrm>
      </p:grpSpPr>
      <p:graphicFrame>
        <p:nvGraphicFramePr>
          <p:cNvPr id="34" name="Object 2" hidden="1">
            <a:extLst>
              <a:ext uri="{FF2B5EF4-FFF2-40B4-BE49-F238E27FC236}">
                <a16:creationId xmlns:a16="http://schemas.microsoft.com/office/drawing/2014/main" id="{8B928861-279E-426C-916C-6605FED5301A}"/>
              </a:ext>
            </a:extLst>
          </p:cNvPr>
          <p:cNvGraphicFramePr>
            <a:graphicFrameLocks noChangeAspect="1"/>
          </p:cNvGraphicFramePr>
          <p:nvPr>
            <p:custDataLst>
              <p:tags r:id="rId2"/>
            </p:custDataLst>
            <p:extLst>
              <p:ext uri="{D42A27DB-BD31-4B8C-83A1-F6EECF244321}">
                <p14:modId xmlns:p14="http://schemas.microsoft.com/office/powerpoint/2010/main" val="2583804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08" imgH="408" progId="TCLayout.ActiveDocument.1">
                  <p:embed/>
                </p:oleObj>
              </mc:Choice>
              <mc:Fallback>
                <p:oleObj name="think-cell Slide" r:id="rId12" imgW="408" imgH="408" progId="TCLayout.ActiveDocument.1">
                  <p:embed/>
                  <p:pic>
                    <p:nvPicPr>
                      <p:cNvPr id="34" name="Object 2" hidden="1">
                        <a:extLst>
                          <a:ext uri="{FF2B5EF4-FFF2-40B4-BE49-F238E27FC236}">
                            <a16:creationId xmlns:a16="http://schemas.microsoft.com/office/drawing/2014/main" id="{8B928861-279E-426C-916C-6605FED5301A}"/>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7BFEA67F-FBA1-13BA-9525-4C29DADB0CA0}"/>
              </a:ext>
            </a:extLst>
          </p:cNvPr>
          <p:cNvSpPr>
            <a:spLocks noGrp="1"/>
          </p:cNvSpPr>
          <p:nvPr>
            <p:ph type="title"/>
            <p:custDataLst>
              <p:tags r:id="rId3"/>
            </p:custDataLst>
          </p:nvPr>
        </p:nvSpPr>
        <p:spPr>
          <a:xfrm>
            <a:off x="554734" y="436526"/>
            <a:ext cx="11082528" cy="769441"/>
          </a:xfrm>
          <a:noFill/>
          <a:ln/>
          <a:effectLst/>
          <a:extLst>
            <a:ext uri="{909E8E84-426E-40DD-AFC4-6F175D3DCCD1}">
              <a14:hiddenFill xmlns:a14="http://schemas.microsoft.com/office/drawing/2010/main">
                <a:solidFill>
                  <a:srgbClr val="FFFFFF"/>
                </a:solidFill>
              </a14:hiddenFill>
            </a:ext>
          </a:extLst>
        </p:spPr>
        <p:txBody>
          <a:bodyPr vert="horz" wrap="square" anchor="b">
            <a:spAutoFit/>
          </a:bodyPr>
          <a:lstStyle/>
          <a:p>
            <a:pPr>
              <a:defRPr sz="2500" b="1">
                <a:solidFill>
                  <a:schemeClr val="dk1"/>
                </a:solidFill>
                <a:latin typeface="+mj-lt"/>
              </a:defRPr>
            </a:pPr>
            <a:r>
              <a:rPr dirty="0"/>
              <a:t>How software is designed, built and delivered - themes to explore together</a:t>
            </a:r>
            <a:endParaRPr lang="en-CZ" dirty="0"/>
          </a:p>
        </p:txBody>
      </p:sp>
      <p:sp>
        <p:nvSpPr>
          <p:cNvPr id="9" name="Text Placeholder 8">
            <a:extLst>
              <a:ext uri="{FF2B5EF4-FFF2-40B4-BE49-F238E27FC236}">
                <a16:creationId xmlns:a16="http://schemas.microsoft.com/office/drawing/2014/main" id="{DF2F5B04-213F-828F-AC29-3C9764C0AD82}"/>
              </a:ext>
            </a:extLst>
          </p:cNvPr>
          <p:cNvSpPr>
            <a:spLocks noGrp="1"/>
          </p:cNvSpPr>
          <p:nvPr>
            <p:ph type="body" sz="quarter" idx="10"/>
          </p:nvPr>
        </p:nvSpPr>
        <p:spPr/>
        <p:txBody>
          <a:bodyPr/>
          <a:lstStyle/>
          <a:p>
            <a:endParaRPr lang="sv-SE"/>
          </a:p>
        </p:txBody>
      </p:sp>
      <p:sp>
        <p:nvSpPr>
          <p:cNvPr id="20" name="TextBox 19"/>
          <p:cNvSpPr txBox="1"/>
          <p:nvPr/>
        </p:nvSpPr>
        <p:spPr>
          <a:xfrm>
            <a:off x="8961930" y="2392580"/>
            <a:ext cx="2675334" cy="958276"/>
          </a:xfrm>
          <a:prstGeom prst="rect">
            <a:avLst/>
          </a:prstGeom>
          <a:noFill/>
        </p:spPr>
        <p:txBody>
          <a:bodyPr wrap="square" lIns="0" tIns="0" rIns="0" bIns="0">
            <a:spAutoFit/>
          </a:bodyPr>
          <a:lstStyle/>
          <a:p>
            <a:pPr>
              <a:lnSpc>
                <a:spcPct val="105000"/>
              </a:lnSpc>
            </a:pPr>
            <a:r>
              <a:rPr sz="1000" dirty="0">
                <a:solidFill>
                  <a:schemeClr val="dk1"/>
                </a:solidFill>
                <a:latin typeface="+mn-lt"/>
              </a:rPr>
              <a:t>Engineering practices tend to vary from squad to squad, so good habits in one team are not automatically the norm elsewhere. Making strong practice the default - and visible - helps lift the whole </a:t>
            </a:r>
            <a:r>
              <a:rPr sz="1000" dirty="0" err="1">
                <a:solidFill>
                  <a:schemeClr val="dk1"/>
                </a:solidFill>
                <a:latin typeface="+mn-lt"/>
              </a:rPr>
              <a:t>organisation</a:t>
            </a:r>
            <a:r>
              <a:rPr sz="1000" dirty="0">
                <a:solidFill>
                  <a:schemeClr val="dk1"/>
                </a:solidFill>
                <a:latin typeface="+mn-lt"/>
              </a:rPr>
              <a:t> rather than isolated pockets.</a:t>
            </a:r>
          </a:p>
        </p:txBody>
      </p:sp>
      <p:sp>
        <p:nvSpPr>
          <p:cNvPr id="41" name="TextBox 40">
            <a:extLst>
              <a:ext uri="{FF2B5EF4-FFF2-40B4-BE49-F238E27FC236}">
                <a16:creationId xmlns:a16="http://schemas.microsoft.com/office/drawing/2014/main" id="{B9FD8015-B8C5-F90F-D3E8-DBB9F3E5158C}"/>
              </a:ext>
            </a:extLst>
          </p:cNvPr>
          <p:cNvSpPr txBox="1"/>
          <p:nvPr/>
        </p:nvSpPr>
        <p:spPr>
          <a:xfrm>
            <a:off x="8961930" y="3622674"/>
            <a:ext cx="2675334"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How do we make the best teams' practices the standard for all?</a:t>
            </a:r>
          </a:p>
        </p:txBody>
      </p:sp>
      <p:cxnSp>
        <p:nvCxnSpPr>
          <p:cNvPr id="42" name="Connector 18">
            <a:extLst>
              <a:ext uri="{FF2B5EF4-FFF2-40B4-BE49-F238E27FC236}">
                <a16:creationId xmlns:a16="http://schemas.microsoft.com/office/drawing/2014/main" id="{836AA557-275A-91C7-5A4F-4BB78A64AB13}"/>
              </a:ext>
            </a:extLst>
          </p:cNvPr>
          <p:cNvCxnSpPr/>
          <p:nvPr/>
        </p:nvCxnSpPr>
        <p:spPr>
          <a:xfrm>
            <a:off x="8957162" y="3570632"/>
            <a:ext cx="267056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a:spLocks/>
          </p:cNvSpPr>
          <p:nvPr/>
        </p:nvSpPr>
        <p:spPr>
          <a:xfrm>
            <a:off x="554736" y="2392580"/>
            <a:ext cx="2680102" cy="958276"/>
          </a:xfrm>
          <a:prstGeom prst="rect">
            <a:avLst/>
          </a:prstGeom>
          <a:noFill/>
        </p:spPr>
        <p:txBody>
          <a:bodyPr wrap="square" lIns="0" tIns="0" rIns="0" bIns="0">
            <a:spAutoFit/>
          </a:bodyPr>
          <a:lstStyle/>
          <a:p>
            <a:pPr>
              <a:lnSpc>
                <a:spcPct val="105000"/>
              </a:lnSpc>
            </a:pPr>
            <a:r>
              <a:rPr sz="1000" dirty="0">
                <a:solidFill>
                  <a:schemeClr val="dk1"/>
                </a:solidFill>
                <a:latin typeface="+mn-lt"/>
              </a:rPr>
              <a:t>A well-documented, gated lifecycle sets the intended way of working. The value comes when those gates are applied consistently across every team - so the question is less about the design and more about how reliably it is followed in day-to-day delivery.</a:t>
            </a:r>
          </a:p>
        </p:txBody>
      </p:sp>
      <p:sp>
        <p:nvSpPr>
          <p:cNvPr id="38" name="TextBox 37">
            <a:extLst>
              <a:ext uri="{FF2B5EF4-FFF2-40B4-BE49-F238E27FC236}">
                <a16:creationId xmlns:a16="http://schemas.microsoft.com/office/drawing/2014/main" id="{C19F0EB9-D237-9095-19C6-3FA0C2D24453}"/>
              </a:ext>
            </a:extLst>
          </p:cNvPr>
          <p:cNvSpPr txBox="1">
            <a:spLocks/>
          </p:cNvSpPr>
          <p:nvPr/>
        </p:nvSpPr>
        <p:spPr>
          <a:xfrm>
            <a:off x="554736" y="3622674"/>
            <a:ext cx="2680102"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How consistently are our process gates applied across teams?</a:t>
            </a:r>
          </a:p>
        </p:txBody>
      </p:sp>
      <p:cxnSp>
        <p:nvCxnSpPr>
          <p:cNvPr id="43" name="Connector 6">
            <a:extLst>
              <a:ext uri="{FF2B5EF4-FFF2-40B4-BE49-F238E27FC236}">
                <a16:creationId xmlns:a16="http://schemas.microsoft.com/office/drawing/2014/main" id="{AB39AA8E-09C1-56D7-6F28-D4C118DDA4D1}"/>
              </a:ext>
            </a:extLst>
          </p:cNvPr>
          <p:cNvCxnSpPr>
            <a:cxnSpLocks/>
          </p:cNvCxnSpPr>
          <p:nvPr/>
        </p:nvCxnSpPr>
        <p:spPr>
          <a:xfrm>
            <a:off x="554736" y="3570632"/>
            <a:ext cx="2680102"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60313" y="2392580"/>
            <a:ext cx="2675334" cy="958276"/>
          </a:xfrm>
          <a:prstGeom prst="rect">
            <a:avLst/>
          </a:prstGeom>
          <a:noFill/>
        </p:spPr>
        <p:txBody>
          <a:bodyPr wrap="square" lIns="0" tIns="0" rIns="0" bIns="0">
            <a:spAutoFit/>
          </a:bodyPr>
          <a:lstStyle/>
          <a:p>
            <a:pPr>
              <a:lnSpc>
                <a:spcPct val="105000"/>
              </a:lnSpc>
            </a:pPr>
            <a:r>
              <a:rPr sz="1000" dirty="0">
                <a:solidFill>
                  <a:schemeClr val="dk1"/>
                </a:solidFill>
                <a:latin typeface="+mn-lt"/>
              </a:rPr>
              <a:t>Quality is strongest when it is engineered in early - through automated tests and embedded quality assurance - rather than caught at the end. Understanding where testing is automated versus manual shows how much confidence we can place in each release.</a:t>
            </a:r>
          </a:p>
        </p:txBody>
      </p:sp>
      <p:sp>
        <p:nvSpPr>
          <p:cNvPr id="39" name="TextBox 38">
            <a:extLst>
              <a:ext uri="{FF2B5EF4-FFF2-40B4-BE49-F238E27FC236}">
                <a16:creationId xmlns:a16="http://schemas.microsoft.com/office/drawing/2014/main" id="{3A3124B3-F6A9-A217-2FC7-01C4AEB9F5C9}"/>
              </a:ext>
            </a:extLst>
          </p:cNvPr>
          <p:cNvSpPr txBox="1"/>
          <p:nvPr/>
        </p:nvSpPr>
        <p:spPr>
          <a:xfrm>
            <a:off x="3360313" y="3622674"/>
            <a:ext cx="2675334"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a:t>Where do we rely on automated testing versus manual checks?</a:t>
            </a:r>
            <a:endParaRPr lang="en-US" sz="1000" b="1" dirty="0"/>
          </a:p>
        </p:txBody>
      </p:sp>
      <p:cxnSp>
        <p:nvCxnSpPr>
          <p:cNvPr id="44" name="Connector 10">
            <a:extLst>
              <a:ext uri="{FF2B5EF4-FFF2-40B4-BE49-F238E27FC236}">
                <a16:creationId xmlns:a16="http://schemas.microsoft.com/office/drawing/2014/main" id="{C27A95F7-05A7-B53B-D85A-C49060A6B0AA}"/>
              </a:ext>
            </a:extLst>
          </p:cNvPr>
          <p:cNvCxnSpPr/>
          <p:nvPr/>
        </p:nvCxnSpPr>
        <p:spPr>
          <a:xfrm>
            <a:off x="3355545" y="3570632"/>
            <a:ext cx="267056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961930" y="1851937"/>
            <a:ext cx="2675334" cy="430887"/>
          </a:xfrm>
          <a:prstGeom prst="rect">
            <a:avLst/>
          </a:prstGeom>
          <a:noFill/>
        </p:spPr>
        <p:txBody>
          <a:bodyPr wrap="square" lIns="0" tIns="0" rIns="0" bIns="0" anchor="b">
            <a:spAutoFit/>
          </a:bodyPr>
          <a:lstStyle/>
          <a:p>
            <a:r>
              <a:rPr sz="1400" b="1">
                <a:solidFill>
                  <a:schemeClr val="dk1"/>
                </a:solidFill>
                <a:latin typeface="+mn-lt"/>
              </a:rPr>
              <a:t>A common standard across teams</a:t>
            </a:r>
          </a:p>
        </p:txBody>
      </p:sp>
      <p:cxnSp>
        <p:nvCxnSpPr>
          <p:cNvPr id="19" name="Connector 18"/>
          <p:cNvCxnSpPr/>
          <p:nvPr/>
        </p:nvCxnSpPr>
        <p:spPr>
          <a:xfrm>
            <a:off x="8957162" y="2305712"/>
            <a:ext cx="267056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a:spLocks/>
          </p:cNvSpPr>
          <p:nvPr/>
        </p:nvSpPr>
        <p:spPr>
          <a:xfrm>
            <a:off x="554736" y="1851937"/>
            <a:ext cx="2680102" cy="430887"/>
          </a:xfrm>
          <a:prstGeom prst="rect">
            <a:avLst/>
          </a:prstGeom>
          <a:noFill/>
        </p:spPr>
        <p:txBody>
          <a:bodyPr wrap="square" lIns="0" tIns="0" rIns="0" bIns="0" anchor="b">
            <a:spAutoFit/>
          </a:bodyPr>
          <a:lstStyle/>
          <a:p>
            <a:r>
              <a:rPr sz="1400" b="1" dirty="0">
                <a:solidFill>
                  <a:schemeClr val="dk1"/>
                </a:solidFill>
                <a:latin typeface="+mn-lt"/>
              </a:rPr>
              <a:t>From a designed process to a lived one</a:t>
            </a:r>
          </a:p>
        </p:txBody>
      </p:sp>
      <p:cxnSp>
        <p:nvCxnSpPr>
          <p:cNvPr id="7" name="Connector 6"/>
          <p:cNvCxnSpPr>
            <a:cxnSpLocks/>
          </p:cNvCxnSpPr>
          <p:nvPr/>
        </p:nvCxnSpPr>
        <p:spPr>
          <a:xfrm>
            <a:off x="554736" y="2305712"/>
            <a:ext cx="2680102"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60313" y="1851937"/>
            <a:ext cx="2675334" cy="430887"/>
          </a:xfrm>
          <a:prstGeom prst="rect">
            <a:avLst/>
          </a:prstGeom>
          <a:noFill/>
        </p:spPr>
        <p:txBody>
          <a:bodyPr wrap="square" lIns="0" tIns="0" rIns="0" bIns="0" anchor="b">
            <a:spAutoFit/>
          </a:bodyPr>
          <a:lstStyle/>
          <a:p>
            <a:r>
              <a:rPr sz="1400" b="1" dirty="0">
                <a:solidFill>
                  <a:schemeClr val="dk1"/>
                </a:solidFill>
                <a:latin typeface="+mn-lt"/>
              </a:rPr>
              <a:t>Building quality in, not catching it late</a:t>
            </a:r>
          </a:p>
        </p:txBody>
      </p:sp>
      <p:cxnSp>
        <p:nvCxnSpPr>
          <p:cNvPr id="11" name="Connector 10"/>
          <p:cNvCxnSpPr/>
          <p:nvPr/>
        </p:nvCxnSpPr>
        <p:spPr>
          <a:xfrm>
            <a:off x="3355545" y="2305712"/>
            <a:ext cx="267056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56354" y="1851937"/>
            <a:ext cx="2680102" cy="430887"/>
          </a:xfrm>
          <a:prstGeom prst="rect">
            <a:avLst/>
          </a:prstGeom>
          <a:noFill/>
        </p:spPr>
        <p:txBody>
          <a:bodyPr wrap="square" lIns="0" tIns="0" rIns="0" bIns="0" anchor="b">
            <a:spAutoFit/>
          </a:bodyPr>
          <a:lstStyle/>
          <a:p>
            <a:r>
              <a:rPr sz="1400" b="1" dirty="0">
                <a:solidFill>
                  <a:schemeClr val="dk1"/>
                </a:solidFill>
                <a:latin typeface="+mn-lt"/>
              </a:rPr>
              <a:t>Automation and AI in the lifecycle</a:t>
            </a:r>
          </a:p>
        </p:txBody>
      </p:sp>
      <p:cxnSp>
        <p:nvCxnSpPr>
          <p:cNvPr id="15" name="Connector 14"/>
          <p:cNvCxnSpPr/>
          <p:nvPr/>
        </p:nvCxnSpPr>
        <p:spPr>
          <a:xfrm>
            <a:off x="6156355" y="2305712"/>
            <a:ext cx="267532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56354" y="2392580"/>
            <a:ext cx="2680102" cy="1119858"/>
          </a:xfrm>
          <a:prstGeom prst="rect">
            <a:avLst/>
          </a:prstGeom>
          <a:noFill/>
        </p:spPr>
        <p:txBody>
          <a:bodyPr wrap="square" lIns="0" tIns="0" rIns="0" bIns="0">
            <a:spAutoFit/>
          </a:bodyPr>
          <a:lstStyle/>
          <a:p>
            <a:pPr>
              <a:lnSpc>
                <a:spcPct val="105000"/>
              </a:lnSpc>
            </a:pPr>
            <a:r>
              <a:rPr sz="1000" dirty="0">
                <a:solidFill>
                  <a:schemeClr val="dk1"/>
                </a:solidFill>
                <a:latin typeface="+mn-lt"/>
              </a:rPr>
              <a:t>Modern delivery automates repetitive steps - from infrastructure to testing and deployment - and increasingly brings AI assistance into the developer workflow. Mapping where automation and AI are already in use, and where they are not, points to practical gains in speed and quality.</a:t>
            </a:r>
          </a:p>
        </p:txBody>
      </p:sp>
      <p:sp>
        <p:nvSpPr>
          <p:cNvPr id="40" name="TextBox 39">
            <a:extLst>
              <a:ext uri="{FF2B5EF4-FFF2-40B4-BE49-F238E27FC236}">
                <a16:creationId xmlns:a16="http://schemas.microsoft.com/office/drawing/2014/main" id="{78A08BD7-4EFD-9284-A426-180B5352DF79}"/>
              </a:ext>
            </a:extLst>
          </p:cNvPr>
          <p:cNvSpPr txBox="1"/>
          <p:nvPr/>
        </p:nvSpPr>
        <p:spPr>
          <a:xfrm>
            <a:off x="6156354" y="3622674"/>
            <a:ext cx="2680102" cy="311945"/>
          </a:xfrm>
          <a:prstGeom prst="rect">
            <a:avLst/>
          </a:prstGeom>
          <a:noFill/>
        </p:spPr>
        <p:txBody>
          <a:bodyPr wrap="square" lIns="0" tIns="0" rIns="0" bIns="0">
            <a:spAutoFit/>
          </a:bodyPr>
          <a:lstStyle/>
          <a:p>
            <a:pPr>
              <a:lnSpc>
                <a:spcPct val="105000"/>
              </a:lnSpc>
              <a:spcBef>
                <a:spcPts val="600"/>
              </a:spcBef>
              <a:buClr>
                <a:schemeClr val="tx1"/>
              </a:buClr>
            </a:pPr>
            <a:r>
              <a:rPr lang="en-US" sz="1000" b="1" dirty="0"/>
              <a:t>Where could automation and AI take routine work out of the lifecycle?</a:t>
            </a:r>
          </a:p>
        </p:txBody>
      </p:sp>
      <p:cxnSp>
        <p:nvCxnSpPr>
          <p:cNvPr id="45" name="Connector 14">
            <a:extLst>
              <a:ext uri="{FF2B5EF4-FFF2-40B4-BE49-F238E27FC236}">
                <a16:creationId xmlns:a16="http://schemas.microsoft.com/office/drawing/2014/main" id="{A5051027-A5D9-763D-C267-8D34A91536C8}"/>
              </a:ext>
            </a:extLst>
          </p:cNvPr>
          <p:cNvCxnSpPr/>
          <p:nvPr/>
        </p:nvCxnSpPr>
        <p:spPr>
          <a:xfrm>
            <a:off x="6156355" y="3570632"/>
            <a:ext cx="267532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61" name="CustomIcon">
            <a:extLst>
              <a:ext uri="{FF2B5EF4-FFF2-40B4-BE49-F238E27FC236}">
                <a16:creationId xmlns:a16="http://schemas.microsoft.com/office/drawing/2014/main" id="{A20F530D-9EEA-E48C-6563-7830714814E7}"/>
              </a:ext>
            </a:extLst>
          </p:cNvPr>
          <p:cNvPicPr>
            <a:picLocks/>
          </p:cNvPicPr>
          <p:nvPr>
            <p:custDataLst>
              <p:tags r:id="rId4"/>
            </p:custDataLst>
          </p:nvPr>
        </p:nvPicPr>
        <p:blipFill>
          <a:blip>
            <a:extLst>
              <a:ext uri="{96DAC541-7B7A-43D3-8B79-37D633B846F1}">
                <asvg:svgBlip xmlns:asvg="http://schemas.microsoft.com/office/drawing/2016/SVG/main" r:embed="rId14"/>
              </a:ext>
            </a:extLst>
          </a:blip>
          <a:stretch>
            <a:fillRect/>
          </a:stretch>
        </p:blipFill>
        <p:spPr>
          <a:xfrm>
            <a:off x="554736" y="1498474"/>
            <a:ext cx="318247" cy="318247"/>
          </a:xfrm>
          <a:prstGeom prst="rect">
            <a:avLst/>
          </a:prstGeom>
        </p:spPr>
      </p:pic>
      <p:pic>
        <p:nvPicPr>
          <p:cNvPr id="65" name="CustomIcon">
            <a:extLst>
              <a:ext uri="{FF2B5EF4-FFF2-40B4-BE49-F238E27FC236}">
                <a16:creationId xmlns:a16="http://schemas.microsoft.com/office/drawing/2014/main" id="{42A53CC1-CBFC-302E-818A-D0366589840A}"/>
              </a:ext>
            </a:extLst>
          </p:cNvPr>
          <p:cNvPicPr>
            <a:picLocks/>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6159532" y="1498474"/>
            <a:ext cx="318247" cy="318247"/>
          </a:xfrm>
          <a:prstGeom prst="rect">
            <a:avLst/>
          </a:prstGeom>
        </p:spPr>
      </p:pic>
      <p:pic>
        <p:nvPicPr>
          <p:cNvPr id="67" name="CustomIcon">
            <a:extLst>
              <a:ext uri="{FF2B5EF4-FFF2-40B4-BE49-F238E27FC236}">
                <a16:creationId xmlns:a16="http://schemas.microsoft.com/office/drawing/2014/main" id="{3DD36B07-8DF5-A4A1-1A29-95EC6EEF8AEC}"/>
              </a:ext>
            </a:extLst>
          </p:cNvPr>
          <p:cNvPicPr>
            <a:picLocks/>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8961930" y="1498474"/>
            <a:ext cx="318247" cy="318247"/>
          </a:xfrm>
          <a:prstGeom prst="rect">
            <a:avLst/>
          </a:prstGeom>
        </p:spPr>
      </p:pic>
      <p:sp>
        <p:nvSpPr>
          <p:cNvPr id="24" name="TextBox 23"/>
          <p:cNvSpPr txBox="1">
            <a:spLocks/>
          </p:cNvSpPr>
          <p:nvPr/>
        </p:nvSpPr>
        <p:spPr>
          <a:xfrm>
            <a:off x="554736" y="5046327"/>
            <a:ext cx="2680102" cy="796693"/>
          </a:xfrm>
          <a:prstGeom prst="rect">
            <a:avLst/>
          </a:prstGeom>
          <a:noFill/>
        </p:spPr>
        <p:txBody>
          <a:bodyPr wrap="square" lIns="0" tIns="0" rIns="0" bIns="0">
            <a:spAutoFit/>
          </a:bodyPr>
          <a:lstStyle/>
          <a:p>
            <a:pPr>
              <a:lnSpc>
                <a:spcPct val="105000"/>
              </a:lnSpc>
            </a:pPr>
            <a:r>
              <a:rPr sz="1000" dirty="0">
                <a:solidFill>
                  <a:schemeClr val="dk1"/>
                </a:solidFill>
                <a:latin typeface="+mn-lt"/>
              </a:rPr>
              <a:t>Healthy delivery balances speed with stability - changes that reach production quickly and rarely fail. Looking at both together highlights where delivery is smooth and where teams face slower, riskier paths to release.</a:t>
            </a:r>
          </a:p>
        </p:txBody>
      </p:sp>
      <p:sp>
        <p:nvSpPr>
          <p:cNvPr id="52" name="TextBox 51">
            <a:extLst>
              <a:ext uri="{FF2B5EF4-FFF2-40B4-BE49-F238E27FC236}">
                <a16:creationId xmlns:a16="http://schemas.microsoft.com/office/drawing/2014/main" id="{8F28B140-063F-2D54-B7C6-69BE18218055}"/>
              </a:ext>
            </a:extLst>
          </p:cNvPr>
          <p:cNvSpPr txBox="1">
            <a:spLocks/>
          </p:cNvSpPr>
          <p:nvPr/>
        </p:nvSpPr>
        <p:spPr>
          <a:xfrm>
            <a:off x="554736" y="6118903"/>
            <a:ext cx="2680102" cy="311945"/>
          </a:xfrm>
          <a:prstGeom prst="rect">
            <a:avLst/>
          </a:prstGeom>
          <a:noFill/>
        </p:spPr>
        <p:txBody>
          <a:bodyPr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a:solidFill>
                  <a:schemeClr val="tx1"/>
                </a:solidFill>
              </a:rPr>
              <a:t>Where is delivery both fast and stable - and where is it neither?</a:t>
            </a:r>
            <a:endParaRPr lang="en-US" dirty="0">
              <a:solidFill>
                <a:schemeClr val="tx1"/>
              </a:solidFill>
            </a:endParaRPr>
          </a:p>
        </p:txBody>
      </p:sp>
      <p:cxnSp>
        <p:nvCxnSpPr>
          <p:cNvPr id="53" name="Connector 6">
            <a:extLst>
              <a:ext uri="{FF2B5EF4-FFF2-40B4-BE49-F238E27FC236}">
                <a16:creationId xmlns:a16="http://schemas.microsoft.com/office/drawing/2014/main" id="{BAA967AE-2B1C-9256-CF0F-B233BB25023C}"/>
              </a:ext>
            </a:extLst>
          </p:cNvPr>
          <p:cNvCxnSpPr>
            <a:cxnSpLocks/>
          </p:cNvCxnSpPr>
          <p:nvPr/>
        </p:nvCxnSpPr>
        <p:spPr>
          <a:xfrm>
            <a:off x="554736" y="6073913"/>
            <a:ext cx="2680102"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60313" y="5046327"/>
            <a:ext cx="2675334" cy="958276"/>
          </a:xfrm>
          <a:prstGeom prst="rect">
            <a:avLst/>
          </a:prstGeom>
          <a:noFill/>
        </p:spPr>
        <p:txBody>
          <a:bodyPr wrap="square" lIns="0" tIns="0" rIns="0" bIns="0">
            <a:spAutoFit/>
          </a:bodyPr>
          <a:lstStyle/>
          <a:p>
            <a:pPr>
              <a:lnSpc>
                <a:spcPct val="105000"/>
              </a:lnSpc>
            </a:pPr>
            <a:r>
              <a:rPr sz="1000" dirty="0">
                <a:solidFill>
                  <a:schemeClr val="dk1"/>
                </a:solidFill>
                <a:latin typeface="+mn-lt"/>
              </a:rPr>
              <a:t>However strong the process, issues will reach production from time to time. The ability to detect, roll back and recover quickly is often what separates resilient delivery from fragile delivery - and is worth as much attention as preventing failures.</a:t>
            </a:r>
          </a:p>
        </p:txBody>
      </p:sp>
      <p:sp>
        <p:nvSpPr>
          <p:cNvPr id="51" name="TextBox 50">
            <a:extLst>
              <a:ext uri="{FF2B5EF4-FFF2-40B4-BE49-F238E27FC236}">
                <a16:creationId xmlns:a16="http://schemas.microsoft.com/office/drawing/2014/main" id="{AE4A4C4C-C3F7-7F76-F8F1-8C6000780966}"/>
              </a:ext>
            </a:extLst>
          </p:cNvPr>
          <p:cNvSpPr txBox="1"/>
          <p:nvPr/>
        </p:nvSpPr>
        <p:spPr>
          <a:xfrm>
            <a:off x="3360313" y="6118903"/>
            <a:ext cx="2675334" cy="311945"/>
          </a:xfrm>
          <a:prstGeom prst="rect">
            <a:avLst/>
          </a:prstGeom>
          <a:noFill/>
        </p:spPr>
        <p:txBody>
          <a:bodyPr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a:solidFill>
                  <a:schemeClr val="tx1"/>
                </a:solidFill>
              </a:rPr>
              <a:t>How quickly can we recover when a change causes a problem?</a:t>
            </a:r>
          </a:p>
        </p:txBody>
      </p:sp>
      <p:cxnSp>
        <p:nvCxnSpPr>
          <p:cNvPr id="54" name="Connector 10">
            <a:extLst>
              <a:ext uri="{FF2B5EF4-FFF2-40B4-BE49-F238E27FC236}">
                <a16:creationId xmlns:a16="http://schemas.microsoft.com/office/drawing/2014/main" id="{C98BECC1-0798-0EB5-559B-1F32C7B53871}"/>
              </a:ext>
            </a:extLst>
          </p:cNvPr>
          <p:cNvCxnSpPr/>
          <p:nvPr/>
        </p:nvCxnSpPr>
        <p:spPr>
          <a:xfrm>
            <a:off x="3355545" y="6073913"/>
            <a:ext cx="267056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56354" y="5046327"/>
            <a:ext cx="2680102" cy="958276"/>
          </a:xfrm>
          <a:prstGeom prst="rect">
            <a:avLst/>
          </a:prstGeom>
          <a:noFill/>
        </p:spPr>
        <p:txBody>
          <a:bodyPr wrap="square" lIns="0" tIns="0" rIns="0" bIns="0">
            <a:spAutoFit/>
          </a:bodyPr>
          <a:lstStyle/>
          <a:p>
            <a:pPr>
              <a:lnSpc>
                <a:spcPct val="105000"/>
              </a:lnSpc>
            </a:pPr>
            <a:r>
              <a:rPr sz="1000" dirty="0">
                <a:solidFill>
                  <a:schemeClr val="dk1"/>
                </a:solidFill>
                <a:latin typeface="+mn-lt"/>
              </a:rPr>
              <a:t>What gets measured and rewarded shapes how teams work. Clear, shared indicators of delivery performance - and incentives aligned to quality and outcomes rather than raw output - help reinforce the </a:t>
            </a:r>
            <a:r>
              <a:rPr sz="1000" dirty="0" err="1">
                <a:solidFill>
                  <a:schemeClr val="dk1"/>
                </a:solidFill>
                <a:latin typeface="+mn-lt"/>
              </a:rPr>
              <a:t>behaviours</a:t>
            </a:r>
            <a:r>
              <a:rPr sz="1000" dirty="0">
                <a:solidFill>
                  <a:schemeClr val="dk1"/>
                </a:solidFill>
                <a:latin typeface="+mn-lt"/>
              </a:rPr>
              <a:t> the operating model depends on.</a:t>
            </a:r>
          </a:p>
        </p:txBody>
      </p:sp>
      <p:sp>
        <p:nvSpPr>
          <p:cNvPr id="22" name="TextBox 21"/>
          <p:cNvSpPr txBox="1">
            <a:spLocks/>
          </p:cNvSpPr>
          <p:nvPr/>
        </p:nvSpPr>
        <p:spPr>
          <a:xfrm>
            <a:off x="554736" y="4718587"/>
            <a:ext cx="2680102" cy="215444"/>
          </a:xfrm>
          <a:prstGeom prst="rect">
            <a:avLst/>
          </a:prstGeom>
          <a:noFill/>
        </p:spPr>
        <p:txBody>
          <a:bodyPr wrap="square" lIns="0" tIns="0" rIns="0" bIns="0" anchor="b">
            <a:spAutoFit/>
          </a:bodyPr>
          <a:lstStyle>
            <a:defPPr>
              <a:defRPr lang="en-US"/>
            </a:defPPr>
            <a:lvl1pPr>
              <a:defRPr sz="1400" b="1">
                <a:solidFill>
                  <a:schemeClr val="dk1"/>
                </a:solidFill>
              </a:defRPr>
            </a:lvl1pPr>
          </a:lstStyle>
          <a:p>
            <a:r>
              <a:t>Delivering fast and safely</a:t>
            </a:r>
          </a:p>
        </p:txBody>
      </p:sp>
      <p:cxnSp>
        <p:nvCxnSpPr>
          <p:cNvPr id="47" name="Connector 6">
            <a:extLst>
              <a:ext uri="{FF2B5EF4-FFF2-40B4-BE49-F238E27FC236}">
                <a16:creationId xmlns:a16="http://schemas.microsoft.com/office/drawing/2014/main" id="{E248F261-8B84-69AE-FE7F-FA70CD6579B2}"/>
              </a:ext>
            </a:extLst>
          </p:cNvPr>
          <p:cNvCxnSpPr>
            <a:cxnSpLocks/>
          </p:cNvCxnSpPr>
          <p:nvPr/>
        </p:nvCxnSpPr>
        <p:spPr>
          <a:xfrm>
            <a:off x="554736" y="4969366"/>
            <a:ext cx="2680102"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360313" y="4503144"/>
            <a:ext cx="2675334" cy="430887"/>
          </a:xfrm>
          <a:prstGeom prst="rect">
            <a:avLst/>
          </a:prstGeom>
          <a:noFill/>
        </p:spPr>
        <p:txBody>
          <a:bodyPr wrap="square" lIns="0" tIns="0" rIns="0" bIns="0" anchor="b">
            <a:spAutoFit/>
          </a:bodyPr>
          <a:lstStyle>
            <a:defPPr>
              <a:defRPr lang="en-US"/>
            </a:defPPr>
            <a:lvl1pPr>
              <a:defRPr sz="1400" b="1">
                <a:solidFill>
                  <a:schemeClr val="dk1"/>
                </a:solidFill>
              </a:defRPr>
            </a:lvl1pPr>
          </a:lstStyle>
          <a:p>
            <a:r>
              <a:rPr dirty="0"/>
              <a:t>Recovering quickly when things break</a:t>
            </a:r>
          </a:p>
        </p:txBody>
      </p:sp>
      <p:cxnSp>
        <p:nvCxnSpPr>
          <p:cNvPr id="48" name="Connector 10">
            <a:extLst>
              <a:ext uri="{FF2B5EF4-FFF2-40B4-BE49-F238E27FC236}">
                <a16:creationId xmlns:a16="http://schemas.microsoft.com/office/drawing/2014/main" id="{5648EBAB-90C6-56FC-5EAA-1241CF5205F8}"/>
              </a:ext>
            </a:extLst>
          </p:cNvPr>
          <p:cNvCxnSpPr>
            <a:cxnSpLocks/>
          </p:cNvCxnSpPr>
          <p:nvPr/>
        </p:nvCxnSpPr>
        <p:spPr>
          <a:xfrm>
            <a:off x="3355545" y="4969366"/>
            <a:ext cx="267056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56354" y="4503144"/>
            <a:ext cx="2680102" cy="430887"/>
          </a:xfrm>
          <a:prstGeom prst="rect">
            <a:avLst/>
          </a:prstGeom>
          <a:noFill/>
        </p:spPr>
        <p:txBody>
          <a:bodyPr wrap="square" lIns="0" tIns="0" rIns="0" bIns="0" anchor="b">
            <a:spAutoFit/>
          </a:bodyPr>
          <a:lstStyle>
            <a:defPPr>
              <a:defRPr lang="en-US"/>
            </a:defPPr>
            <a:lvl1pPr>
              <a:defRPr sz="1400" b="1">
                <a:solidFill>
                  <a:schemeClr val="dk1"/>
                </a:solidFill>
              </a:defRPr>
            </a:lvl1pPr>
          </a:lstStyle>
          <a:p>
            <a:r>
              <a:rPr dirty="0"/>
              <a:t>Measuring and rewarding performance</a:t>
            </a:r>
          </a:p>
        </p:txBody>
      </p:sp>
      <p:cxnSp>
        <p:nvCxnSpPr>
          <p:cNvPr id="49" name="Connector 14">
            <a:extLst>
              <a:ext uri="{FF2B5EF4-FFF2-40B4-BE49-F238E27FC236}">
                <a16:creationId xmlns:a16="http://schemas.microsoft.com/office/drawing/2014/main" id="{0E6AE6E0-5AEC-9D25-A849-47C25AB940A1}"/>
              </a:ext>
            </a:extLst>
          </p:cNvPr>
          <p:cNvCxnSpPr/>
          <p:nvPr/>
        </p:nvCxnSpPr>
        <p:spPr>
          <a:xfrm>
            <a:off x="6156355" y="4969366"/>
            <a:ext cx="2675326"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285CE1C-88F6-9A5C-54D9-4A563ADD4BE8}"/>
              </a:ext>
            </a:extLst>
          </p:cNvPr>
          <p:cNvSpPr txBox="1"/>
          <p:nvPr/>
        </p:nvSpPr>
        <p:spPr>
          <a:xfrm>
            <a:off x="6156354" y="6118903"/>
            <a:ext cx="2680102" cy="311945"/>
          </a:xfrm>
          <a:prstGeom prst="rect">
            <a:avLst/>
          </a:prstGeom>
          <a:noFill/>
        </p:spPr>
        <p:txBody>
          <a:bodyPr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dirty="0">
                <a:solidFill>
                  <a:schemeClr val="tx1"/>
                </a:solidFill>
              </a:rPr>
              <a:t>How do we measure performance, and what </a:t>
            </a:r>
            <a:r>
              <a:rPr lang="en-US" dirty="0" err="1">
                <a:solidFill>
                  <a:schemeClr val="tx1"/>
                </a:solidFill>
              </a:rPr>
              <a:t>behaviours</a:t>
            </a:r>
            <a:r>
              <a:rPr lang="en-US" dirty="0">
                <a:solidFill>
                  <a:schemeClr val="tx1"/>
                </a:solidFill>
              </a:rPr>
              <a:t> do our incentives reward?</a:t>
            </a:r>
          </a:p>
        </p:txBody>
      </p:sp>
      <p:cxnSp>
        <p:nvCxnSpPr>
          <p:cNvPr id="55" name="Connector 14">
            <a:extLst>
              <a:ext uri="{FF2B5EF4-FFF2-40B4-BE49-F238E27FC236}">
                <a16:creationId xmlns:a16="http://schemas.microsoft.com/office/drawing/2014/main" id="{E5D59972-1FB7-C058-2736-EF15E8D47A4B}"/>
              </a:ext>
            </a:extLst>
          </p:cNvPr>
          <p:cNvCxnSpPr/>
          <p:nvPr/>
        </p:nvCxnSpPr>
        <p:spPr>
          <a:xfrm>
            <a:off x="6156355" y="6073913"/>
            <a:ext cx="2675326"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63" name="CustomIcon">
            <a:extLst>
              <a:ext uri="{FF2B5EF4-FFF2-40B4-BE49-F238E27FC236}">
                <a16:creationId xmlns:a16="http://schemas.microsoft.com/office/drawing/2014/main" id="{18F6B61E-4F7A-A34A-2451-3212F60A0851}"/>
              </a:ext>
            </a:extLst>
          </p:cNvPr>
          <p:cNvPicPr>
            <a:picLocks noChangeAspect="1"/>
          </p:cNvPicPr>
          <p:nvPr>
            <p:custDataLst>
              <p:tags r:id="rId7"/>
            </p:custDataLst>
          </p:nvPr>
        </p:nvPicPr>
        <p:blipFill>
          <a:blip>
            <a:extLst>
              <a:ext uri="{96DAC541-7B7A-43D3-8B79-37D633B846F1}">
                <asvg:svgBlip xmlns:asvg="http://schemas.microsoft.com/office/drawing/2016/SVG/main" r:embed="rId17"/>
              </a:ext>
            </a:extLst>
          </a:blip>
          <a:stretch>
            <a:fillRect/>
          </a:stretch>
        </p:blipFill>
        <p:spPr>
          <a:xfrm>
            <a:off x="3355545" y="4161269"/>
            <a:ext cx="318247" cy="318247"/>
          </a:xfrm>
          <a:prstGeom prst="rect">
            <a:avLst/>
          </a:prstGeom>
        </p:spPr>
      </p:pic>
      <p:pic>
        <p:nvPicPr>
          <p:cNvPr id="69" name="CustomIcon">
            <a:extLst>
              <a:ext uri="{FF2B5EF4-FFF2-40B4-BE49-F238E27FC236}">
                <a16:creationId xmlns:a16="http://schemas.microsoft.com/office/drawing/2014/main" id="{1FDB72BC-8F6E-480C-0CD9-C522B2287D03}"/>
              </a:ext>
            </a:extLst>
          </p:cNvPr>
          <p:cNvPicPr>
            <a:picLocks noChangeAspect="1"/>
          </p:cNvPicPr>
          <p:nvPr>
            <p:custDataLst>
              <p:tags r:id="rId8"/>
            </p:custDataLst>
          </p:nvPr>
        </p:nvPicPr>
        <p:blipFill>
          <a:blip>
            <a:extLst>
              <a:ext uri="{96DAC541-7B7A-43D3-8B79-37D633B846F1}">
                <asvg:svgBlip xmlns:asvg="http://schemas.microsoft.com/office/drawing/2016/SVG/main" r:embed="rId18"/>
              </a:ext>
            </a:extLst>
          </a:blip>
          <a:stretch>
            <a:fillRect/>
          </a:stretch>
        </p:blipFill>
        <p:spPr>
          <a:xfrm>
            <a:off x="554736" y="4161269"/>
            <a:ext cx="318247" cy="318247"/>
          </a:xfrm>
          <a:prstGeom prst="rect">
            <a:avLst/>
          </a:prstGeom>
        </p:spPr>
      </p:pic>
      <p:pic>
        <p:nvPicPr>
          <p:cNvPr id="71" name="CustomIcon">
            <a:extLst>
              <a:ext uri="{FF2B5EF4-FFF2-40B4-BE49-F238E27FC236}">
                <a16:creationId xmlns:a16="http://schemas.microsoft.com/office/drawing/2014/main" id="{5F783D0A-09E8-EF63-2F5D-9D3A36134388}"/>
              </a:ext>
            </a:extLst>
          </p:cNvPr>
          <p:cNvPicPr>
            <a:picLocks noChangeAspect="1"/>
          </p:cNvPicPr>
          <p:nvPr>
            <p:custDataLst>
              <p:tags r:id="rId9"/>
            </p:custDataLst>
          </p:nvPr>
        </p:nvPicPr>
        <p:blipFill>
          <a:blip>
            <a:extLst>
              <a:ext uri="{96DAC541-7B7A-43D3-8B79-37D633B846F1}">
                <asvg:svgBlip xmlns:asvg="http://schemas.microsoft.com/office/drawing/2016/SVG/main" r:embed="rId19"/>
              </a:ext>
            </a:extLst>
          </a:blip>
          <a:stretch>
            <a:fillRect/>
          </a:stretch>
        </p:blipFill>
        <p:spPr>
          <a:xfrm>
            <a:off x="6156354" y="4161269"/>
            <a:ext cx="318247" cy="318247"/>
          </a:xfrm>
          <a:prstGeom prst="rect">
            <a:avLst/>
          </a:prstGeom>
        </p:spPr>
      </p:pic>
      <p:pic>
        <p:nvPicPr>
          <p:cNvPr id="73" name="CustomIcon">
            <a:extLst>
              <a:ext uri="{FF2B5EF4-FFF2-40B4-BE49-F238E27FC236}">
                <a16:creationId xmlns:a16="http://schemas.microsoft.com/office/drawing/2014/main" id="{1697CBD8-92E0-EF43-414F-F9F08B160E8C}"/>
              </a:ext>
            </a:extLst>
          </p:cNvPr>
          <p:cNvPicPr>
            <a:picLocks/>
          </p:cNvPicPr>
          <p:nvPr>
            <p:custDataLst>
              <p:tags r:id="rId10"/>
            </p:custDataLst>
          </p:nvPr>
        </p:nvPicPr>
        <p:blipFill>
          <a:blip>
            <a:extLst>
              <a:ext uri="{96DAC541-7B7A-43D3-8B79-37D633B846F1}">
                <asvg:svgBlip xmlns:asvg="http://schemas.microsoft.com/office/drawing/2016/SVG/main" r:embed="rId20"/>
              </a:ext>
            </a:extLst>
          </a:blip>
          <a:stretch>
            <a:fillRect/>
          </a:stretch>
        </p:blipFill>
        <p:spPr>
          <a:xfrm>
            <a:off x="3357134" y="1498474"/>
            <a:ext cx="318247" cy="318247"/>
          </a:xfrm>
          <a:prstGeom prst="rect">
            <a:avLst/>
          </a:prstGeom>
        </p:spPr>
      </p:pic>
    </p:spTree>
    <p:custDataLst>
      <p:tags r:id="rId1"/>
    </p:custDataLst>
    <p:extLst>
      <p:ext uri="{BB962C8B-B14F-4D97-AF65-F5344CB8AC3E}">
        <p14:creationId xmlns:p14="http://schemas.microsoft.com/office/powerpoint/2010/main" val="4288717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EBDB-6ADF-089E-341A-00657F71FD85}"/>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EE31DD47-34BA-2A2B-3371-C928C8D43E87}"/>
              </a:ext>
            </a:extLst>
          </p:cNvPr>
          <p:cNvGraphicFramePr>
            <a:graphicFrameLocks noChangeAspect="1"/>
          </p:cNvGraphicFramePr>
          <p:nvPr>
            <p:custDataLst>
              <p:tags r:id="rId1"/>
            </p:custDataLst>
            <p:extLst>
              <p:ext uri="{D42A27DB-BD31-4B8C-83A1-F6EECF244321}">
                <p14:modId xmlns:p14="http://schemas.microsoft.com/office/powerpoint/2010/main" val="143911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84" imgH="486" progId="TCLayout.ActiveDocument.1">
                  <p:embed/>
                </p:oleObj>
              </mc:Choice>
              <mc:Fallback>
                <p:oleObj name="think-cell Slide" r:id="rId20" imgW="484" imgH="486" progId="TCLayout.ActiveDocument.1">
                  <p:embed/>
                  <p:pic>
                    <p:nvPicPr>
                      <p:cNvPr id="5" name="Object 2" hidden="1">
                        <a:extLst>
                          <a:ext uri="{FF2B5EF4-FFF2-40B4-BE49-F238E27FC236}">
                            <a16:creationId xmlns:a16="http://schemas.microsoft.com/office/drawing/2014/main" id="{EE31DD47-34BA-2A2B-3371-C928C8D43E87}"/>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51" name="RectangleLegend4">
            <a:extLst>
              <a:ext uri="{FF2B5EF4-FFF2-40B4-BE49-F238E27FC236}">
                <a16:creationId xmlns:a16="http://schemas.microsoft.com/office/drawing/2014/main" id="{ACE5A42C-8770-1CB6-04E3-EC162AA6EF51}"/>
              </a:ext>
            </a:extLst>
          </p:cNvPr>
          <p:cNvSpPr>
            <a:spLocks/>
          </p:cNvSpPr>
          <p:nvPr/>
        </p:nvSpPr>
        <p:spPr>
          <a:xfrm>
            <a:off x="4419601" y="5654206"/>
            <a:ext cx="2140387" cy="455332"/>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chemeClr val="tx1"/>
              </a:solidFill>
            </a:endParaRPr>
          </a:p>
        </p:txBody>
      </p:sp>
      <p:sp>
        <p:nvSpPr>
          <p:cNvPr id="2" name="2. Slide Title">
            <a:extLst>
              <a:ext uri="{FF2B5EF4-FFF2-40B4-BE49-F238E27FC236}">
                <a16:creationId xmlns:a16="http://schemas.microsoft.com/office/drawing/2014/main" id="{5DDF685E-0B1F-B846-13E4-EE6E3724DACD}"/>
              </a:ext>
            </a:extLst>
          </p:cNvPr>
          <p:cNvSpPr>
            <a:spLocks noGrp="1"/>
          </p:cNvSpPr>
          <p:nvPr>
            <p:ph type="title"/>
            <p:custDataLst>
              <p:tags r:id="rId2"/>
            </p:custDataLst>
          </p:nvPr>
        </p:nvSpPr>
        <p:spPr/>
        <p:txBody>
          <a:bodyPr vert="horz"/>
          <a:lstStyle/>
          <a:p>
            <a:r>
              <a:rPr lang="en-US" dirty="0"/>
              <a:t>Adoption of engineering excellence best practices will help improve performance across each SDLC phase</a:t>
            </a:r>
          </a:p>
        </p:txBody>
      </p:sp>
      <p:sp>
        <p:nvSpPr>
          <p:cNvPr id="12" name="Text Placeholder 11">
            <a:extLst>
              <a:ext uri="{FF2B5EF4-FFF2-40B4-BE49-F238E27FC236}">
                <a16:creationId xmlns:a16="http://schemas.microsoft.com/office/drawing/2014/main" id="{E65038C8-111D-BAAC-3B4A-22A244E3B9BA}"/>
              </a:ext>
            </a:extLst>
          </p:cNvPr>
          <p:cNvSpPr>
            <a:spLocks noGrp="1"/>
          </p:cNvSpPr>
          <p:nvPr>
            <p:ph type="body" sz="quarter" idx="10"/>
          </p:nvPr>
        </p:nvSpPr>
        <p:spPr/>
        <p:txBody>
          <a:bodyPr/>
          <a:lstStyle/>
          <a:p>
            <a:endParaRPr lang="sv-SE"/>
          </a:p>
        </p:txBody>
      </p:sp>
      <p:grpSp>
        <p:nvGrpSpPr>
          <p:cNvPr id="57" name="Group 56">
            <a:extLst>
              <a:ext uri="{FF2B5EF4-FFF2-40B4-BE49-F238E27FC236}">
                <a16:creationId xmlns:a16="http://schemas.microsoft.com/office/drawing/2014/main" id="{03102B5E-4256-B8D5-F394-61B7AF6BEC98}"/>
              </a:ext>
            </a:extLst>
          </p:cNvPr>
          <p:cNvGrpSpPr>
            <a:grpSpLocks/>
          </p:cNvGrpSpPr>
          <p:nvPr/>
        </p:nvGrpSpPr>
        <p:grpSpPr>
          <a:xfrm>
            <a:off x="4166647" y="1480123"/>
            <a:ext cx="7470617" cy="369332"/>
            <a:chOff x="4166647" y="1395281"/>
            <a:chExt cx="7470617" cy="369332"/>
          </a:xfrm>
        </p:grpSpPr>
        <p:sp>
          <p:nvSpPr>
            <p:cNvPr id="14" name="TextBox 13">
              <a:extLst>
                <a:ext uri="{FF2B5EF4-FFF2-40B4-BE49-F238E27FC236}">
                  <a16:creationId xmlns:a16="http://schemas.microsoft.com/office/drawing/2014/main" id="{EF08285E-21BA-19AF-9FFD-38CC33004006}"/>
                </a:ext>
              </a:extLst>
            </p:cNvPr>
            <p:cNvSpPr txBox="1"/>
            <p:nvPr/>
          </p:nvSpPr>
          <p:spPr>
            <a:xfrm>
              <a:off x="4166647" y="1395281"/>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1. Plan</a:t>
              </a:r>
            </a:p>
          </p:txBody>
        </p:sp>
        <p:sp>
          <p:nvSpPr>
            <p:cNvPr id="15" name="TextBox 14">
              <a:extLst>
                <a:ext uri="{FF2B5EF4-FFF2-40B4-BE49-F238E27FC236}">
                  <a16:creationId xmlns:a16="http://schemas.microsoft.com/office/drawing/2014/main" id="{AD6B5FF0-D39E-08EB-6CAE-987989879002}"/>
                </a:ext>
              </a:extLst>
            </p:cNvPr>
            <p:cNvSpPr txBox="1"/>
            <p:nvPr/>
          </p:nvSpPr>
          <p:spPr>
            <a:xfrm>
              <a:off x="5423210" y="1395281"/>
              <a:ext cx="4116716"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Plan is an ongoing activity where the application business requirements are incl. with ongoing application code change</a:t>
              </a:r>
              <a:endParaRPr lang="sv-SE" sz="1200" dirty="0"/>
            </a:p>
          </p:txBody>
        </p:sp>
        <p:sp>
          <p:nvSpPr>
            <p:cNvPr id="16" name="TextBox 15">
              <a:extLst>
                <a:ext uri="{FF2B5EF4-FFF2-40B4-BE49-F238E27FC236}">
                  <a16:creationId xmlns:a16="http://schemas.microsoft.com/office/drawing/2014/main" id="{44E0B527-FCF0-A21C-6648-DC4D854E750B}"/>
                </a:ext>
              </a:extLst>
            </p:cNvPr>
            <p:cNvSpPr txBox="1"/>
            <p:nvPr/>
          </p:nvSpPr>
          <p:spPr>
            <a:xfrm>
              <a:off x="9676339" y="1395281"/>
              <a:ext cx="1960925"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Lead time, artifact creation time</a:t>
              </a:r>
              <a:endParaRPr lang="sv-SE" sz="1200" dirty="0"/>
            </a:p>
          </p:txBody>
        </p:sp>
      </p:grpSp>
      <p:sp>
        <p:nvSpPr>
          <p:cNvPr id="17" name="TextBox 16">
            <a:extLst>
              <a:ext uri="{FF2B5EF4-FFF2-40B4-BE49-F238E27FC236}">
                <a16:creationId xmlns:a16="http://schemas.microsoft.com/office/drawing/2014/main" id="{449799AD-25C2-6685-9B41-8B7B69C81CDE}"/>
              </a:ext>
            </a:extLst>
          </p:cNvPr>
          <p:cNvSpPr txBox="1"/>
          <p:nvPr/>
        </p:nvSpPr>
        <p:spPr>
          <a:xfrm>
            <a:off x="9676339" y="1138363"/>
            <a:ext cx="19609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Key KPIs</a:t>
            </a:r>
            <a:endParaRPr lang="sv-SE" sz="1400" b="1" dirty="0"/>
          </a:p>
        </p:txBody>
      </p:sp>
      <p:grpSp>
        <p:nvGrpSpPr>
          <p:cNvPr id="58" name="Group 57">
            <a:extLst>
              <a:ext uri="{FF2B5EF4-FFF2-40B4-BE49-F238E27FC236}">
                <a16:creationId xmlns:a16="http://schemas.microsoft.com/office/drawing/2014/main" id="{19EAE755-8CC4-755D-E204-ACCE89301659}"/>
              </a:ext>
            </a:extLst>
          </p:cNvPr>
          <p:cNvGrpSpPr/>
          <p:nvPr/>
        </p:nvGrpSpPr>
        <p:grpSpPr>
          <a:xfrm>
            <a:off x="4166647" y="2028797"/>
            <a:ext cx="7470617" cy="369332"/>
            <a:chOff x="4166647" y="2135509"/>
            <a:chExt cx="7470617" cy="369332"/>
          </a:xfrm>
        </p:grpSpPr>
        <p:sp>
          <p:nvSpPr>
            <p:cNvPr id="18" name="TextBox 17">
              <a:extLst>
                <a:ext uri="{FF2B5EF4-FFF2-40B4-BE49-F238E27FC236}">
                  <a16:creationId xmlns:a16="http://schemas.microsoft.com/office/drawing/2014/main" id="{1C4C451A-735B-8E82-8C96-3C6C54DFBC4C}"/>
                </a:ext>
              </a:extLst>
            </p:cNvPr>
            <p:cNvSpPr txBox="1"/>
            <p:nvPr/>
          </p:nvSpPr>
          <p:spPr>
            <a:xfrm>
              <a:off x="4166647" y="2135509"/>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2. Code </a:t>
              </a:r>
            </a:p>
          </p:txBody>
        </p:sp>
        <p:sp>
          <p:nvSpPr>
            <p:cNvPr id="19" name="TextBox 18">
              <a:extLst>
                <a:ext uri="{FF2B5EF4-FFF2-40B4-BE49-F238E27FC236}">
                  <a16:creationId xmlns:a16="http://schemas.microsoft.com/office/drawing/2014/main" id="{031969C8-6D77-F535-802D-7C661AF98D8C}"/>
                </a:ext>
              </a:extLst>
            </p:cNvPr>
            <p:cNvSpPr txBox="1"/>
            <p:nvPr/>
          </p:nvSpPr>
          <p:spPr>
            <a:xfrm>
              <a:off x="5423210" y="2135509"/>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Create/Build phase includes all the activities associated with the creation of the code release module</a:t>
              </a:r>
              <a:endParaRPr lang="sv-SE" sz="1200" dirty="0"/>
            </a:p>
          </p:txBody>
        </p:sp>
        <p:sp>
          <p:nvSpPr>
            <p:cNvPr id="21" name="TextBox 20">
              <a:extLst>
                <a:ext uri="{FF2B5EF4-FFF2-40B4-BE49-F238E27FC236}">
                  <a16:creationId xmlns:a16="http://schemas.microsoft.com/office/drawing/2014/main" id="{9CBC7882-0C23-8413-3A42-81AA1F4B912C}"/>
                </a:ext>
              </a:extLst>
            </p:cNvPr>
            <p:cNvSpPr txBox="1"/>
            <p:nvPr/>
          </p:nvSpPr>
          <p:spPr>
            <a:xfrm>
              <a:off x="9676339" y="2135509"/>
              <a:ext cx="196092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Build time, code review time</a:t>
              </a:r>
              <a:endParaRPr lang="sv-SE" sz="1200" dirty="0"/>
            </a:p>
          </p:txBody>
        </p:sp>
      </p:grpSp>
      <p:grpSp>
        <p:nvGrpSpPr>
          <p:cNvPr id="59" name="Group 58">
            <a:extLst>
              <a:ext uri="{FF2B5EF4-FFF2-40B4-BE49-F238E27FC236}">
                <a16:creationId xmlns:a16="http://schemas.microsoft.com/office/drawing/2014/main" id="{E1053CF4-290E-DBA5-0E08-BCB8D201BBAE}"/>
              </a:ext>
            </a:extLst>
          </p:cNvPr>
          <p:cNvGrpSpPr/>
          <p:nvPr/>
        </p:nvGrpSpPr>
        <p:grpSpPr>
          <a:xfrm>
            <a:off x="4166647" y="2577471"/>
            <a:ext cx="7470617" cy="369332"/>
            <a:chOff x="4166647" y="2832195"/>
            <a:chExt cx="7470617" cy="369332"/>
          </a:xfrm>
        </p:grpSpPr>
        <p:sp>
          <p:nvSpPr>
            <p:cNvPr id="22" name="TextBox 21">
              <a:extLst>
                <a:ext uri="{FF2B5EF4-FFF2-40B4-BE49-F238E27FC236}">
                  <a16:creationId xmlns:a16="http://schemas.microsoft.com/office/drawing/2014/main" id="{51F9F785-9996-E35E-4B0B-DB699141F6E7}"/>
                </a:ext>
              </a:extLst>
            </p:cNvPr>
            <p:cNvSpPr txBox="1"/>
            <p:nvPr/>
          </p:nvSpPr>
          <p:spPr>
            <a:xfrm>
              <a:off x="4166647" y="2832195"/>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3. Verify  </a:t>
              </a:r>
            </a:p>
          </p:txBody>
        </p:sp>
        <p:sp>
          <p:nvSpPr>
            <p:cNvPr id="23" name="TextBox 22">
              <a:extLst>
                <a:ext uri="{FF2B5EF4-FFF2-40B4-BE49-F238E27FC236}">
                  <a16:creationId xmlns:a16="http://schemas.microsoft.com/office/drawing/2014/main" id="{DE9CBDBF-010D-F1CE-CF4B-27830A9F3D61}"/>
                </a:ext>
              </a:extLst>
            </p:cNvPr>
            <p:cNvSpPr txBox="1"/>
            <p:nvPr/>
          </p:nvSpPr>
          <p:spPr>
            <a:xfrm>
              <a:off x="5423210" y="2832195"/>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Verify includes all the activities required to ensure the quality of the release</a:t>
              </a:r>
              <a:endParaRPr lang="sv-SE" sz="1200" dirty="0"/>
            </a:p>
          </p:txBody>
        </p:sp>
        <p:sp>
          <p:nvSpPr>
            <p:cNvPr id="25" name="TextBox 24">
              <a:extLst>
                <a:ext uri="{FF2B5EF4-FFF2-40B4-BE49-F238E27FC236}">
                  <a16:creationId xmlns:a16="http://schemas.microsoft.com/office/drawing/2014/main" id="{269C9FE0-8452-1174-65B7-AC164083F036}"/>
                </a:ext>
              </a:extLst>
            </p:cNvPr>
            <p:cNvSpPr txBox="1"/>
            <p:nvPr/>
          </p:nvSpPr>
          <p:spPr>
            <a:xfrm>
              <a:off x="9676339" y="2832195"/>
              <a:ext cx="1960925"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Automation coverage, defect density</a:t>
              </a:r>
              <a:endParaRPr lang="sv-SE" sz="1200" dirty="0"/>
            </a:p>
          </p:txBody>
        </p:sp>
      </p:grpSp>
      <p:grpSp>
        <p:nvGrpSpPr>
          <p:cNvPr id="60" name="Group 59">
            <a:extLst>
              <a:ext uri="{FF2B5EF4-FFF2-40B4-BE49-F238E27FC236}">
                <a16:creationId xmlns:a16="http://schemas.microsoft.com/office/drawing/2014/main" id="{0243275A-531A-10B9-C26C-B00188F33FB1}"/>
              </a:ext>
            </a:extLst>
          </p:cNvPr>
          <p:cNvGrpSpPr/>
          <p:nvPr/>
        </p:nvGrpSpPr>
        <p:grpSpPr>
          <a:xfrm>
            <a:off x="4166647" y="3126145"/>
            <a:ext cx="7470617" cy="369332"/>
            <a:chOff x="4166647" y="3325681"/>
            <a:chExt cx="7470617" cy="369332"/>
          </a:xfrm>
        </p:grpSpPr>
        <p:sp>
          <p:nvSpPr>
            <p:cNvPr id="26" name="TextBox 25">
              <a:extLst>
                <a:ext uri="{FF2B5EF4-FFF2-40B4-BE49-F238E27FC236}">
                  <a16:creationId xmlns:a16="http://schemas.microsoft.com/office/drawing/2014/main" id="{FCF975DE-7007-0745-C9C1-9856C1CF6619}"/>
                </a:ext>
              </a:extLst>
            </p:cNvPr>
            <p:cNvSpPr txBox="1"/>
            <p:nvPr/>
          </p:nvSpPr>
          <p:spPr>
            <a:xfrm>
              <a:off x="4166647" y="3325681"/>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4. Package  </a:t>
              </a:r>
            </a:p>
          </p:txBody>
        </p:sp>
        <p:sp>
          <p:nvSpPr>
            <p:cNvPr id="28" name="TextBox 27">
              <a:extLst>
                <a:ext uri="{FF2B5EF4-FFF2-40B4-BE49-F238E27FC236}">
                  <a16:creationId xmlns:a16="http://schemas.microsoft.com/office/drawing/2014/main" id="{9CA12CC8-2D83-824D-410D-58BF0C82BB44}"/>
                </a:ext>
              </a:extLst>
            </p:cNvPr>
            <p:cNvSpPr txBox="1"/>
            <p:nvPr/>
          </p:nvSpPr>
          <p:spPr>
            <a:xfrm>
              <a:off x="5423210" y="3325681"/>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Package/ Pre-prod includes the activities required once the release is ready for deployment</a:t>
              </a:r>
              <a:endParaRPr lang="sv-SE" sz="1200" dirty="0"/>
            </a:p>
          </p:txBody>
        </p:sp>
        <p:sp>
          <p:nvSpPr>
            <p:cNvPr id="29" name="TextBox 28">
              <a:extLst>
                <a:ext uri="{FF2B5EF4-FFF2-40B4-BE49-F238E27FC236}">
                  <a16:creationId xmlns:a16="http://schemas.microsoft.com/office/drawing/2014/main" id="{4481DA1B-25CF-935E-82D4-FB6E67451AA8}"/>
                </a:ext>
              </a:extLst>
            </p:cNvPr>
            <p:cNvSpPr txBox="1"/>
            <p:nvPr/>
          </p:nvSpPr>
          <p:spPr>
            <a:xfrm>
              <a:off x="9676339" y="3325681"/>
              <a:ext cx="1960925"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Deployment success rate, CVE detection</a:t>
              </a:r>
              <a:endParaRPr lang="sv-SE" sz="1200" dirty="0"/>
            </a:p>
          </p:txBody>
        </p:sp>
      </p:grpSp>
      <p:grpSp>
        <p:nvGrpSpPr>
          <p:cNvPr id="61" name="Group 60">
            <a:extLst>
              <a:ext uri="{FF2B5EF4-FFF2-40B4-BE49-F238E27FC236}">
                <a16:creationId xmlns:a16="http://schemas.microsoft.com/office/drawing/2014/main" id="{BF4BD53C-FBB3-862E-BABF-858C955040D4}"/>
              </a:ext>
            </a:extLst>
          </p:cNvPr>
          <p:cNvGrpSpPr/>
          <p:nvPr/>
        </p:nvGrpSpPr>
        <p:grpSpPr>
          <a:xfrm>
            <a:off x="4166647" y="3674819"/>
            <a:ext cx="7470617" cy="369332"/>
            <a:chOff x="4166647" y="3848195"/>
            <a:chExt cx="7470617" cy="369332"/>
          </a:xfrm>
        </p:grpSpPr>
        <p:sp>
          <p:nvSpPr>
            <p:cNvPr id="30" name="TextBox 29">
              <a:extLst>
                <a:ext uri="{FF2B5EF4-FFF2-40B4-BE49-F238E27FC236}">
                  <a16:creationId xmlns:a16="http://schemas.microsoft.com/office/drawing/2014/main" id="{033BC102-88F2-4D62-B317-748DD113F112}"/>
                </a:ext>
              </a:extLst>
            </p:cNvPr>
            <p:cNvSpPr txBox="1"/>
            <p:nvPr/>
          </p:nvSpPr>
          <p:spPr>
            <a:xfrm>
              <a:off x="4166647" y="3848195"/>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5. Release   </a:t>
              </a:r>
            </a:p>
          </p:txBody>
        </p:sp>
        <p:sp>
          <p:nvSpPr>
            <p:cNvPr id="31" name="TextBox 30">
              <a:extLst>
                <a:ext uri="{FF2B5EF4-FFF2-40B4-BE49-F238E27FC236}">
                  <a16:creationId xmlns:a16="http://schemas.microsoft.com/office/drawing/2014/main" id="{1F682258-90B1-84BD-ED57-3B57878EC961}"/>
                </a:ext>
              </a:extLst>
            </p:cNvPr>
            <p:cNvSpPr txBox="1"/>
            <p:nvPr/>
          </p:nvSpPr>
          <p:spPr>
            <a:xfrm>
              <a:off x="5423210" y="3848195"/>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Release includes activities to schedule, orchestrate, provision and deploy software into production</a:t>
              </a:r>
              <a:endParaRPr lang="sv-SE" sz="1200" dirty="0"/>
            </a:p>
          </p:txBody>
        </p:sp>
        <p:sp>
          <p:nvSpPr>
            <p:cNvPr id="32" name="TextBox 31">
              <a:extLst>
                <a:ext uri="{FF2B5EF4-FFF2-40B4-BE49-F238E27FC236}">
                  <a16:creationId xmlns:a16="http://schemas.microsoft.com/office/drawing/2014/main" id="{896BF260-38F7-50B8-2557-DFF8582225CB}"/>
                </a:ext>
              </a:extLst>
            </p:cNvPr>
            <p:cNvSpPr txBox="1"/>
            <p:nvPr/>
          </p:nvSpPr>
          <p:spPr>
            <a:xfrm>
              <a:off x="9676339" y="3848195"/>
              <a:ext cx="196092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Mean time to release</a:t>
              </a:r>
              <a:endParaRPr lang="sv-SE" sz="1200" dirty="0"/>
            </a:p>
          </p:txBody>
        </p:sp>
      </p:grpSp>
      <p:grpSp>
        <p:nvGrpSpPr>
          <p:cNvPr id="62" name="Group 61">
            <a:extLst>
              <a:ext uri="{FF2B5EF4-FFF2-40B4-BE49-F238E27FC236}">
                <a16:creationId xmlns:a16="http://schemas.microsoft.com/office/drawing/2014/main" id="{373493C6-92CB-39F6-C54D-D011B9EB9C49}"/>
              </a:ext>
            </a:extLst>
          </p:cNvPr>
          <p:cNvGrpSpPr/>
          <p:nvPr/>
        </p:nvGrpSpPr>
        <p:grpSpPr>
          <a:xfrm>
            <a:off x="4166647" y="4223492"/>
            <a:ext cx="7470617" cy="369333"/>
            <a:chOff x="4166647" y="4327165"/>
            <a:chExt cx="7470617" cy="369333"/>
          </a:xfrm>
        </p:grpSpPr>
        <p:sp>
          <p:nvSpPr>
            <p:cNvPr id="33" name="TextBox 32">
              <a:extLst>
                <a:ext uri="{FF2B5EF4-FFF2-40B4-BE49-F238E27FC236}">
                  <a16:creationId xmlns:a16="http://schemas.microsoft.com/office/drawing/2014/main" id="{87239DAA-B06D-E80C-4688-B440674523E4}"/>
                </a:ext>
              </a:extLst>
            </p:cNvPr>
            <p:cNvSpPr txBox="1"/>
            <p:nvPr/>
          </p:nvSpPr>
          <p:spPr>
            <a:xfrm>
              <a:off x="4166647" y="4327165"/>
              <a:ext cx="11217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6. Configure   </a:t>
              </a:r>
            </a:p>
          </p:txBody>
        </p:sp>
        <p:sp>
          <p:nvSpPr>
            <p:cNvPr id="34" name="TextBox 33">
              <a:extLst>
                <a:ext uri="{FF2B5EF4-FFF2-40B4-BE49-F238E27FC236}">
                  <a16:creationId xmlns:a16="http://schemas.microsoft.com/office/drawing/2014/main" id="{BD8F401F-0582-AD12-CA02-8F85A55EE412}"/>
                </a:ext>
              </a:extLst>
            </p:cNvPr>
            <p:cNvSpPr txBox="1"/>
            <p:nvPr/>
          </p:nvSpPr>
          <p:spPr>
            <a:xfrm>
              <a:off x="5423210" y="4327166"/>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Configure involves ensuring infrastructure security throughout the DevOps toolchain</a:t>
              </a:r>
              <a:endParaRPr lang="sv-SE" sz="1200" dirty="0"/>
            </a:p>
          </p:txBody>
        </p:sp>
        <p:sp>
          <p:nvSpPr>
            <p:cNvPr id="35" name="TextBox 34">
              <a:extLst>
                <a:ext uri="{FF2B5EF4-FFF2-40B4-BE49-F238E27FC236}">
                  <a16:creationId xmlns:a16="http://schemas.microsoft.com/office/drawing/2014/main" id="{09ADFE5D-1FCF-8B10-3279-F0CF3197AC3E}"/>
                </a:ext>
              </a:extLst>
            </p:cNvPr>
            <p:cNvSpPr txBox="1"/>
            <p:nvPr/>
          </p:nvSpPr>
          <p:spPr>
            <a:xfrm>
              <a:off x="9676339" y="4327166"/>
              <a:ext cx="196092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Change rollbacks</a:t>
              </a:r>
              <a:endParaRPr lang="sv-SE" sz="1200" dirty="0"/>
            </a:p>
          </p:txBody>
        </p:sp>
      </p:grpSp>
      <p:grpSp>
        <p:nvGrpSpPr>
          <p:cNvPr id="63" name="Group 62">
            <a:extLst>
              <a:ext uri="{FF2B5EF4-FFF2-40B4-BE49-F238E27FC236}">
                <a16:creationId xmlns:a16="http://schemas.microsoft.com/office/drawing/2014/main" id="{D6EE1F50-2657-1E4D-DBC3-6B9F4CEACAAA}"/>
              </a:ext>
            </a:extLst>
          </p:cNvPr>
          <p:cNvGrpSpPr>
            <a:grpSpLocks/>
          </p:cNvGrpSpPr>
          <p:nvPr/>
        </p:nvGrpSpPr>
        <p:grpSpPr>
          <a:xfrm>
            <a:off x="4166647" y="4772170"/>
            <a:ext cx="7470617" cy="369332"/>
            <a:chOff x="4166647" y="4951280"/>
            <a:chExt cx="7470617" cy="369332"/>
          </a:xfrm>
        </p:grpSpPr>
        <p:sp>
          <p:nvSpPr>
            <p:cNvPr id="38" name="TextBox 37">
              <a:extLst>
                <a:ext uri="{FF2B5EF4-FFF2-40B4-BE49-F238E27FC236}">
                  <a16:creationId xmlns:a16="http://schemas.microsoft.com/office/drawing/2014/main" id="{CEDE4FC2-EACA-EAB4-A406-928E67F06255}"/>
                </a:ext>
              </a:extLst>
            </p:cNvPr>
            <p:cNvSpPr txBox="1"/>
            <p:nvPr/>
          </p:nvSpPr>
          <p:spPr>
            <a:xfrm>
              <a:off x="4166647" y="4951280"/>
              <a:ext cx="10546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400" b="1" dirty="0"/>
                <a:t>7. Monitor   </a:t>
              </a:r>
            </a:p>
          </p:txBody>
        </p:sp>
        <p:sp>
          <p:nvSpPr>
            <p:cNvPr id="39" name="TextBox 38">
              <a:extLst>
                <a:ext uri="{FF2B5EF4-FFF2-40B4-BE49-F238E27FC236}">
                  <a16:creationId xmlns:a16="http://schemas.microsoft.com/office/drawing/2014/main" id="{8C240DE0-7A6B-F636-C3D1-F06359861AE4}"/>
                </a:ext>
              </a:extLst>
            </p:cNvPr>
            <p:cNvSpPr txBox="1"/>
            <p:nvPr/>
          </p:nvSpPr>
          <p:spPr>
            <a:xfrm>
              <a:off x="5423210" y="4951280"/>
              <a:ext cx="405117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Monitor focuses on the health of the application, IT infrastructure and business processes</a:t>
              </a:r>
              <a:endParaRPr lang="sv-SE" sz="1200" dirty="0"/>
            </a:p>
          </p:txBody>
        </p:sp>
        <p:sp>
          <p:nvSpPr>
            <p:cNvPr id="41" name="TextBox 40">
              <a:extLst>
                <a:ext uri="{FF2B5EF4-FFF2-40B4-BE49-F238E27FC236}">
                  <a16:creationId xmlns:a16="http://schemas.microsoft.com/office/drawing/2014/main" id="{28EB83F5-169A-E786-45BC-A3616D40ECAE}"/>
                </a:ext>
              </a:extLst>
            </p:cNvPr>
            <p:cNvSpPr txBox="1"/>
            <p:nvPr/>
          </p:nvSpPr>
          <p:spPr>
            <a:xfrm>
              <a:off x="9676339" y="4951280"/>
              <a:ext cx="1960925"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Mean time to detect (MTTD), application error rate</a:t>
              </a:r>
              <a:endParaRPr lang="sv-SE" sz="1200" dirty="0"/>
            </a:p>
          </p:txBody>
        </p:sp>
      </p:grpSp>
      <p:sp>
        <p:nvSpPr>
          <p:cNvPr id="42" name="TextBox 41">
            <a:extLst>
              <a:ext uri="{FF2B5EF4-FFF2-40B4-BE49-F238E27FC236}">
                <a16:creationId xmlns:a16="http://schemas.microsoft.com/office/drawing/2014/main" id="{BA08A767-49B9-0C4D-1CFC-E604590D6158}"/>
              </a:ext>
            </a:extLst>
          </p:cNvPr>
          <p:cNvSpPr txBox="1">
            <a:spLocks/>
          </p:cNvSpPr>
          <p:nvPr/>
        </p:nvSpPr>
        <p:spPr>
          <a:xfrm>
            <a:off x="4166647" y="5328803"/>
            <a:ext cx="7470617" cy="21544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Common problems faced by the client</a:t>
            </a:r>
            <a:endParaRPr lang="sv-SE" sz="1400" b="1" dirty="0"/>
          </a:p>
        </p:txBody>
      </p:sp>
      <p:sp>
        <p:nvSpPr>
          <p:cNvPr id="43" name="TextBox 42">
            <a:extLst>
              <a:ext uri="{FF2B5EF4-FFF2-40B4-BE49-F238E27FC236}">
                <a16:creationId xmlns:a16="http://schemas.microsoft.com/office/drawing/2014/main" id="{C621B48F-CA8A-7DD8-9A28-E14477A515C4}"/>
              </a:ext>
            </a:extLst>
          </p:cNvPr>
          <p:cNvSpPr txBox="1"/>
          <p:nvPr/>
        </p:nvSpPr>
        <p:spPr>
          <a:xfrm>
            <a:off x="4455229" y="5668443"/>
            <a:ext cx="210476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Need for org level engineering excellence bluebook</a:t>
            </a:r>
            <a:endParaRPr lang="en-US" sz="1200" dirty="0"/>
          </a:p>
        </p:txBody>
      </p:sp>
      <p:sp>
        <p:nvSpPr>
          <p:cNvPr id="44" name="TrackerAlphaBlue 44">
            <a:extLst>
              <a:ext uri="{FF2B5EF4-FFF2-40B4-BE49-F238E27FC236}">
                <a16:creationId xmlns:a16="http://schemas.microsoft.com/office/drawing/2014/main" id="{552EB56E-1658-B8E1-5C52-B42FCA7D845E}"/>
              </a:ext>
            </a:extLst>
          </p:cNvPr>
          <p:cNvSpPr/>
          <p:nvPr>
            <p:custDataLst>
              <p:tags r:id="rId3"/>
            </p:custDataLst>
          </p:nvPr>
        </p:nvSpPr>
        <p:spPr>
          <a:xfrm>
            <a:off x="4166647" y="5661447"/>
            <a:ext cx="219490" cy="21949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bg1"/>
                </a:solidFill>
              </a:rPr>
              <a:t>A</a:t>
            </a:r>
          </a:p>
        </p:txBody>
      </p:sp>
      <p:sp>
        <p:nvSpPr>
          <p:cNvPr id="46" name="TextBox 45">
            <a:extLst>
              <a:ext uri="{FF2B5EF4-FFF2-40B4-BE49-F238E27FC236}">
                <a16:creationId xmlns:a16="http://schemas.microsoft.com/office/drawing/2014/main" id="{9A855F4F-CDEF-E118-4D6F-28F42A2FF6F6}"/>
              </a:ext>
            </a:extLst>
          </p:cNvPr>
          <p:cNvSpPr txBox="1"/>
          <p:nvPr/>
        </p:nvSpPr>
        <p:spPr>
          <a:xfrm>
            <a:off x="7154034" y="5668443"/>
            <a:ext cx="1320988"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Need for branching strategy for depts.</a:t>
            </a:r>
          </a:p>
        </p:txBody>
      </p:sp>
      <p:sp>
        <p:nvSpPr>
          <p:cNvPr id="47" name="TrackerAlphaBlue 44">
            <a:extLst>
              <a:ext uri="{FF2B5EF4-FFF2-40B4-BE49-F238E27FC236}">
                <a16:creationId xmlns:a16="http://schemas.microsoft.com/office/drawing/2014/main" id="{E6403D22-1C46-088E-5E96-2E65D3C9EACA}"/>
              </a:ext>
            </a:extLst>
          </p:cNvPr>
          <p:cNvSpPr/>
          <p:nvPr>
            <p:custDataLst>
              <p:tags r:id="rId4"/>
            </p:custDataLst>
          </p:nvPr>
        </p:nvSpPr>
        <p:spPr>
          <a:xfrm>
            <a:off x="6865452" y="5661447"/>
            <a:ext cx="219490" cy="21949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bg1"/>
                </a:solidFill>
              </a:rPr>
              <a:t>B</a:t>
            </a:r>
          </a:p>
        </p:txBody>
      </p:sp>
      <p:sp>
        <p:nvSpPr>
          <p:cNvPr id="48" name="TextBox 47">
            <a:extLst>
              <a:ext uri="{FF2B5EF4-FFF2-40B4-BE49-F238E27FC236}">
                <a16:creationId xmlns:a16="http://schemas.microsoft.com/office/drawing/2014/main" id="{F61E64DC-E53A-C89E-A899-DEF8870CE188}"/>
              </a:ext>
            </a:extLst>
          </p:cNvPr>
          <p:cNvSpPr txBox="1"/>
          <p:nvPr/>
        </p:nvSpPr>
        <p:spPr>
          <a:xfrm>
            <a:off x="9069067" y="5668443"/>
            <a:ext cx="1320988"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Lack of deployment framework</a:t>
            </a:r>
          </a:p>
        </p:txBody>
      </p:sp>
      <p:sp>
        <p:nvSpPr>
          <p:cNvPr id="49" name="TrackerAlphaBlue 44">
            <a:extLst>
              <a:ext uri="{FF2B5EF4-FFF2-40B4-BE49-F238E27FC236}">
                <a16:creationId xmlns:a16="http://schemas.microsoft.com/office/drawing/2014/main" id="{C7428859-5B31-2BE3-9DF6-C265623FD016}"/>
              </a:ext>
            </a:extLst>
          </p:cNvPr>
          <p:cNvSpPr/>
          <p:nvPr>
            <p:custDataLst>
              <p:tags r:id="rId5"/>
            </p:custDataLst>
          </p:nvPr>
        </p:nvSpPr>
        <p:spPr>
          <a:xfrm>
            <a:off x="8780485" y="5661447"/>
            <a:ext cx="219490" cy="21949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bg1"/>
                </a:solidFill>
              </a:rPr>
              <a:t>C</a:t>
            </a:r>
          </a:p>
        </p:txBody>
      </p:sp>
      <p:cxnSp>
        <p:nvCxnSpPr>
          <p:cNvPr id="66" name="Straight Connector 65">
            <a:extLst>
              <a:ext uri="{FF2B5EF4-FFF2-40B4-BE49-F238E27FC236}">
                <a16:creationId xmlns:a16="http://schemas.microsoft.com/office/drawing/2014/main" id="{FCA82788-9F49-E5CD-5CE8-E747C56A1A4A}"/>
              </a:ext>
            </a:extLst>
          </p:cNvPr>
          <p:cNvCxnSpPr/>
          <p:nvPr/>
        </p:nvCxnSpPr>
        <p:spPr>
          <a:xfrm>
            <a:off x="9676339" y="1389026"/>
            <a:ext cx="1960925"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AEA9E7E-996E-83DE-9BE7-8477A1227CDC}"/>
              </a:ext>
            </a:extLst>
          </p:cNvPr>
          <p:cNvCxnSpPr>
            <a:cxnSpLocks/>
          </p:cNvCxnSpPr>
          <p:nvPr/>
        </p:nvCxnSpPr>
        <p:spPr>
          <a:xfrm>
            <a:off x="4166647" y="1939126"/>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AE88FD5-5D6B-7B16-A07C-312D9614EF2D}"/>
              </a:ext>
            </a:extLst>
          </p:cNvPr>
          <p:cNvCxnSpPr>
            <a:cxnSpLocks/>
          </p:cNvCxnSpPr>
          <p:nvPr/>
        </p:nvCxnSpPr>
        <p:spPr>
          <a:xfrm>
            <a:off x="4166647" y="2487800"/>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98A0507-68B2-EB82-51E4-1E13C1ADB31C}"/>
              </a:ext>
            </a:extLst>
          </p:cNvPr>
          <p:cNvCxnSpPr>
            <a:cxnSpLocks/>
          </p:cNvCxnSpPr>
          <p:nvPr/>
        </p:nvCxnSpPr>
        <p:spPr>
          <a:xfrm>
            <a:off x="4166647" y="3036474"/>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AE0048A-EAF3-F342-C186-FB1566D6904C}"/>
              </a:ext>
            </a:extLst>
          </p:cNvPr>
          <p:cNvCxnSpPr>
            <a:cxnSpLocks/>
          </p:cNvCxnSpPr>
          <p:nvPr/>
        </p:nvCxnSpPr>
        <p:spPr>
          <a:xfrm>
            <a:off x="4166647" y="3585148"/>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5615B5-F6AA-EE84-0C93-F73F66F2EB60}"/>
              </a:ext>
            </a:extLst>
          </p:cNvPr>
          <p:cNvCxnSpPr>
            <a:cxnSpLocks/>
          </p:cNvCxnSpPr>
          <p:nvPr/>
        </p:nvCxnSpPr>
        <p:spPr>
          <a:xfrm>
            <a:off x="4166647" y="4133822"/>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8721AD0-D4FA-8F61-6A89-508591BF5598}"/>
              </a:ext>
            </a:extLst>
          </p:cNvPr>
          <p:cNvCxnSpPr>
            <a:cxnSpLocks/>
          </p:cNvCxnSpPr>
          <p:nvPr/>
        </p:nvCxnSpPr>
        <p:spPr>
          <a:xfrm>
            <a:off x="4166647" y="4682496"/>
            <a:ext cx="7470617"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8018817-2D24-C9AC-2A89-E7B78C05CD47}"/>
              </a:ext>
            </a:extLst>
          </p:cNvPr>
          <p:cNvCxnSpPr>
            <a:cxnSpLocks/>
          </p:cNvCxnSpPr>
          <p:nvPr/>
        </p:nvCxnSpPr>
        <p:spPr>
          <a:xfrm>
            <a:off x="4166647" y="5593381"/>
            <a:ext cx="7470617"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B5F084E6-9E45-910D-1576-68319BE65D1A}"/>
              </a:ext>
            </a:extLst>
          </p:cNvPr>
          <p:cNvSpPr>
            <a:spLocks/>
          </p:cNvSpPr>
          <p:nvPr/>
        </p:nvSpPr>
        <p:spPr>
          <a:xfrm>
            <a:off x="4044099" y="1480123"/>
            <a:ext cx="56561" cy="369332"/>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0" name="Rectangle 79">
            <a:extLst>
              <a:ext uri="{FF2B5EF4-FFF2-40B4-BE49-F238E27FC236}">
                <a16:creationId xmlns:a16="http://schemas.microsoft.com/office/drawing/2014/main" id="{1338DB61-0835-EB5F-4679-34BE97DF35E5}"/>
              </a:ext>
            </a:extLst>
          </p:cNvPr>
          <p:cNvSpPr>
            <a:spLocks/>
          </p:cNvSpPr>
          <p:nvPr/>
        </p:nvSpPr>
        <p:spPr>
          <a:xfrm>
            <a:off x="4044099" y="2028797"/>
            <a:ext cx="56561" cy="369332"/>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1" name="Rectangle 80">
            <a:extLst>
              <a:ext uri="{FF2B5EF4-FFF2-40B4-BE49-F238E27FC236}">
                <a16:creationId xmlns:a16="http://schemas.microsoft.com/office/drawing/2014/main" id="{9DEB295C-7435-A3CA-3764-C01241998322}"/>
              </a:ext>
            </a:extLst>
          </p:cNvPr>
          <p:cNvSpPr>
            <a:spLocks/>
          </p:cNvSpPr>
          <p:nvPr/>
        </p:nvSpPr>
        <p:spPr>
          <a:xfrm>
            <a:off x="4044099" y="2577437"/>
            <a:ext cx="56561" cy="36933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2" name="Rectangle 81">
            <a:extLst>
              <a:ext uri="{FF2B5EF4-FFF2-40B4-BE49-F238E27FC236}">
                <a16:creationId xmlns:a16="http://schemas.microsoft.com/office/drawing/2014/main" id="{4997070C-C1AC-3949-E760-EA544634F608}"/>
              </a:ext>
            </a:extLst>
          </p:cNvPr>
          <p:cNvSpPr>
            <a:spLocks/>
          </p:cNvSpPr>
          <p:nvPr/>
        </p:nvSpPr>
        <p:spPr>
          <a:xfrm>
            <a:off x="4044099" y="3126077"/>
            <a:ext cx="56561" cy="369332"/>
          </a:xfrm>
          <a:prstGeom prst="rect">
            <a:avLst/>
          </a:prstGeom>
          <a:solidFill>
            <a:schemeClr val="accent4">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3" name="Rectangle 82">
            <a:extLst>
              <a:ext uri="{FF2B5EF4-FFF2-40B4-BE49-F238E27FC236}">
                <a16:creationId xmlns:a16="http://schemas.microsoft.com/office/drawing/2014/main" id="{F39FDE79-790B-CC60-42BE-959183E36C7B}"/>
              </a:ext>
            </a:extLst>
          </p:cNvPr>
          <p:cNvSpPr>
            <a:spLocks/>
          </p:cNvSpPr>
          <p:nvPr/>
        </p:nvSpPr>
        <p:spPr>
          <a:xfrm>
            <a:off x="4044099" y="3674717"/>
            <a:ext cx="56561" cy="369332"/>
          </a:xfrm>
          <a:prstGeom prst="rect">
            <a:avLst/>
          </a:prstGeom>
          <a:solidFill>
            <a:schemeClr val="accent5">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4" name="Rectangle 83">
            <a:extLst>
              <a:ext uri="{FF2B5EF4-FFF2-40B4-BE49-F238E27FC236}">
                <a16:creationId xmlns:a16="http://schemas.microsoft.com/office/drawing/2014/main" id="{CB20C668-7A9A-889D-DB38-12E85AAC3DF4}"/>
              </a:ext>
            </a:extLst>
          </p:cNvPr>
          <p:cNvSpPr>
            <a:spLocks/>
          </p:cNvSpPr>
          <p:nvPr/>
        </p:nvSpPr>
        <p:spPr>
          <a:xfrm>
            <a:off x="4044099" y="4223357"/>
            <a:ext cx="56561" cy="369332"/>
          </a:xfrm>
          <a:prstGeom prst="rect">
            <a:avLst/>
          </a:prstGeom>
          <a:solidFill>
            <a:schemeClr val="accent6">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5" name="Rectangle 84">
            <a:extLst>
              <a:ext uri="{FF2B5EF4-FFF2-40B4-BE49-F238E27FC236}">
                <a16:creationId xmlns:a16="http://schemas.microsoft.com/office/drawing/2014/main" id="{ED3297E5-9DCD-2ADE-1FF2-0529FB236FD5}"/>
              </a:ext>
            </a:extLst>
          </p:cNvPr>
          <p:cNvSpPr>
            <a:spLocks/>
          </p:cNvSpPr>
          <p:nvPr/>
        </p:nvSpPr>
        <p:spPr>
          <a:xfrm>
            <a:off x="4044099" y="4771997"/>
            <a:ext cx="56561" cy="369332"/>
          </a:xfrm>
          <a:prstGeom prst="rect">
            <a:avLst/>
          </a:prstGeom>
          <a:solidFill>
            <a:srgbClr val="F7D147"/>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grpSp>
        <p:nvGrpSpPr>
          <p:cNvPr id="50" name="Group 49">
            <a:extLst>
              <a:ext uri="{FF2B5EF4-FFF2-40B4-BE49-F238E27FC236}">
                <a16:creationId xmlns:a16="http://schemas.microsoft.com/office/drawing/2014/main" id="{395D8BEA-9D1C-C112-95F8-3C7D570447A7}"/>
              </a:ext>
            </a:extLst>
          </p:cNvPr>
          <p:cNvGrpSpPr/>
          <p:nvPr/>
        </p:nvGrpSpPr>
        <p:grpSpPr>
          <a:xfrm>
            <a:off x="821436" y="1258136"/>
            <a:ext cx="2775417" cy="5162964"/>
            <a:chOff x="958387" y="1400557"/>
            <a:chExt cx="2775417" cy="5162964"/>
          </a:xfrm>
        </p:grpSpPr>
        <p:sp>
          <p:nvSpPr>
            <p:cNvPr id="72" name="Freeform: Shape 71">
              <a:extLst>
                <a:ext uri="{FF2B5EF4-FFF2-40B4-BE49-F238E27FC236}">
                  <a16:creationId xmlns:a16="http://schemas.microsoft.com/office/drawing/2014/main" id="{BD4C3360-A5B5-8092-E73A-52A8A295B56F}"/>
                </a:ext>
              </a:extLst>
            </p:cNvPr>
            <p:cNvSpPr/>
            <p:nvPr/>
          </p:nvSpPr>
          <p:spPr>
            <a:xfrm>
              <a:off x="967723" y="3993823"/>
              <a:ext cx="1301075" cy="2067469"/>
            </a:xfrm>
            <a:custGeom>
              <a:avLst/>
              <a:gdLst>
                <a:gd name="csX0" fmla="*/ 725459 w 1422967"/>
                <a:gd name="csY0" fmla="*/ 0 h 2261160"/>
                <a:gd name="csX1" fmla="*/ 1422967 w 1422967"/>
                <a:gd name="csY1" fmla="*/ 189825 h 2261160"/>
                <a:gd name="csX2" fmla="*/ 1408685 w 1422967"/>
                <a:gd name="csY2" fmla="*/ 190577 h 2261160"/>
                <a:gd name="csX3" fmla="*/ 1024456 w 1422967"/>
                <a:gd name="csY3" fmla="*/ 335837 h 2261160"/>
                <a:gd name="csX4" fmla="*/ 1006766 w 1422967"/>
                <a:gd name="csY4" fmla="*/ 351057 h 2261160"/>
                <a:gd name="csX5" fmla="*/ 918812 w 1422967"/>
                <a:gd name="csY5" fmla="*/ 404491 h 2261160"/>
                <a:gd name="csX6" fmla="*/ 446542 w 1422967"/>
                <a:gd name="csY6" fmla="*/ 1292724 h 2261160"/>
                <a:gd name="csX7" fmla="*/ 629481 w 1422967"/>
                <a:gd name="csY7" fmla="*/ 1891627 h 2261160"/>
                <a:gd name="csX8" fmla="*/ 683183 w 1422967"/>
                <a:gd name="csY8" fmla="*/ 1963441 h 2261160"/>
                <a:gd name="csX9" fmla="*/ 406093 w 1422967"/>
                <a:gd name="csY9" fmla="*/ 2032117 h 2261160"/>
                <a:gd name="csX10" fmla="*/ 349325 w 1422967"/>
                <a:gd name="csY10" fmla="*/ 2261160 h 2261160"/>
                <a:gd name="csX11" fmla="*/ 346573 w 1422967"/>
                <a:gd name="csY11" fmla="*/ 2258132 h 2261160"/>
                <a:gd name="csX12" fmla="*/ 0 w 1422967"/>
                <a:gd name="csY12" fmla="*/ 1292724 h 2261160"/>
                <a:gd name="csX13" fmla="*/ 669147 w 1422967"/>
                <a:gd name="csY13" fmla="*/ 34210 h 2261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22967" h="2261160">
                  <a:moveTo>
                    <a:pt x="725459" y="0"/>
                  </a:moveTo>
                  <a:lnTo>
                    <a:pt x="1422967" y="189825"/>
                  </a:lnTo>
                  <a:lnTo>
                    <a:pt x="1408685" y="190577"/>
                  </a:lnTo>
                  <a:cubicBezTo>
                    <a:pt x="1267323" y="205549"/>
                    <a:pt x="1136311" y="257030"/>
                    <a:pt x="1024456" y="335837"/>
                  </a:cubicBezTo>
                  <a:lnTo>
                    <a:pt x="1006766" y="351057"/>
                  </a:lnTo>
                  <a:lnTo>
                    <a:pt x="918812" y="404491"/>
                  </a:lnTo>
                  <a:cubicBezTo>
                    <a:pt x="633878" y="596988"/>
                    <a:pt x="446542" y="922979"/>
                    <a:pt x="446542" y="1292724"/>
                  </a:cubicBezTo>
                  <a:cubicBezTo>
                    <a:pt x="446542" y="1514572"/>
                    <a:pt x="513983" y="1720667"/>
                    <a:pt x="629481" y="1891627"/>
                  </a:cubicBezTo>
                  <a:lnTo>
                    <a:pt x="683183" y="1963441"/>
                  </a:lnTo>
                  <a:lnTo>
                    <a:pt x="406093" y="2032117"/>
                  </a:lnTo>
                  <a:lnTo>
                    <a:pt x="349325" y="2261160"/>
                  </a:lnTo>
                  <a:lnTo>
                    <a:pt x="346573" y="2258132"/>
                  </a:lnTo>
                  <a:cubicBezTo>
                    <a:pt x="130062" y="1995782"/>
                    <a:pt x="0" y="1659442"/>
                    <a:pt x="0" y="1292724"/>
                  </a:cubicBezTo>
                  <a:cubicBezTo>
                    <a:pt x="0" y="768842"/>
                    <a:pt x="265432" y="306955"/>
                    <a:pt x="669147" y="34210"/>
                  </a:cubicBezTo>
                  <a:close/>
                </a:path>
              </a:pathLst>
            </a:cu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40" name="Freeform: Shape 39">
              <a:extLst>
                <a:ext uri="{FF2B5EF4-FFF2-40B4-BE49-F238E27FC236}">
                  <a16:creationId xmlns:a16="http://schemas.microsoft.com/office/drawing/2014/main" id="{9BCE1AA4-AD83-1018-CF41-A62A7FD62307}"/>
                </a:ext>
              </a:extLst>
            </p:cNvPr>
            <p:cNvSpPr/>
            <p:nvPr/>
          </p:nvSpPr>
          <p:spPr>
            <a:xfrm>
              <a:off x="1439555" y="1400557"/>
              <a:ext cx="1855378" cy="693534"/>
            </a:xfrm>
            <a:custGeom>
              <a:avLst/>
              <a:gdLst>
                <a:gd name="csX0" fmla="*/ 991470 w 2029200"/>
                <a:gd name="csY0" fmla="*/ 0 h 758508"/>
                <a:gd name="csX1" fmla="*/ 1956878 w 2029200"/>
                <a:gd name="csY1" fmla="*/ 346573 h 758508"/>
                <a:gd name="csX2" fmla="*/ 2029200 w 2029200"/>
                <a:gd name="csY2" fmla="*/ 412304 h 758508"/>
                <a:gd name="csX3" fmla="*/ 1782908 w 2029200"/>
                <a:gd name="csY3" fmla="*/ 501364 h 758508"/>
                <a:gd name="csX4" fmla="*/ 1746952 w 2029200"/>
                <a:gd name="csY4" fmla="*/ 758508 h 758508"/>
                <a:gd name="csX5" fmla="*/ 1672835 w 2029200"/>
                <a:gd name="csY5" fmla="*/ 691147 h 758508"/>
                <a:gd name="csX6" fmla="*/ 991469 w 2029200"/>
                <a:gd name="csY6" fmla="*/ 446543 h 758508"/>
                <a:gd name="csX7" fmla="*/ 480884 w 2029200"/>
                <a:gd name="csY7" fmla="*/ 575828 h 758508"/>
                <a:gd name="csX8" fmla="*/ 414152 w 2029200"/>
                <a:gd name="csY8" fmla="*/ 616368 h 758508"/>
                <a:gd name="csX9" fmla="*/ 92370 w 2029200"/>
                <a:gd name="csY9" fmla="*/ 588687 h 758508"/>
                <a:gd name="csX10" fmla="*/ 0 w 2029200"/>
                <a:gd name="csY10" fmla="*/ 370260 h 758508"/>
                <a:gd name="csX11" fmla="*/ 26062 w 2029200"/>
                <a:gd name="csY11" fmla="*/ 346573 h 758508"/>
                <a:gd name="csX12" fmla="*/ 991470 w 2029200"/>
                <a:gd name="csY12" fmla="*/ 0 h 758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29200" h="758508">
                  <a:moveTo>
                    <a:pt x="991470" y="0"/>
                  </a:moveTo>
                  <a:cubicBezTo>
                    <a:pt x="1358187" y="0"/>
                    <a:pt x="1694527" y="130062"/>
                    <a:pt x="1956878" y="346573"/>
                  </a:cubicBezTo>
                  <a:lnTo>
                    <a:pt x="2029200" y="412304"/>
                  </a:lnTo>
                  <a:lnTo>
                    <a:pt x="1782908" y="501364"/>
                  </a:lnTo>
                  <a:lnTo>
                    <a:pt x="1746952" y="758508"/>
                  </a:lnTo>
                  <a:lnTo>
                    <a:pt x="1672835" y="691147"/>
                  </a:lnTo>
                  <a:cubicBezTo>
                    <a:pt x="1487673" y="538338"/>
                    <a:pt x="1250291" y="446543"/>
                    <a:pt x="991469" y="446543"/>
                  </a:cubicBezTo>
                  <a:cubicBezTo>
                    <a:pt x="806596" y="446543"/>
                    <a:pt x="632662" y="493377"/>
                    <a:pt x="480884" y="575828"/>
                  </a:cubicBezTo>
                  <a:lnTo>
                    <a:pt x="414152" y="616368"/>
                  </a:lnTo>
                  <a:lnTo>
                    <a:pt x="92370" y="588687"/>
                  </a:lnTo>
                  <a:lnTo>
                    <a:pt x="0" y="370260"/>
                  </a:lnTo>
                  <a:lnTo>
                    <a:pt x="26062" y="346573"/>
                  </a:lnTo>
                  <a:cubicBezTo>
                    <a:pt x="288413" y="130062"/>
                    <a:pt x="624753" y="0"/>
                    <a:pt x="991470" y="0"/>
                  </a:cubicBezTo>
                  <a:close/>
                </a:path>
              </a:pathLst>
            </a:cu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7" name="Freeform: Shape 36">
              <a:extLst>
                <a:ext uri="{FF2B5EF4-FFF2-40B4-BE49-F238E27FC236}">
                  <a16:creationId xmlns:a16="http://schemas.microsoft.com/office/drawing/2014/main" id="{97225C4A-FB0D-32EA-AFBE-82E95F8ADB59}"/>
                </a:ext>
              </a:extLst>
            </p:cNvPr>
            <p:cNvSpPr/>
            <p:nvPr/>
          </p:nvSpPr>
          <p:spPr>
            <a:xfrm>
              <a:off x="958387" y="1773661"/>
              <a:ext cx="798162" cy="1651142"/>
            </a:xfrm>
            <a:custGeom>
              <a:avLst/>
              <a:gdLst>
                <a:gd name="csX0" fmla="*/ 484658 w 872938"/>
                <a:gd name="csY0" fmla="*/ 0 h 1805829"/>
                <a:gd name="csX1" fmla="*/ 582228 w 872938"/>
                <a:gd name="csY1" fmla="*/ 230719 h 1805829"/>
                <a:gd name="csX2" fmla="*/ 872938 w 872938"/>
                <a:gd name="csY2" fmla="*/ 255729 h 1805829"/>
                <a:gd name="csX3" fmla="*/ 836349 w 872938"/>
                <a:gd name="csY3" fmla="*/ 283090 h 1805829"/>
                <a:gd name="csX4" fmla="*/ 446542 w 872938"/>
                <a:gd name="csY4" fmla="*/ 1109659 h 1805829"/>
                <a:gd name="csX5" fmla="*/ 530720 w 872938"/>
                <a:gd name="csY5" fmla="*/ 1526608 h 1805829"/>
                <a:gd name="csX6" fmla="*/ 564302 w 872938"/>
                <a:gd name="csY6" fmla="*/ 1596320 h 1805829"/>
                <a:gd name="csX7" fmla="*/ 418322 w 872938"/>
                <a:gd name="csY7" fmla="*/ 1805829 h 1805829"/>
                <a:gd name="csX8" fmla="*/ 155325 w 872938"/>
                <a:gd name="csY8" fmla="*/ 1773409 h 1805829"/>
                <a:gd name="csX9" fmla="*/ 105274 w 872938"/>
                <a:gd name="csY9" fmla="*/ 1666167 h 1805829"/>
                <a:gd name="csX10" fmla="*/ 0 w 872938"/>
                <a:gd name="csY10" fmla="*/ 1109659 h 1805829"/>
                <a:gd name="csX11" fmla="*/ 444529 w 872938"/>
                <a:gd name="csY11" fmla="*/ 36472 h 1805829"/>
                <a:gd name="csX12" fmla="*/ 484658 w 872938"/>
                <a:gd name="csY12" fmla="*/ 0 h 18058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72938" h="1805829">
                  <a:moveTo>
                    <a:pt x="484658" y="0"/>
                  </a:moveTo>
                  <a:lnTo>
                    <a:pt x="582228" y="230719"/>
                  </a:lnTo>
                  <a:lnTo>
                    <a:pt x="872938" y="255729"/>
                  </a:lnTo>
                  <a:lnTo>
                    <a:pt x="836349" y="283090"/>
                  </a:lnTo>
                  <a:cubicBezTo>
                    <a:pt x="598284" y="479559"/>
                    <a:pt x="446542" y="776888"/>
                    <a:pt x="446542" y="1109659"/>
                  </a:cubicBezTo>
                  <a:cubicBezTo>
                    <a:pt x="446542" y="1257557"/>
                    <a:pt x="476516" y="1398455"/>
                    <a:pt x="530720" y="1526608"/>
                  </a:cubicBezTo>
                  <a:lnTo>
                    <a:pt x="564302" y="1596320"/>
                  </a:lnTo>
                  <a:lnTo>
                    <a:pt x="418322" y="1805829"/>
                  </a:lnTo>
                  <a:lnTo>
                    <a:pt x="155325" y="1773409"/>
                  </a:lnTo>
                  <a:lnTo>
                    <a:pt x="105274" y="1666167"/>
                  </a:lnTo>
                  <a:cubicBezTo>
                    <a:pt x="37326" y="1493853"/>
                    <a:pt x="0" y="1306115"/>
                    <a:pt x="0" y="1109659"/>
                  </a:cubicBezTo>
                  <a:cubicBezTo>
                    <a:pt x="0" y="690554"/>
                    <a:pt x="169876" y="311125"/>
                    <a:pt x="444529" y="36472"/>
                  </a:cubicBezTo>
                  <a:lnTo>
                    <a:pt x="484658" y="0"/>
                  </a:lnTo>
                  <a:close/>
                </a:path>
              </a:pathLst>
            </a:custGeom>
            <a:solidFill>
              <a:schemeClr val="accent4">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6" name="Freeform: Shape 35">
              <a:extLst>
                <a:ext uri="{FF2B5EF4-FFF2-40B4-BE49-F238E27FC236}">
                  <a16:creationId xmlns:a16="http://schemas.microsoft.com/office/drawing/2014/main" id="{A371E2F2-316C-FDE5-3E98-AF4391008B2D}"/>
                </a:ext>
              </a:extLst>
            </p:cNvPr>
            <p:cNvSpPr/>
            <p:nvPr/>
          </p:nvSpPr>
          <p:spPr>
            <a:xfrm>
              <a:off x="3079332" y="1814811"/>
              <a:ext cx="654472" cy="1593104"/>
            </a:xfrm>
            <a:custGeom>
              <a:avLst/>
              <a:gdLst>
                <a:gd name="csX0" fmla="*/ 279014 w 715787"/>
                <a:gd name="csY0" fmla="*/ 0 h 1742354"/>
                <a:gd name="csX1" fmla="*/ 369214 w 715787"/>
                <a:gd name="csY1" fmla="*/ 99245 h 1742354"/>
                <a:gd name="csX2" fmla="*/ 715787 w 715787"/>
                <a:gd name="csY2" fmla="*/ 1064653 h 1742354"/>
                <a:gd name="csX3" fmla="*/ 610513 w 715787"/>
                <a:gd name="csY3" fmla="*/ 1621161 h 1742354"/>
                <a:gd name="csX4" fmla="*/ 553951 w 715787"/>
                <a:gd name="csY4" fmla="*/ 1742354 h 1742354"/>
                <a:gd name="csX5" fmla="*/ 410684 w 715787"/>
                <a:gd name="csY5" fmla="*/ 1533584 h 1742354"/>
                <a:gd name="csX6" fmla="*/ 145182 w 715787"/>
                <a:gd name="csY6" fmla="*/ 1564394 h 1742354"/>
                <a:gd name="csX7" fmla="*/ 185065 w 715787"/>
                <a:gd name="csY7" fmla="*/ 1481602 h 1742354"/>
                <a:gd name="csX8" fmla="*/ 269243 w 715787"/>
                <a:gd name="csY8" fmla="*/ 1064653 h 1742354"/>
                <a:gd name="csX9" fmla="*/ 24639 w 715787"/>
                <a:gd name="csY9" fmla="*/ 383287 h 1742354"/>
                <a:gd name="csX10" fmla="*/ 0 w 715787"/>
                <a:gd name="csY10" fmla="*/ 356177 h 1742354"/>
                <a:gd name="csX11" fmla="*/ 37596 w 715787"/>
                <a:gd name="csY11" fmla="*/ 87297 h 1742354"/>
                <a:gd name="csX12" fmla="*/ 279014 w 715787"/>
                <a:gd name="csY12" fmla="*/ 0 h 1742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15787" h="1742354">
                  <a:moveTo>
                    <a:pt x="279014" y="0"/>
                  </a:moveTo>
                  <a:lnTo>
                    <a:pt x="369214" y="99245"/>
                  </a:lnTo>
                  <a:cubicBezTo>
                    <a:pt x="585726" y="361596"/>
                    <a:pt x="715787" y="697936"/>
                    <a:pt x="715787" y="1064653"/>
                  </a:cubicBezTo>
                  <a:cubicBezTo>
                    <a:pt x="715787" y="1261109"/>
                    <a:pt x="678461" y="1448847"/>
                    <a:pt x="610513" y="1621161"/>
                  </a:cubicBezTo>
                  <a:lnTo>
                    <a:pt x="553951" y="1742354"/>
                  </a:lnTo>
                  <a:lnTo>
                    <a:pt x="410684" y="1533584"/>
                  </a:lnTo>
                  <a:lnTo>
                    <a:pt x="145182" y="1564394"/>
                  </a:lnTo>
                  <a:lnTo>
                    <a:pt x="185065" y="1481602"/>
                  </a:lnTo>
                  <a:cubicBezTo>
                    <a:pt x="239269" y="1353449"/>
                    <a:pt x="269243" y="1212551"/>
                    <a:pt x="269243" y="1064653"/>
                  </a:cubicBezTo>
                  <a:cubicBezTo>
                    <a:pt x="269243" y="805831"/>
                    <a:pt x="177449" y="568449"/>
                    <a:pt x="24639" y="383287"/>
                  </a:cubicBezTo>
                  <a:lnTo>
                    <a:pt x="0" y="356177"/>
                  </a:lnTo>
                  <a:lnTo>
                    <a:pt x="37596" y="87297"/>
                  </a:lnTo>
                  <a:lnTo>
                    <a:pt x="279014" y="0"/>
                  </a:lnTo>
                  <a:close/>
                </a:path>
              </a:pathLst>
            </a:cu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7" name="Freeform: Shape 26">
              <a:extLst>
                <a:ext uri="{FF2B5EF4-FFF2-40B4-BE49-F238E27FC236}">
                  <a16:creationId xmlns:a16="http://schemas.microsoft.com/office/drawing/2014/main" id="{F8A26BC2-E283-A19A-FB90-BEADBE77ED7D}"/>
                </a:ext>
              </a:extLst>
            </p:cNvPr>
            <p:cNvSpPr/>
            <p:nvPr/>
          </p:nvSpPr>
          <p:spPr>
            <a:xfrm>
              <a:off x="3128124" y="4417834"/>
              <a:ext cx="605680" cy="1603853"/>
            </a:xfrm>
            <a:custGeom>
              <a:avLst/>
              <a:gdLst>
                <a:gd name="csX0" fmla="*/ 413366 w 662423"/>
                <a:gd name="csY0" fmla="*/ 0 h 1754110"/>
                <a:gd name="csX1" fmla="*/ 479243 w 662423"/>
                <a:gd name="csY1" fmla="*/ 105556 h 1754110"/>
                <a:gd name="csX2" fmla="*/ 662423 w 662423"/>
                <a:gd name="csY2" fmla="*/ 828989 h 1754110"/>
                <a:gd name="csX3" fmla="*/ 403221 w 662423"/>
                <a:gd name="csY3" fmla="*/ 1677558 h 1754110"/>
                <a:gd name="csX4" fmla="*/ 345977 w 662423"/>
                <a:gd name="csY4" fmla="*/ 1754110 h 1754110"/>
                <a:gd name="csX5" fmla="*/ 105503 w 662423"/>
                <a:gd name="csY5" fmla="*/ 1693352 h 1754110"/>
                <a:gd name="csX6" fmla="*/ 38686 w 662423"/>
                <a:gd name="csY6" fmla="*/ 1418435 h 1754110"/>
                <a:gd name="csX7" fmla="*/ 86594 w 662423"/>
                <a:gd name="csY7" fmla="*/ 1339574 h 1754110"/>
                <a:gd name="csX8" fmla="*/ 215879 w 662423"/>
                <a:gd name="csY8" fmla="*/ 828989 h 1754110"/>
                <a:gd name="csX9" fmla="*/ 32940 w 662423"/>
                <a:gd name="csY9" fmla="*/ 230086 h 1754110"/>
                <a:gd name="csX10" fmla="*/ 0 w 662423"/>
                <a:gd name="csY10" fmla="*/ 186037 h 1754110"/>
                <a:gd name="csX11" fmla="*/ 261297 w 662423"/>
                <a:gd name="csY11" fmla="*/ 218247 h 1754110"/>
                <a:gd name="csX12" fmla="*/ 413366 w 662423"/>
                <a:gd name="csY12" fmla="*/ 0 h 1754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2423" h="1754110">
                  <a:moveTo>
                    <a:pt x="413366" y="0"/>
                  </a:moveTo>
                  <a:lnTo>
                    <a:pt x="479243" y="105556"/>
                  </a:lnTo>
                  <a:cubicBezTo>
                    <a:pt x="596065" y="320606"/>
                    <a:pt x="662423" y="567048"/>
                    <a:pt x="662423" y="828989"/>
                  </a:cubicBezTo>
                  <a:cubicBezTo>
                    <a:pt x="662423" y="1143318"/>
                    <a:pt x="566868" y="1435329"/>
                    <a:pt x="403221" y="1677558"/>
                  </a:cubicBezTo>
                  <a:lnTo>
                    <a:pt x="345977" y="1754110"/>
                  </a:lnTo>
                  <a:lnTo>
                    <a:pt x="105503" y="1693352"/>
                  </a:lnTo>
                  <a:lnTo>
                    <a:pt x="38686" y="1418435"/>
                  </a:lnTo>
                  <a:lnTo>
                    <a:pt x="86594" y="1339574"/>
                  </a:lnTo>
                  <a:cubicBezTo>
                    <a:pt x="169045" y="1187796"/>
                    <a:pt x="215879" y="1013862"/>
                    <a:pt x="215879" y="828989"/>
                  </a:cubicBezTo>
                  <a:cubicBezTo>
                    <a:pt x="215879" y="607142"/>
                    <a:pt x="148438" y="401046"/>
                    <a:pt x="32940" y="230086"/>
                  </a:cubicBezTo>
                  <a:lnTo>
                    <a:pt x="0" y="186037"/>
                  </a:lnTo>
                  <a:lnTo>
                    <a:pt x="261297" y="218247"/>
                  </a:lnTo>
                  <a:lnTo>
                    <a:pt x="413366" y="0"/>
                  </a:lnTo>
                  <a:close/>
                </a:path>
              </a:pathLst>
            </a:custGeom>
            <a:solidFill>
              <a:schemeClr val="accent6">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4" name="Freeform: Shape 23">
              <a:extLst>
                <a:ext uri="{FF2B5EF4-FFF2-40B4-BE49-F238E27FC236}">
                  <a16:creationId xmlns:a16="http://schemas.microsoft.com/office/drawing/2014/main" id="{FBCD47AC-5419-B726-C912-007BA83C443D}"/>
                </a:ext>
              </a:extLst>
            </p:cNvPr>
            <p:cNvSpPr/>
            <p:nvPr/>
          </p:nvSpPr>
          <p:spPr>
            <a:xfrm>
              <a:off x="1317036" y="5766347"/>
              <a:ext cx="2095292" cy="797174"/>
            </a:xfrm>
            <a:custGeom>
              <a:avLst/>
              <a:gdLst>
                <a:gd name="csX0" fmla="*/ 1978587 w 2291590"/>
                <a:gd name="csY0" fmla="*/ 0 h 871857"/>
                <a:gd name="csX1" fmla="*/ 2042286 w 2291590"/>
                <a:gd name="csY1" fmla="*/ 262084 h 871857"/>
                <a:gd name="csX2" fmla="*/ 2291590 w 2291590"/>
                <a:gd name="csY2" fmla="*/ 325073 h 871857"/>
                <a:gd name="csX3" fmla="*/ 2198654 w 2291590"/>
                <a:gd name="csY3" fmla="*/ 427328 h 871857"/>
                <a:gd name="csX4" fmla="*/ 1125467 w 2291590"/>
                <a:gd name="csY4" fmla="*/ 871857 h 871857"/>
                <a:gd name="csX5" fmla="*/ 52280 w 2291590"/>
                <a:gd name="csY5" fmla="*/ 427328 h 871857"/>
                <a:gd name="csX6" fmla="*/ 0 w 2291590"/>
                <a:gd name="csY6" fmla="*/ 369805 h 871857"/>
                <a:gd name="csX7" fmla="*/ 57622 w 2291590"/>
                <a:gd name="csY7" fmla="*/ 137313 h 871857"/>
                <a:gd name="csX8" fmla="*/ 330056 w 2291590"/>
                <a:gd name="csY8" fmla="*/ 69791 h 871857"/>
                <a:gd name="csX9" fmla="*/ 368032 w 2291590"/>
                <a:gd name="csY9" fmla="*/ 111575 h 871857"/>
                <a:gd name="csX10" fmla="*/ 1125466 w 2291590"/>
                <a:gd name="csY10" fmla="*/ 425314 h 871857"/>
                <a:gd name="csX11" fmla="*/ 1952035 w 2291590"/>
                <a:gd name="csY11" fmla="*/ 35507 h 871857"/>
                <a:gd name="csX12" fmla="*/ 1978587 w 2291590"/>
                <a:gd name="csY12" fmla="*/ 0 h 871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291590" h="871857">
                  <a:moveTo>
                    <a:pt x="1978587" y="0"/>
                  </a:moveTo>
                  <a:lnTo>
                    <a:pt x="2042286" y="262084"/>
                  </a:lnTo>
                  <a:lnTo>
                    <a:pt x="2291590" y="325073"/>
                  </a:lnTo>
                  <a:lnTo>
                    <a:pt x="2198654" y="427328"/>
                  </a:lnTo>
                  <a:cubicBezTo>
                    <a:pt x="1924002" y="701981"/>
                    <a:pt x="1544573" y="871857"/>
                    <a:pt x="1125467" y="871857"/>
                  </a:cubicBezTo>
                  <a:cubicBezTo>
                    <a:pt x="706362" y="871857"/>
                    <a:pt x="326933" y="701981"/>
                    <a:pt x="52280" y="427328"/>
                  </a:cubicBezTo>
                  <a:lnTo>
                    <a:pt x="0" y="369805"/>
                  </a:lnTo>
                  <a:lnTo>
                    <a:pt x="57622" y="137313"/>
                  </a:lnTo>
                  <a:lnTo>
                    <a:pt x="330056" y="69791"/>
                  </a:lnTo>
                  <a:lnTo>
                    <a:pt x="368032" y="111575"/>
                  </a:lnTo>
                  <a:cubicBezTo>
                    <a:pt x="561876" y="305419"/>
                    <a:pt x="829670" y="425314"/>
                    <a:pt x="1125466" y="425314"/>
                  </a:cubicBezTo>
                  <a:cubicBezTo>
                    <a:pt x="1458237" y="425314"/>
                    <a:pt x="1755567" y="273572"/>
                    <a:pt x="1952035" y="35507"/>
                  </a:cubicBezTo>
                  <a:lnTo>
                    <a:pt x="1978587" y="0"/>
                  </a:lnTo>
                  <a:close/>
                </a:path>
              </a:pathLst>
            </a:cu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4" name="Rectangle 53">
              <a:extLst>
                <a:ext uri="{FF2B5EF4-FFF2-40B4-BE49-F238E27FC236}">
                  <a16:creationId xmlns:a16="http://schemas.microsoft.com/office/drawing/2014/main" id="{4AA8A77E-20F9-9437-6995-3FA5AA89F83B}"/>
                </a:ext>
              </a:extLst>
            </p:cNvPr>
            <p:cNvSpPr/>
            <p:nvPr/>
          </p:nvSpPr>
          <p:spPr>
            <a:xfrm rot="913452">
              <a:off x="2239093" y="3864613"/>
              <a:ext cx="905346" cy="167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55" name="Rectangle 54">
              <a:extLst>
                <a:ext uri="{FF2B5EF4-FFF2-40B4-BE49-F238E27FC236}">
                  <a16:creationId xmlns:a16="http://schemas.microsoft.com/office/drawing/2014/main" id="{CAFB1B82-7CD9-93FC-47BB-28CF18B578D1}"/>
                </a:ext>
              </a:extLst>
            </p:cNvPr>
            <p:cNvSpPr/>
            <p:nvPr/>
          </p:nvSpPr>
          <p:spPr>
            <a:xfrm rot="913452">
              <a:off x="1572849" y="4086696"/>
              <a:ext cx="905346" cy="1672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5" name="Freeform: Shape 64">
              <a:extLst>
                <a:ext uri="{FF2B5EF4-FFF2-40B4-BE49-F238E27FC236}">
                  <a16:creationId xmlns:a16="http://schemas.microsoft.com/office/drawing/2014/main" id="{E6B9BE9B-2868-3095-0E97-84B23C355B5C}"/>
                </a:ext>
              </a:extLst>
            </p:cNvPr>
            <p:cNvSpPr/>
            <p:nvPr/>
          </p:nvSpPr>
          <p:spPr>
            <a:xfrm>
              <a:off x="2333878" y="3268557"/>
              <a:ext cx="1227394" cy="699713"/>
            </a:xfrm>
            <a:custGeom>
              <a:avLst/>
              <a:gdLst>
                <a:gd name="csX0" fmla="*/ 1200340 w 1342382"/>
                <a:gd name="csY0" fmla="*/ 0 h 765265"/>
                <a:gd name="csX1" fmla="*/ 1342382 w 1342382"/>
                <a:gd name="csY1" fmla="*/ 206986 h 765265"/>
                <a:gd name="csX2" fmla="*/ 1251067 w 1342382"/>
                <a:gd name="csY2" fmla="*/ 353301 h 765265"/>
                <a:gd name="csX3" fmla="*/ 861931 w 1342382"/>
                <a:gd name="csY3" fmla="*/ 733228 h 765265"/>
                <a:gd name="csX4" fmla="*/ 809196 w 1342382"/>
                <a:gd name="csY4" fmla="*/ 765265 h 765265"/>
                <a:gd name="csX5" fmla="*/ 0 w 1342382"/>
                <a:gd name="csY5" fmla="*/ 545044 h 765265"/>
                <a:gd name="csX6" fmla="*/ 13361 w 1342382"/>
                <a:gd name="csY6" fmla="*/ 545887 h 765265"/>
                <a:gd name="csX7" fmla="*/ 901595 w 1342382"/>
                <a:gd name="csY7" fmla="*/ 73617 h 765265"/>
                <a:gd name="csX8" fmla="*/ 927051 w 1342382"/>
                <a:gd name="csY8" fmla="*/ 31715 h 765265"/>
                <a:gd name="csX9" fmla="*/ 1200340 w 1342382"/>
                <a:gd name="csY9" fmla="*/ 0 h 7652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42382" h="765265">
                  <a:moveTo>
                    <a:pt x="1200340" y="0"/>
                  </a:moveTo>
                  <a:lnTo>
                    <a:pt x="1342382" y="206986"/>
                  </a:lnTo>
                  <a:lnTo>
                    <a:pt x="1251067" y="353301"/>
                  </a:lnTo>
                  <a:cubicBezTo>
                    <a:pt x="1145271" y="502071"/>
                    <a:pt x="1013324" y="630949"/>
                    <a:pt x="861931" y="733228"/>
                  </a:cubicBezTo>
                  <a:lnTo>
                    <a:pt x="809196" y="765265"/>
                  </a:lnTo>
                  <a:lnTo>
                    <a:pt x="0" y="545044"/>
                  </a:lnTo>
                  <a:lnTo>
                    <a:pt x="13361" y="545887"/>
                  </a:lnTo>
                  <a:cubicBezTo>
                    <a:pt x="383107" y="545887"/>
                    <a:pt x="709097" y="358551"/>
                    <a:pt x="901595" y="73617"/>
                  </a:cubicBezTo>
                  <a:lnTo>
                    <a:pt x="927051" y="31715"/>
                  </a:lnTo>
                  <a:lnTo>
                    <a:pt x="1200340" y="0"/>
                  </a:lnTo>
                  <a:close/>
                </a:path>
              </a:pathLst>
            </a:cu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4" name="Freeform: Shape 63">
              <a:extLst>
                <a:ext uri="{FF2B5EF4-FFF2-40B4-BE49-F238E27FC236}">
                  <a16:creationId xmlns:a16="http://schemas.microsoft.com/office/drawing/2014/main" id="{54AD8E16-08F8-7150-C484-0456B57D350A}"/>
                </a:ext>
              </a:extLst>
            </p:cNvPr>
            <p:cNvSpPr/>
            <p:nvPr/>
          </p:nvSpPr>
          <p:spPr>
            <a:xfrm>
              <a:off x="1110710" y="3280655"/>
              <a:ext cx="2353563" cy="1285039"/>
            </a:xfrm>
            <a:custGeom>
              <a:avLst/>
              <a:gdLst>
                <a:gd name="csX0" fmla="*/ 411015 w 2574057"/>
                <a:gd name="csY0" fmla="*/ 0 h 1405428"/>
                <a:gd name="csX1" fmla="*/ 447699 w 2574057"/>
                <a:gd name="csY1" fmla="*/ 60385 h 1405428"/>
                <a:gd name="csX2" fmla="*/ 1199505 w 2574057"/>
                <a:gd name="csY2" fmla="*/ 524049 h 1405428"/>
                <a:gd name="csX3" fmla="*/ 1233990 w 2574057"/>
                <a:gd name="csY3" fmla="*/ 526224 h 1405428"/>
                <a:gd name="csX4" fmla="*/ 1233880 w 2574057"/>
                <a:gd name="csY4" fmla="*/ 526628 h 1405428"/>
                <a:gd name="csX5" fmla="*/ 2110222 w 2574057"/>
                <a:gd name="csY5" fmla="*/ 765123 h 1405428"/>
                <a:gd name="csX6" fmla="*/ 2106977 w 2574057"/>
                <a:gd name="csY6" fmla="*/ 767094 h 1405428"/>
                <a:gd name="csX7" fmla="*/ 2184503 w 2574057"/>
                <a:gd name="csY7" fmla="*/ 814192 h 1405428"/>
                <a:gd name="csX8" fmla="*/ 2573639 w 2574057"/>
                <a:gd name="csY8" fmla="*/ 1194119 h 1405428"/>
                <a:gd name="csX9" fmla="*/ 2574057 w 2574057"/>
                <a:gd name="csY9" fmla="*/ 1194789 h 1405428"/>
                <a:gd name="csX10" fmla="*/ 2427291 w 2574057"/>
                <a:gd name="csY10" fmla="*/ 1405428 h 1405428"/>
                <a:gd name="csX11" fmla="*/ 2143512 w 2574057"/>
                <a:gd name="csY11" fmla="*/ 1370445 h 1405428"/>
                <a:gd name="csX12" fmla="*/ 2093367 w 2574057"/>
                <a:gd name="csY12" fmla="*/ 1315272 h 1405428"/>
                <a:gd name="csX13" fmla="*/ 1551812 w 2574057"/>
                <a:gd name="csY13" fmla="*/ 1023295 h 1405428"/>
                <a:gd name="csX14" fmla="*/ 1450619 w 2574057"/>
                <a:gd name="csY14" fmla="*/ 1007851 h 1405428"/>
                <a:gd name="csX15" fmla="*/ 564022 w 2574057"/>
                <a:gd name="csY15" fmla="*/ 766566 h 1405428"/>
                <a:gd name="csX16" fmla="*/ 487365 w 2574057"/>
                <a:gd name="csY16" fmla="*/ 719996 h 1405428"/>
                <a:gd name="csX17" fmla="*/ 1398 w 2574057"/>
                <a:gd name="csY17" fmla="*/ 184915 h 1405428"/>
                <a:gd name="csX18" fmla="*/ 0 w 2574057"/>
                <a:gd name="csY18" fmla="*/ 181920 h 1405428"/>
                <a:gd name="csX19" fmla="*/ 261774 w 2574057"/>
                <a:gd name="csY19" fmla="*/ 214189 h 1405428"/>
                <a:gd name="csX20" fmla="*/ 411015 w 2574057"/>
                <a:gd name="csY20" fmla="*/ 0 h 1405428"/>
                <a:gd name="csX0" fmla="*/ 411015 w 2574057"/>
                <a:gd name="csY0" fmla="*/ 0 h 1405428"/>
                <a:gd name="csX1" fmla="*/ 447699 w 2574057"/>
                <a:gd name="csY1" fmla="*/ 60385 h 1405428"/>
                <a:gd name="csX2" fmla="*/ 1199505 w 2574057"/>
                <a:gd name="csY2" fmla="*/ 524049 h 1405428"/>
                <a:gd name="csX3" fmla="*/ 1233990 w 2574057"/>
                <a:gd name="csY3" fmla="*/ 526224 h 1405428"/>
                <a:gd name="csX4" fmla="*/ 1233880 w 2574057"/>
                <a:gd name="csY4" fmla="*/ 526628 h 1405428"/>
                <a:gd name="csX5" fmla="*/ 2110222 w 2574057"/>
                <a:gd name="csY5" fmla="*/ 765123 h 1405428"/>
                <a:gd name="csX6" fmla="*/ 2106977 w 2574057"/>
                <a:gd name="csY6" fmla="*/ 767094 h 1405428"/>
                <a:gd name="csX7" fmla="*/ 2184503 w 2574057"/>
                <a:gd name="csY7" fmla="*/ 814192 h 1405428"/>
                <a:gd name="csX8" fmla="*/ 2573639 w 2574057"/>
                <a:gd name="csY8" fmla="*/ 1194119 h 1405428"/>
                <a:gd name="csX9" fmla="*/ 2574057 w 2574057"/>
                <a:gd name="csY9" fmla="*/ 1194789 h 1405428"/>
                <a:gd name="csX10" fmla="*/ 2427291 w 2574057"/>
                <a:gd name="csY10" fmla="*/ 1405428 h 1405428"/>
                <a:gd name="csX11" fmla="*/ 2143512 w 2574057"/>
                <a:gd name="csY11" fmla="*/ 1370445 h 1405428"/>
                <a:gd name="csX12" fmla="*/ 2093367 w 2574057"/>
                <a:gd name="csY12" fmla="*/ 1315272 h 1405428"/>
                <a:gd name="csX13" fmla="*/ 1551812 w 2574057"/>
                <a:gd name="csY13" fmla="*/ 1023295 h 1405428"/>
                <a:gd name="csX14" fmla="*/ 1450619 w 2574057"/>
                <a:gd name="csY14" fmla="*/ 1007851 h 1405428"/>
                <a:gd name="csX15" fmla="*/ 487365 w 2574057"/>
                <a:gd name="csY15" fmla="*/ 719996 h 1405428"/>
                <a:gd name="csX16" fmla="*/ 1398 w 2574057"/>
                <a:gd name="csY16" fmla="*/ 184915 h 1405428"/>
                <a:gd name="csX17" fmla="*/ 0 w 2574057"/>
                <a:gd name="csY17" fmla="*/ 181920 h 1405428"/>
                <a:gd name="csX18" fmla="*/ 261774 w 2574057"/>
                <a:gd name="csY18" fmla="*/ 214189 h 1405428"/>
                <a:gd name="csX19" fmla="*/ 411015 w 2574057"/>
                <a:gd name="csY19" fmla="*/ 0 h 1405428"/>
                <a:gd name="csX0" fmla="*/ 411015 w 2574057"/>
                <a:gd name="csY0" fmla="*/ 0 h 1405428"/>
                <a:gd name="csX1" fmla="*/ 447699 w 2574057"/>
                <a:gd name="csY1" fmla="*/ 60385 h 1405428"/>
                <a:gd name="csX2" fmla="*/ 1199505 w 2574057"/>
                <a:gd name="csY2" fmla="*/ 524049 h 1405428"/>
                <a:gd name="csX3" fmla="*/ 1233990 w 2574057"/>
                <a:gd name="csY3" fmla="*/ 526224 h 1405428"/>
                <a:gd name="csX4" fmla="*/ 1233880 w 2574057"/>
                <a:gd name="csY4" fmla="*/ 526628 h 1405428"/>
                <a:gd name="csX5" fmla="*/ 2110222 w 2574057"/>
                <a:gd name="csY5" fmla="*/ 765123 h 1405428"/>
                <a:gd name="csX6" fmla="*/ 2106977 w 2574057"/>
                <a:gd name="csY6" fmla="*/ 767094 h 1405428"/>
                <a:gd name="csX7" fmla="*/ 2184503 w 2574057"/>
                <a:gd name="csY7" fmla="*/ 814192 h 1405428"/>
                <a:gd name="csX8" fmla="*/ 2573639 w 2574057"/>
                <a:gd name="csY8" fmla="*/ 1194119 h 1405428"/>
                <a:gd name="csX9" fmla="*/ 2574057 w 2574057"/>
                <a:gd name="csY9" fmla="*/ 1194789 h 1405428"/>
                <a:gd name="csX10" fmla="*/ 2427291 w 2574057"/>
                <a:gd name="csY10" fmla="*/ 1405428 h 1405428"/>
                <a:gd name="csX11" fmla="*/ 2143512 w 2574057"/>
                <a:gd name="csY11" fmla="*/ 1370445 h 1405428"/>
                <a:gd name="csX12" fmla="*/ 2093367 w 2574057"/>
                <a:gd name="csY12" fmla="*/ 1315272 h 1405428"/>
                <a:gd name="csX13" fmla="*/ 1551812 w 2574057"/>
                <a:gd name="csY13" fmla="*/ 1023295 h 1405428"/>
                <a:gd name="csX14" fmla="*/ 487365 w 2574057"/>
                <a:gd name="csY14" fmla="*/ 719996 h 1405428"/>
                <a:gd name="csX15" fmla="*/ 1398 w 2574057"/>
                <a:gd name="csY15" fmla="*/ 184915 h 1405428"/>
                <a:gd name="csX16" fmla="*/ 0 w 2574057"/>
                <a:gd name="csY16" fmla="*/ 181920 h 1405428"/>
                <a:gd name="csX17" fmla="*/ 261774 w 2574057"/>
                <a:gd name="csY17" fmla="*/ 214189 h 1405428"/>
                <a:gd name="csX18" fmla="*/ 411015 w 2574057"/>
                <a:gd name="csY18" fmla="*/ 0 h 1405428"/>
                <a:gd name="csX0" fmla="*/ 411015 w 2574057"/>
                <a:gd name="csY0" fmla="*/ 0 h 1405428"/>
                <a:gd name="csX1" fmla="*/ 447699 w 2574057"/>
                <a:gd name="csY1" fmla="*/ 60385 h 1405428"/>
                <a:gd name="csX2" fmla="*/ 1199505 w 2574057"/>
                <a:gd name="csY2" fmla="*/ 524049 h 1405428"/>
                <a:gd name="csX3" fmla="*/ 1233990 w 2574057"/>
                <a:gd name="csY3" fmla="*/ 526224 h 1405428"/>
                <a:gd name="csX4" fmla="*/ 2110222 w 2574057"/>
                <a:gd name="csY4" fmla="*/ 765123 h 1405428"/>
                <a:gd name="csX5" fmla="*/ 2106977 w 2574057"/>
                <a:gd name="csY5" fmla="*/ 767094 h 1405428"/>
                <a:gd name="csX6" fmla="*/ 2184503 w 2574057"/>
                <a:gd name="csY6" fmla="*/ 814192 h 1405428"/>
                <a:gd name="csX7" fmla="*/ 2573639 w 2574057"/>
                <a:gd name="csY7" fmla="*/ 1194119 h 1405428"/>
                <a:gd name="csX8" fmla="*/ 2574057 w 2574057"/>
                <a:gd name="csY8" fmla="*/ 1194789 h 1405428"/>
                <a:gd name="csX9" fmla="*/ 2427291 w 2574057"/>
                <a:gd name="csY9" fmla="*/ 1405428 h 1405428"/>
                <a:gd name="csX10" fmla="*/ 2143512 w 2574057"/>
                <a:gd name="csY10" fmla="*/ 1370445 h 1405428"/>
                <a:gd name="csX11" fmla="*/ 2093367 w 2574057"/>
                <a:gd name="csY11" fmla="*/ 1315272 h 1405428"/>
                <a:gd name="csX12" fmla="*/ 1551812 w 2574057"/>
                <a:gd name="csY12" fmla="*/ 1023295 h 1405428"/>
                <a:gd name="csX13" fmla="*/ 487365 w 2574057"/>
                <a:gd name="csY13" fmla="*/ 719996 h 1405428"/>
                <a:gd name="csX14" fmla="*/ 1398 w 2574057"/>
                <a:gd name="csY14" fmla="*/ 184915 h 1405428"/>
                <a:gd name="csX15" fmla="*/ 0 w 2574057"/>
                <a:gd name="csY15" fmla="*/ 181920 h 1405428"/>
                <a:gd name="csX16" fmla="*/ 261774 w 2574057"/>
                <a:gd name="csY16" fmla="*/ 214189 h 1405428"/>
                <a:gd name="csX17" fmla="*/ 411015 w 2574057"/>
                <a:gd name="csY17" fmla="*/ 0 h 1405428"/>
                <a:gd name="csX0" fmla="*/ 411015 w 2574057"/>
                <a:gd name="csY0" fmla="*/ 0 h 1405428"/>
                <a:gd name="csX1" fmla="*/ 447699 w 2574057"/>
                <a:gd name="csY1" fmla="*/ 60385 h 1405428"/>
                <a:gd name="csX2" fmla="*/ 1199505 w 2574057"/>
                <a:gd name="csY2" fmla="*/ 524049 h 1405428"/>
                <a:gd name="csX3" fmla="*/ 2110222 w 2574057"/>
                <a:gd name="csY3" fmla="*/ 765123 h 1405428"/>
                <a:gd name="csX4" fmla="*/ 2106977 w 2574057"/>
                <a:gd name="csY4" fmla="*/ 767094 h 1405428"/>
                <a:gd name="csX5" fmla="*/ 2184503 w 2574057"/>
                <a:gd name="csY5" fmla="*/ 814192 h 1405428"/>
                <a:gd name="csX6" fmla="*/ 2573639 w 2574057"/>
                <a:gd name="csY6" fmla="*/ 1194119 h 1405428"/>
                <a:gd name="csX7" fmla="*/ 2574057 w 2574057"/>
                <a:gd name="csY7" fmla="*/ 1194789 h 1405428"/>
                <a:gd name="csX8" fmla="*/ 2427291 w 2574057"/>
                <a:gd name="csY8" fmla="*/ 1405428 h 1405428"/>
                <a:gd name="csX9" fmla="*/ 2143512 w 2574057"/>
                <a:gd name="csY9" fmla="*/ 1370445 h 1405428"/>
                <a:gd name="csX10" fmla="*/ 2093367 w 2574057"/>
                <a:gd name="csY10" fmla="*/ 1315272 h 1405428"/>
                <a:gd name="csX11" fmla="*/ 1551812 w 2574057"/>
                <a:gd name="csY11" fmla="*/ 1023295 h 1405428"/>
                <a:gd name="csX12" fmla="*/ 487365 w 2574057"/>
                <a:gd name="csY12" fmla="*/ 719996 h 1405428"/>
                <a:gd name="csX13" fmla="*/ 1398 w 2574057"/>
                <a:gd name="csY13" fmla="*/ 184915 h 1405428"/>
                <a:gd name="csX14" fmla="*/ 0 w 2574057"/>
                <a:gd name="csY14" fmla="*/ 181920 h 1405428"/>
                <a:gd name="csX15" fmla="*/ 261774 w 2574057"/>
                <a:gd name="csY15" fmla="*/ 214189 h 1405428"/>
                <a:gd name="csX16" fmla="*/ 411015 w 2574057"/>
                <a:gd name="csY16" fmla="*/ 0 h 1405428"/>
                <a:gd name="csX0" fmla="*/ 411015 w 2574057"/>
                <a:gd name="csY0" fmla="*/ 0 h 1405428"/>
                <a:gd name="csX1" fmla="*/ 447699 w 2574057"/>
                <a:gd name="csY1" fmla="*/ 60385 h 1405428"/>
                <a:gd name="csX2" fmla="*/ 1199505 w 2574057"/>
                <a:gd name="csY2" fmla="*/ 524049 h 1405428"/>
                <a:gd name="csX3" fmla="*/ 2110222 w 2574057"/>
                <a:gd name="csY3" fmla="*/ 765123 h 1405428"/>
                <a:gd name="csX4" fmla="*/ 2184503 w 2574057"/>
                <a:gd name="csY4" fmla="*/ 814192 h 1405428"/>
                <a:gd name="csX5" fmla="*/ 2573639 w 2574057"/>
                <a:gd name="csY5" fmla="*/ 1194119 h 1405428"/>
                <a:gd name="csX6" fmla="*/ 2574057 w 2574057"/>
                <a:gd name="csY6" fmla="*/ 1194789 h 1405428"/>
                <a:gd name="csX7" fmla="*/ 2427291 w 2574057"/>
                <a:gd name="csY7" fmla="*/ 1405428 h 1405428"/>
                <a:gd name="csX8" fmla="*/ 2143512 w 2574057"/>
                <a:gd name="csY8" fmla="*/ 1370445 h 1405428"/>
                <a:gd name="csX9" fmla="*/ 2093367 w 2574057"/>
                <a:gd name="csY9" fmla="*/ 1315272 h 1405428"/>
                <a:gd name="csX10" fmla="*/ 1551812 w 2574057"/>
                <a:gd name="csY10" fmla="*/ 1023295 h 1405428"/>
                <a:gd name="csX11" fmla="*/ 487365 w 2574057"/>
                <a:gd name="csY11" fmla="*/ 719996 h 1405428"/>
                <a:gd name="csX12" fmla="*/ 1398 w 2574057"/>
                <a:gd name="csY12" fmla="*/ 184915 h 1405428"/>
                <a:gd name="csX13" fmla="*/ 0 w 2574057"/>
                <a:gd name="csY13" fmla="*/ 181920 h 1405428"/>
                <a:gd name="csX14" fmla="*/ 261774 w 2574057"/>
                <a:gd name="csY14" fmla="*/ 214189 h 1405428"/>
                <a:gd name="csX15" fmla="*/ 411015 w 2574057"/>
                <a:gd name="csY15" fmla="*/ 0 h 1405428"/>
                <a:gd name="csX0" fmla="*/ 411015 w 2574057"/>
                <a:gd name="csY0" fmla="*/ 0 h 1405428"/>
                <a:gd name="csX1" fmla="*/ 447699 w 2574057"/>
                <a:gd name="csY1" fmla="*/ 60385 h 1405428"/>
                <a:gd name="csX2" fmla="*/ 1199505 w 2574057"/>
                <a:gd name="csY2" fmla="*/ 524049 h 1405428"/>
                <a:gd name="csX3" fmla="*/ 2184503 w 2574057"/>
                <a:gd name="csY3" fmla="*/ 814192 h 1405428"/>
                <a:gd name="csX4" fmla="*/ 2573639 w 2574057"/>
                <a:gd name="csY4" fmla="*/ 1194119 h 1405428"/>
                <a:gd name="csX5" fmla="*/ 2574057 w 2574057"/>
                <a:gd name="csY5" fmla="*/ 1194789 h 1405428"/>
                <a:gd name="csX6" fmla="*/ 2427291 w 2574057"/>
                <a:gd name="csY6" fmla="*/ 1405428 h 1405428"/>
                <a:gd name="csX7" fmla="*/ 2143512 w 2574057"/>
                <a:gd name="csY7" fmla="*/ 1370445 h 1405428"/>
                <a:gd name="csX8" fmla="*/ 2093367 w 2574057"/>
                <a:gd name="csY8" fmla="*/ 1315272 h 1405428"/>
                <a:gd name="csX9" fmla="*/ 1551812 w 2574057"/>
                <a:gd name="csY9" fmla="*/ 1023295 h 1405428"/>
                <a:gd name="csX10" fmla="*/ 487365 w 2574057"/>
                <a:gd name="csY10" fmla="*/ 719996 h 1405428"/>
                <a:gd name="csX11" fmla="*/ 1398 w 2574057"/>
                <a:gd name="csY11" fmla="*/ 184915 h 1405428"/>
                <a:gd name="csX12" fmla="*/ 0 w 2574057"/>
                <a:gd name="csY12" fmla="*/ 181920 h 1405428"/>
                <a:gd name="csX13" fmla="*/ 261774 w 2574057"/>
                <a:gd name="csY13" fmla="*/ 214189 h 1405428"/>
                <a:gd name="csX14" fmla="*/ 411015 w 2574057"/>
                <a:gd name="csY14" fmla="*/ 0 h 1405428"/>
                <a:gd name="csX0" fmla="*/ 411015 w 2574057"/>
                <a:gd name="csY0" fmla="*/ 0 h 1405428"/>
                <a:gd name="csX1" fmla="*/ 447699 w 2574057"/>
                <a:gd name="csY1" fmla="*/ 60385 h 1405428"/>
                <a:gd name="csX2" fmla="*/ 1199505 w 2574057"/>
                <a:gd name="csY2" fmla="*/ 524049 h 1405428"/>
                <a:gd name="csX3" fmla="*/ 2191448 w 2574057"/>
                <a:gd name="csY3" fmla="*/ 793357 h 1405428"/>
                <a:gd name="csX4" fmla="*/ 2573639 w 2574057"/>
                <a:gd name="csY4" fmla="*/ 1194119 h 1405428"/>
                <a:gd name="csX5" fmla="*/ 2574057 w 2574057"/>
                <a:gd name="csY5" fmla="*/ 1194789 h 1405428"/>
                <a:gd name="csX6" fmla="*/ 2427291 w 2574057"/>
                <a:gd name="csY6" fmla="*/ 1405428 h 1405428"/>
                <a:gd name="csX7" fmla="*/ 2143512 w 2574057"/>
                <a:gd name="csY7" fmla="*/ 1370445 h 1405428"/>
                <a:gd name="csX8" fmla="*/ 2093367 w 2574057"/>
                <a:gd name="csY8" fmla="*/ 1315272 h 1405428"/>
                <a:gd name="csX9" fmla="*/ 1551812 w 2574057"/>
                <a:gd name="csY9" fmla="*/ 1023295 h 1405428"/>
                <a:gd name="csX10" fmla="*/ 487365 w 2574057"/>
                <a:gd name="csY10" fmla="*/ 719996 h 1405428"/>
                <a:gd name="csX11" fmla="*/ 1398 w 2574057"/>
                <a:gd name="csY11" fmla="*/ 184915 h 1405428"/>
                <a:gd name="csX12" fmla="*/ 0 w 2574057"/>
                <a:gd name="csY12" fmla="*/ 181920 h 1405428"/>
                <a:gd name="csX13" fmla="*/ 261774 w 2574057"/>
                <a:gd name="csY13" fmla="*/ 214189 h 1405428"/>
                <a:gd name="csX14" fmla="*/ 411015 w 2574057"/>
                <a:gd name="csY14" fmla="*/ 0 h 1405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74057" h="1405428">
                  <a:moveTo>
                    <a:pt x="411015" y="0"/>
                  </a:moveTo>
                  <a:lnTo>
                    <a:pt x="447699" y="60385"/>
                  </a:lnTo>
                  <a:cubicBezTo>
                    <a:pt x="616135" y="309702"/>
                    <a:pt x="886775" y="484296"/>
                    <a:pt x="1199505" y="524049"/>
                  </a:cubicBezTo>
                  <a:lnTo>
                    <a:pt x="2191448" y="793357"/>
                  </a:lnTo>
                  <a:cubicBezTo>
                    <a:pt x="2342841" y="895637"/>
                    <a:pt x="2467843" y="1045349"/>
                    <a:pt x="2573639" y="1194119"/>
                  </a:cubicBezTo>
                  <a:lnTo>
                    <a:pt x="2574057" y="1194789"/>
                  </a:lnTo>
                  <a:lnTo>
                    <a:pt x="2427291" y="1405428"/>
                  </a:lnTo>
                  <a:lnTo>
                    <a:pt x="2143512" y="1370445"/>
                  </a:lnTo>
                  <a:lnTo>
                    <a:pt x="2093367" y="1315272"/>
                  </a:lnTo>
                  <a:cubicBezTo>
                    <a:pt x="1947984" y="1169889"/>
                    <a:pt x="1761005" y="1066103"/>
                    <a:pt x="1551812" y="1023295"/>
                  </a:cubicBezTo>
                  <a:lnTo>
                    <a:pt x="487365" y="719996"/>
                  </a:lnTo>
                  <a:cubicBezTo>
                    <a:pt x="285508" y="583624"/>
                    <a:pt x="118221" y="399966"/>
                    <a:pt x="1398" y="184915"/>
                  </a:cubicBezTo>
                  <a:lnTo>
                    <a:pt x="0" y="181920"/>
                  </a:lnTo>
                  <a:lnTo>
                    <a:pt x="261774" y="214189"/>
                  </a:lnTo>
                  <a:lnTo>
                    <a:pt x="411015" y="0"/>
                  </a:lnTo>
                  <a:close/>
                </a:path>
              </a:pathLst>
            </a:custGeom>
            <a:solidFill>
              <a:schemeClr val="accent5">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grpSp>
      <p:sp>
        <p:nvSpPr>
          <p:cNvPr id="86" name="TrackerNumWhite 86">
            <a:extLst>
              <a:ext uri="{FF2B5EF4-FFF2-40B4-BE49-F238E27FC236}">
                <a16:creationId xmlns:a16="http://schemas.microsoft.com/office/drawing/2014/main" id="{A0BEC00F-8189-57CF-B097-9074F1097A64}"/>
              </a:ext>
            </a:extLst>
          </p:cNvPr>
          <p:cNvSpPr/>
          <p:nvPr>
            <p:custDataLst>
              <p:tags r:id="rId6"/>
            </p:custDataLst>
          </p:nvPr>
        </p:nvSpPr>
        <p:spPr>
          <a:xfrm>
            <a:off x="2646089" y="147484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a:solidFill>
                  <a:schemeClr val="accent1"/>
                </a:solidFill>
              </a:rPr>
              <a:t>3</a:t>
            </a:r>
            <a:endParaRPr lang="sv-SE" sz="1400" dirty="0">
              <a:solidFill>
                <a:schemeClr val="accent1"/>
              </a:solidFill>
            </a:endParaRPr>
          </a:p>
        </p:txBody>
      </p:sp>
      <p:sp>
        <p:nvSpPr>
          <p:cNvPr id="88" name="TrackerNumWhite 86">
            <a:extLst>
              <a:ext uri="{FF2B5EF4-FFF2-40B4-BE49-F238E27FC236}">
                <a16:creationId xmlns:a16="http://schemas.microsoft.com/office/drawing/2014/main" id="{5CF913AF-C4A8-BC78-773E-84E502C0CAA2}"/>
              </a:ext>
            </a:extLst>
          </p:cNvPr>
          <p:cNvSpPr/>
          <p:nvPr>
            <p:custDataLst>
              <p:tags r:id="rId7"/>
            </p:custDataLst>
          </p:nvPr>
        </p:nvSpPr>
        <p:spPr>
          <a:xfrm>
            <a:off x="1083989" y="187108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dirty="0">
                <a:solidFill>
                  <a:schemeClr val="accent1"/>
                </a:solidFill>
              </a:rPr>
              <a:t>4</a:t>
            </a:r>
          </a:p>
        </p:txBody>
      </p:sp>
      <p:sp>
        <p:nvSpPr>
          <p:cNvPr id="89" name="TrackerNumWhite 86">
            <a:extLst>
              <a:ext uri="{FF2B5EF4-FFF2-40B4-BE49-F238E27FC236}">
                <a16:creationId xmlns:a16="http://schemas.microsoft.com/office/drawing/2014/main" id="{B6EC61D8-BA4B-B6AD-E756-FDDB1C183C3C}"/>
              </a:ext>
            </a:extLst>
          </p:cNvPr>
          <p:cNvSpPr/>
          <p:nvPr>
            <p:custDataLst>
              <p:tags r:id="rId8"/>
            </p:custDataLst>
          </p:nvPr>
        </p:nvSpPr>
        <p:spPr>
          <a:xfrm>
            <a:off x="1221149" y="332650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dirty="0">
                <a:solidFill>
                  <a:schemeClr val="accent1"/>
                </a:solidFill>
              </a:rPr>
              <a:t>5</a:t>
            </a:r>
          </a:p>
        </p:txBody>
      </p:sp>
      <p:sp>
        <p:nvSpPr>
          <p:cNvPr id="90" name="TrackerNumWhite 86">
            <a:extLst>
              <a:ext uri="{FF2B5EF4-FFF2-40B4-BE49-F238E27FC236}">
                <a16:creationId xmlns:a16="http://schemas.microsoft.com/office/drawing/2014/main" id="{D6D9EAB7-CDA8-2C92-9406-7BDAC4A8C1EF}"/>
              </a:ext>
            </a:extLst>
          </p:cNvPr>
          <p:cNvSpPr/>
          <p:nvPr>
            <p:custDataLst>
              <p:tags r:id="rId9"/>
            </p:custDataLst>
          </p:nvPr>
        </p:nvSpPr>
        <p:spPr>
          <a:xfrm>
            <a:off x="3240449" y="276262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a:solidFill>
                  <a:schemeClr val="accent1"/>
                </a:solidFill>
              </a:rPr>
              <a:t>2</a:t>
            </a:r>
            <a:endParaRPr lang="sv-SE" sz="1400" dirty="0">
              <a:solidFill>
                <a:schemeClr val="accent1"/>
              </a:solidFill>
            </a:endParaRPr>
          </a:p>
        </p:txBody>
      </p:sp>
      <p:sp>
        <p:nvSpPr>
          <p:cNvPr id="91" name="TrackerNumWhite 86">
            <a:extLst>
              <a:ext uri="{FF2B5EF4-FFF2-40B4-BE49-F238E27FC236}">
                <a16:creationId xmlns:a16="http://schemas.microsoft.com/office/drawing/2014/main" id="{AFCBACF4-178C-3851-CF23-7B5E993C4B2C}"/>
              </a:ext>
            </a:extLst>
          </p:cNvPr>
          <p:cNvSpPr/>
          <p:nvPr>
            <p:custDataLst>
              <p:tags r:id="rId10"/>
            </p:custDataLst>
          </p:nvPr>
        </p:nvSpPr>
        <p:spPr>
          <a:xfrm>
            <a:off x="3187109" y="450760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dirty="0">
                <a:solidFill>
                  <a:schemeClr val="accent1"/>
                </a:solidFill>
              </a:rPr>
              <a:t>6</a:t>
            </a:r>
          </a:p>
        </p:txBody>
      </p:sp>
      <p:sp>
        <p:nvSpPr>
          <p:cNvPr id="92" name="TrackerNumWhite 86">
            <a:extLst>
              <a:ext uri="{FF2B5EF4-FFF2-40B4-BE49-F238E27FC236}">
                <a16:creationId xmlns:a16="http://schemas.microsoft.com/office/drawing/2014/main" id="{EA705C27-F9C9-5A22-33DB-1D752A437710}"/>
              </a:ext>
            </a:extLst>
          </p:cNvPr>
          <p:cNvSpPr/>
          <p:nvPr>
            <p:custDataLst>
              <p:tags r:id="rId11"/>
            </p:custDataLst>
          </p:nvPr>
        </p:nvSpPr>
        <p:spPr>
          <a:xfrm>
            <a:off x="2783249" y="584110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dirty="0">
                <a:solidFill>
                  <a:schemeClr val="accent1"/>
                </a:solidFill>
              </a:rPr>
              <a:t>7</a:t>
            </a:r>
          </a:p>
        </p:txBody>
      </p:sp>
      <p:sp>
        <p:nvSpPr>
          <p:cNvPr id="93" name="TrackerNumWhite 86">
            <a:extLst>
              <a:ext uri="{FF2B5EF4-FFF2-40B4-BE49-F238E27FC236}">
                <a16:creationId xmlns:a16="http://schemas.microsoft.com/office/drawing/2014/main" id="{9A05A803-2561-5F71-1709-8618D765F881}"/>
              </a:ext>
            </a:extLst>
          </p:cNvPr>
          <p:cNvSpPr/>
          <p:nvPr>
            <p:custDataLst>
              <p:tags r:id="rId12"/>
            </p:custDataLst>
          </p:nvPr>
        </p:nvSpPr>
        <p:spPr>
          <a:xfrm>
            <a:off x="1000169" y="5406760"/>
            <a:ext cx="265176" cy="268441"/>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400" dirty="0">
                <a:solidFill>
                  <a:schemeClr val="accent1"/>
                </a:solidFill>
              </a:rPr>
              <a:t>1</a:t>
            </a:r>
          </a:p>
        </p:txBody>
      </p:sp>
      <p:sp>
        <p:nvSpPr>
          <p:cNvPr id="94" name="TextBox 93">
            <a:extLst>
              <a:ext uri="{FF2B5EF4-FFF2-40B4-BE49-F238E27FC236}">
                <a16:creationId xmlns:a16="http://schemas.microsoft.com/office/drawing/2014/main" id="{5CFF8C21-03CF-B049-0777-E8E55F5B0241}"/>
              </a:ext>
            </a:extLst>
          </p:cNvPr>
          <p:cNvSpPr txBox="1"/>
          <p:nvPr/>
        </p:nvSpPr>
        <p:spPr>
          <a:xfrm>
            <a:off x="1909065" y="4858524"/>
            <a:ext cx="541815" cy="307777"/>
          </a:xfrm>
          <a:prstGeom prst="rect">
            <a:avLst/>
          </a:prstGeom>
        </p:spPr>
        <p:txBody>
          <a:bodyPr vert="horz" wrap="non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2000" b="1" dirty="0"/>
              <a:t>OPS</a:t>
            </a:r>
          </a:p>
        </p:txBody>
      </p:sp>
      <p:sp>
        <p:nvSpPr>
          <p:cNvPr id="95" name="TextBox 94">
            <a:extLst>
              <a:ext uri="{FF2B5EF4-FFF2-40B4-BE49-F238E27FC236}">
                <a16:creationId xmlns:a16="http://schemas.microsoft.com/office/drawing/2014/main" id="{379CB3CF-908B-C8F3-4A57-4B397F2F462E}"/>
              </a:ext>
            </a:extLst>
          </p:cNvPr>
          <p:cNvSpPr txBox="1"/>
          <p:nvPr/>
        </p:nvSpPr>
        <p:spPr>
          <a:xfrm>
            <a:off x="1915477" y="2412504"/>
            <a:ext cx="528991" cy="307777"/>
          </a:xfrm>
          <a:prstGeom prst="rect">
            <a:avLst/>
          </a:prstGeom>
        </p:spPr>
        <p:txBody>
          <a:bodyPr vert="horz" wrap="non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2000" b="1" dirty="0"/>
              <a:t>DEV</a:t>
            </a:r>
          </a:p>
        </p:txBody>
      </p:sp>
      <p:sp>
        <p:nvSpPr>
          <p:cNvPr id="96" name="TextBox 95">
            <a:extLst>
              <a:ext uri="{FF2B5EF4-FFF2-40B4-BE49-F238E27FC236}">
                <a16:creationId xmlns:a16="http://schemas.microsoft.com/office/drawing/2014/main" id="{C65AB233-B550-0E47-02DD-B0F4E963C7A9}"/>
              </a:ext>
            </a:extLst>
          </p:cNvPr>
          <p:cNvSpPr txBox="1"/>
          <p:nvPr/>
        </p:nvSpPr>
        <p:spPr>
          <a:xfrm>
            <a:off x="498157" y="3692664"/>
            <a:ext cx="528992" cy="307777"/>
          </a:xfrm>
          <a:prstGeom prst="rect">
            <a:avLst/>
          </a:prstGeom>
        </p:spPr>
        <p:txBody>
          <a:bodyPr vert="horz" wrap="non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2000" b="1" dirty="0"/>
              <a:t>SEC</a:t>
            </a:r>
          </a:p>
        </p:txBody>
      </p:sp>
      <p:pic>
        <p:nvPicPr>
          <p:cNvPr id="103" name="CustomIcon">
            <a:extLst>
              <a:ext uri="{FF2B5EF4-FFF2-40B4-BE49-F238E27FC236}">
                <a16:creationId xmlns:a16="http://schemas.microsoft.com/office/drawing/2014/main" id="{287B5DAA-D229-B6CC-E517-B4806AB8ACC8}"/>
              </a:ext>
            </a:extLst>
          </p:cNvPr>
          <p:cNvPicPr>
            <a:picLocks/>
          </p:cNvPicPr>
          <p:nvPr>
            <p:custDataLst>
              <p:tags r:id="rId13"/>
            </p:custDataLst>
          </p:nvPr>
        </p:nvPicPr>
        <p:blipFill>
          <a:blip>
            <a:extLst>
              <a:ext uri="{96DAC541-7B7A-43D3-8B79-37D633B846F1}">
                <asvg:svgBlip xmlns:asvg="http://schemas.microsoft.com/office/drawing/2016/SVG/main" r:embed="rId22"/>
              </a:ext>
            </a:extLst>
          </a:blip>
          <a:stretch>
            <a:fillRect/>
          </a:stretch>
        </p:blipFill>
        <p:spPr>
          <a:xfrm>
            <a:off x="2027554" y="1272376"/>
            <a:ext cx="334646" cy="334646"/>
          </a:xfrm>
          <a:prstGeom prst="rect">
            <a:avLst/>
          </a:prstGeom>
        </p:spPr>
      </p:pic>
      <p:pic>
        <p:nvPicPr>
          <p:cNvPr id="107" name="Graphic 106">
            <a:extLst>
              <a:ext uri="{FF2B5EF4-FFF2-40B4-BE49-F238E27FC236}">
                <a16:creationId xmlns:a16="http://schemas.microsoft.com/office/drawing/2014/main" id="{CE418AC9-4390-AA4E-D6EA-95DB5329AA21}"/>
              </a:ext>
            </a:extLst>
          </p:cNvPr>
          <p:cNvPicPr>
            <a:picLocks/>
          </p:cNvPicPr>
          <p:nvPr/>
        </p:nvPicPr>
        <p:blipFill>
          <a:blip>
            <a:extLst>
              <a:ext uri="{96DAC541-7B7A-43D3-8B79-37D633B846F1}">
                <asvg:svgBlip xmlns:asvg="http://schemas.microsoft.com/office/drawing/2016/SVG/main" r:embed="rId23"/>
              </a:ext>
            </a:extLst>
          </a:blip>
          <a:stretch>
            <a:fillRect/>
          </a:stretch>
        </p:blipFill>
        <p:spPr>
          <a:xfrm>
            <a:off x="3205927" y="2299058"/>
            <a:ext cx="334646" cy="334646"/>
          </a:xfrm>
          <a:prstGeom prst="rect">
            <a:avLst/>
          </a:prstGeom>
        </p:spPr>
      </p:pic>
      <p:pic>
        <p:nvPicPr>
          <p:cNvPr id="111" name="CustomIcon">
            <a:extLst>
              <a:ext uri="{FF2B5EF4-FFF2-40B4-BE49-F238E27FC236}">
                <a16:creationId xmlns:a16="http://schemas.microsoft.com/office/drawing/2014/main" id="{AF336A92-CF1F-2232-0DE4-A1A70767B371}"/>
              </a:ext>
            </a:extLst>
          </p:cNvPr>
          <p:cNvPicPr>
            <a:picLocks/>
          </p:cNvPicPr>
          <p:nvPr>
            <p:custDataLst>
              <p:tags r:id="rId14"/>
            </p:custDataLst>
          </p:nvPr>
        </p:nvPicPr>
        <p:blipFill>
          <a:blip>
            <a:extLst>
              <a:ext uri="{96DAC541-7B7A-43D3-8B79-37D633B846F1}">
                <asvg:svgBlip xmlns:asvg="http://schemas.microsoft.com/office/drawing/2016/SVG/main" r:embed="rId24"/>
              </a:ext>
            </a:extLst>
          </a:blip>
          <a:stretch>
            <a:fillRect/>
          </a:stretch>
        </p:blipFill>
        <p:spPr>
          <a:xfrm>
            <a:off x="3227704" y="4822026"/>
            <a:ext cx="334646" cy="334646"/>
          </a:xfrm>
          <a:prstGeom prst="rect">
            <a:avLst/>
          </a:prstGeom>
        </p:spPr>
      </p:pic>
      <p:pic>
        <p:nvPicPr>
          <p:cNvPr id="115" name="CustomIcon">
            <a:extLst>
              <a:ext uri="{FF2B5EF4-FFF2-40B4-BE49-F238E27FC236}">
                <a16:creationId xmlns:a16="http://schemas.microsoft.com/office/drawing/2014/main" id="{9376BB1E-642F-BE73-44A2-D203FF175385}"/>
              </a:ext>
            </a:extLst>
          </p:cNvPr>
          <p:cNvPicPr>
            <a:picLocks/>
          </p:cNvPicPr>
          <p:nvPr>
            <p:custDataLst>
              <p:tags r:id="rId15"/>
            </p:custDataLst>
          </p:nvPr>
        </p:nvPicPr>
        <p:blipFill>
          <a:blip>
            <a:extLst>
              <a:ext uri="{96DAC541-7B7A-43D3-8B79-37D633B846F1}">
                <asvg:svgBlip xmlns:asvg="http://schemas.microsoft.com/office/drawing/2016/SVG/main" r:embed="rId25"/>
              </a:ext>
            </a:extLst>
          </a:blip>
          <a:stretch>
            <a:fillRect/>
          </a:stretch>
        </p:blipFill>
        <p:spPr>
          <a:xfrm>
            <a:off x="1948179" y="6038051"/>
            <a:ext cx="334646" cy="334646"/>
          </a:xfrm>
          <a:prstGeom prst="rect">
            <a:avLst/>
          </a:prstGeom>
        </p:spPr>
      </p:pic>
      <p:pic>
        <p:nvPicPr>
          <p:cNvPr id="119" name="CustomIcon">
            <a:extLst>
              <a:ext uri="{FF2B5EF4-FFF2-40B4-BE49-F238E27FC236}">
                <a16:creationId xmlns:a16="http://schemas.microsoft.com/office/drawing/2014/main" id="{679CF933-C81F-5FD5-F9B8-25D68F3070DA}"/>
              </a:ext>
            </a:extLst>
          </p:cNvPr>
          <p:cNvPicPr>
            <a:picLocks/>
          </p:cNvPicPr>
          <p:nvPr>
            <p:custDataLst>
              <p:tags r:id="rId16"/>
            </p:custDataLst>
          </p:nvPr>
        </p:nvPicPr>
        <p:blipFill>
          <a:blip>
            <a:extLst>
              <a:ext uri="{96DAC541-7B7A-43D3-8B79-37D633B846F1}">
                <asvg:svgBlip xmlns:asvg="http://schemas.microsoft.com/office/drawing/2016/SVG/main" r:embed="rId26"/>
              </a:ext>
            </a:extLst>
          </a:blip>
          <a:stretch>
            <a:fillRect/>
          </a:stretch>
        </p:blipFill>
        <p:spPr>
          <a:xfrm>
            <a:off x="878204" y="4822026"/>
            <a:ext cx="334646" cy="334646"/>
          </a:xfrm>
          <a:prstGeom prst="rect">
            <a:avLst/>
          </a:prstGeom>
        </p:spPr>
      </p:pic>
      <p:pic>
        <p:nvPicPr>
          <p:cNvPr id="123" name="CustomIcon">
            <a:extLst>
              <a:ext uri="{FF2B5EF4-FFF2-40B4-BE49-F238E27FC236}">
                <a16:creationId xmlns:a16="http://schemas.microsoft.com/office/drawing/2014/main" id="{5878543D-2733-4FF3-32B1-AD4C39E48791}"/>
              </a:ext>
            </a:extLst>
          </p:cNvPr>
          <p:cNvPicPr>
            <a:picLocks/>
          </p:cNvPicPr>
          <p:nvPr>
            <p:custDataLst>
              <p:tags r:id="rId17"/>
            </p:custDataLst>
          </p:nvPr>
        </p:nvPicPr>
        <p:blipFill>
          <a:blip>
            <a:extLst>
              <a:ext uri="{96DAC541-7B7A-43D3-8B79-37D633B846F1}">
                <asvg:svgBlip xmlns:asvg="http://schemas.microsoft.com/office/drawing/2016/SVG/main" r:embed="rId27"/>
              </a:ext>
            </a:extLst>
          </a:blip>
          <a:stretch>
            <a:fillRect/>
          </a:stretch>
        </p:blipFill>
        <p:spPr>
          <a:xfrm rot="3619619">
            <a:off x="2040254" y="3659976"/>
            <a:ext cx="334646" cy="334646"/>
          </a:xfrm>
          <a:prstGeom prst="rect">
            <a:avLst/>
          </a:prstGeom>
        </p:spPr>
      </p:pic>
      <p:pic>
        <p:nvPicPr>
          <p:cNvPr id="127" name="CustomIcon">
            <a:extLst>
              <a:ext uri="{FF2B5EF4-FFF2-40B4-BE49-F238E27FC236}">
                <a16:creationId xmlns:a16="http://schemas.microsoft.com/office/drawing/2014/main" id="{8198242E-9257-D1CF-3825-A771AE3A21E6}"/>
              </a:ext>
            </a:extLst>
          </p:cNvPr>
          <p:cNvPicPr>
            <a:picLocks/>
          </p:cNvPicPr>
          <p:nvPr>
            <p:custDataLst>
              <p:tags r:id="rId18"/>
            </p:custDataLst>
          </p:nvPr>
        </p:nvPicPr>
        <p:blipFill>
          <a:blip>
            <a:extLst>
              <a:ext uri="{96DAC541-7B7A-43D3-8B79-37D633B846F1}">
                <asvg:svgBlip xmlns:asvg="http://schemas.microsoft.com/office/drawing/2016/SVG/main" r:embed="rId28"/>
              </a:ext>
            </a:extLst>
          </a:blip>
          <a:stretch>
            <a:fillRect/>
          </a:stretch>
        </p:blipFill>
        <p:spPr>
          <a:xfrm>
            <a:off x="868679" y="2299058"/>
            <a:ext cx="334646" cy="334646"/>
          </a:xfrm>
          <a:prstGeom prst="rect">
            <a:avLst/>
          </a:prstGeom>
        </p:spPr>
      </p:pic>
      <p:sp>
        <p:nvSpPr>
          <p:cNvPr id="20" name="RectangleLegend4">
            <a:extLst>
              <a:ext uri="{FF2B5EF4-FFF2-40B4-BE49-F238E27FC236}">
                <a16:creationId xmlns:a16="http://schemas.microsoft.com/office/drawing/2014/main" id="{ECDF4CA2-CCC0-D818-9CAA-07021641105B}"/>
              </a:ext>
            </a:extLst>
          </p:cNvPr>
          <p:cNvSpPr>
            <a:spLocks/>
          </p:cNvSpPr>
          <p:nvPr/>
        </p:nvSpPr>
        <p:spPr>
          <a:xfrm>
            <a:off x="10460379" y="871623"/>
            <a:ext cx="155448" cy="153888"/>
          </a:xfrm>
          <a:prstGeom prst="rect">
            <a:avLst/>
          </a:prstGeom>
          <a:solidFill>
            <a:schemeClr val="accent3">
              <a:lumMod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chemeClr val="tx1"/>
              </a:solidFill>
            </a:endParaRPr>
          </a:p>
        </p:txBody>
      </p:sp>
      <p:sp>
        <p:nvSpPr>
          <p:cNvPr id="45" name="Legend4">
            <a:extLst>
              <a:ext uri="{FF2B5EF4-FFF2-40B4-BE49-F238E27FC236}">
                <a16:creationId xmlns:a16="http://schemas.microsoft.com/office/drawing/2014/main" id="{84F2CB54-10D3-8D3B-7221-6381B525158D}"/>
              </a:ext>
            </a:extLst>
          </p:cNvPr>
          <p:cNvSpPr txBox="1">
            <a:spLocks/>
          </p:cNvSpPr>
          <p:nvPr/>
        </p:nvSpPr>
        <p:spPr>
          <a:xfrm>
            <a:off x="10667447" y="871623"/>
            <a:ext cx="969817" cy="153888"/>
          </a:xfrm>
          <a:prstGeom prst="rect">
            <a:avLst/>
          </a:prstGeom>
          <a:noFill/>
          <a:ln>
            <a:noFill/>
            <a:miter lim="800000"/>
          </a:ln>
        </p:spPr>
        <p:txBody>
          <a:bodyPr wrap="none" lIns="0" tIns="0" rIns="0" bIns="0" rtlCol="0" anchor="ctr" anchorCtr="0">
            <a:spAutoFit/>
          </a:bodyPr>
          <a:lstStyle/>
          <a:p>
            <a:pPr>
              <a:spcAft>
                <a:spcPts val="600"/>
              </a:spcAft>
            </a:pPr>
            <a:r>
              <a:rPr lang="en-US" sz="1000" dirty="0"/>
              <a:t>Deep-dive ahead</a:t>
            </a:r>
          </a:p>
        </p:txBody>
      </p:sp>
    </p:spTree>
    <p:extLst>
      <p:ext uri="{BB962C8B-B14F-4D97-AF65-F5344CB8AC3E}">
        <p14:creationId xmlns:p14="http://schemas.microsoft.com/office/powerpoint/2010/main" val="1405270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8091-7FB1-C6E3-88B8-CEF6ECA9E51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65787F1-4D54-FD3A-6BD9-7BDAD248FB77}"/>
              </a:ext>
            </a:extLst>
          </p:cNvPr>
          <p:cNvGraphicFramePr>
            <a:graphicFrameLocks noChangeAspect="1"/>
          </p:cNvGraphicFramePr>
          <p:nvPr>
            <p:custDataLst>
              <p:tags r:id="rId1"/>
            </p:custDataLst>
            <p:extLst>
              <p:ext uri="{D42A27DB-BD31-4B8C-83A1-F6EECF244321}">
                <p14:modId xmlns:p14="http://schemas.microsoft.com/office/powerpoint/2010/main" val="3300309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6" imgW="484" imgH="486" progId="TCLayout.ActiveDocument.1">
                  <p:embed/>
                </p:oleObj>
              </mc:Choice>
              <mc:Fallback>
                <p:oleObj name="think-cell Slide" r:id="rId76" imgW="484" imgH="486" progId="TCLayout.ActiveDocument.1">
                  <p:embed/>
                  <p:pic>
                    <p:nvPicPr>
                      <p:cNvPr id="5" name="think-cell data - do not delete" hidden="1">
                        <a:extLst>
                          <a:ext uri="{FF2B5EF4-FFF2-40B4-BE49-F238E27FC236}">
                            <a16:creationId xmlns:a16="http://schemas.microsoft.com/office/drawing/2014/main" id="{F65787F1-4D54-FD3A-6BD9-7BDAD248FB77}"/>
                          </a:ext>
                        </a:extLst>
                      </p:cNvPr>
                      <p:cNvPicPr/>
                      <p:nvPr/>
                    </p:nvPicPr>
                    <p:blipFill>
                      <a:blip r:embed="rId77"/>
                      <a:stretch>
                        <a:fillRect/>
                      </a:stretch>
                    </p:blipFill>
                    <p:spPr>
                      <a:xfrm>
                        <a:off x="1588" y="1588"/>
                        <a:ext cx="1588" cy="1588"/>
                      </a:xfrm>
                      <a:prstGeom prst="rect">
                        <a:avLst/>
                      </a:prstGeom>
                    </p:spPr>
                  </p:pic>
                </p:oleObj>
              </mc:Fallback>
            </mc:AlternateContent>
          </a:graphicData>
        </a:graphic>
      </p:graphicFrame>
      <p:sp>
        <p:nvSpPr>
          <p:cNvPr id="133" name="Rectangle 132">
            <a:extLst>
              <a:ext uri="{FF2B5EF4-FFF2-40B4-BE49-F238E27FC236}">
                <a16:creationId xmlns:a16="http://schemas.microsoft.com/office/drawing/2014/main" id="{BDA4F23B-5957-06E3-4E9A-B5C755B98DC9}"/>
              </a:ext>
            </a:extLst>
          </p:cNvPr>
          <p:cNvSpPr>
            <a:spLocks/>
          </p:cNvSpPr>
          <p:nvPr/>
        </p:nvSpPr>
        <p:spPr>
          <a:xfrm>
            <a:off x="2251725" y="1713252"/>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5" name="Rectangle 134">
            <a:extLst>
              <a:ext uri="{FF2B5EF4-FFF2-40B4-BE49-F238E27FC236}">
                <a16:creationId xmlns:a16="http://schemas.microsoft.com/office/drawing/2014/main" id="{90C2E7B8-7C38-373A-13DB-52C793AC5DBE}"/>
              </a:ext>
            </a:extLst>
          </p:cNvPr>
          <p:cNvSpPr>
            <a:spLocks/>
          </p:cNvSpPr>
          <p:nvPr/>
        </p:nvSpPr>
        <p:spPr>
          <a:xfrm>
            <a:off x="2251725" y="2309860"/>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6" name="Rectangle 135">
            <a:extLst>
              <a:ext uri="{FF2B5EF4-FFF2-40B4-BE49-F238E27FC236}">
                <a16:creationId xmlns:a16="http://schemas.microsoft.com/office/drawing/2014/main" id="{18106687-6D83-7DC5-082E-D1BEE31189C4}"/>
              </a:ext>
            </a:extLst>
          </p:cNvPr>
          <p:cNvSpPr>
            <a:spLocks/>
          </p:cNvSpPr>
          <p:nvPr/>
        </p:nvSpPr>
        <p:spPr>
          <a:xfrm>
            <a:off x="2251725" y="2906468"/>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7" name="Rectangle 136">
            <a:extLst>
              <a:ext uri="{FF2B5EF4-FFF2-40B4-BE49-F238E27FC236}">
                <a16:creationId xmlns:a16="http://schemas.microsoft.com/office/drawing/2014/main" id="{EE546763-A7CF-638D-1DD3-47636D040D5C}"/>
              </a:ext>
            </a:extLst>
          </p:cNvPr>
          <p:cNvSpPr>
            <a:spLocks/>
          </p:cNvSpPr>
          <p:nvPr/>
        </p:nvSpPr>
        <p:spPr>
          <a:xfrm>
            <a:off x="2251725" y="3503076"/>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8" name="Rectangle 137">
            <a:extLst>
              <a:ext uri="{FF2B5EF4-FFF2-40B4-BE49-F238E27FC236}">
                <a16:creationId xmlns:a16="http://schemas.microsoft.com/office/drawing/2014/main" id="{6DBBBE8B-735D-0538-D176-29EF7680CDC1}"/>
              </a:ext>
            </a:extLst>
          </p:cNvPr>
          <p:cNvSpPr>
            <a:spLocks/>
          </p:cNvSpPr>
          <p:nvPr/>
        </p:nvSpPr>
        <p:spPr>
          <a:xfrm>
            <a:off x="2251725" y="4099684"/>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9" name="Rectangle 138">
            <a:extLst>
              <a:ext uri="{FF2B5EF4-FFF2-40B4-BE49-F238E27FC236}">
                <a16:creationId xmlns:a16="http://schemas.microsoft.com/office/drawing/2014/main" id="{FCA6A441-1874-28D5-22C6-64B469ADFB64}"/>
              </a:ext>
            </a:extLst>
          </p:cNvPr>
          <p:cNvSpPr>
            <a:spLocks/>
          </p:cNvSpPr>
          <p:nvPr/>
        </p:nvSpPr>
        <p:spPr>
          <a:xfrm>
            <a:off x="2251725" y="4696292"/>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40" name="Rectangle 139">
            <a:extLst>
              <a:ext uri="{FF2B5EF4-FFF2-40B4-BE49-F238E27FC236}">
                <a16:creationId xmlns:a16="http://schemas.microsoft.com/office/drawing/2014/main" id="{8A2C87C2-BE2E-CD30-8E2A-1C58756264B1}"/>
              </a:ext>
            </a:extLst>
          </p:cNvPr>
          <p:cNvSpPr>
            <a:spLocks/>
          </p:cNvSpPr>
          <p:nvPr/>
        </p:nvSpPr>
        <p:spPr>
          <a:xfrm>
            <a:off x="2251725" y="5292900"/>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41" name="Rectangle 140">
            <a:extLst>
              <a:ext uri="{FF2B5EF4-FFF2-40B4-BE49-F238E27FC236}">
                <a16:creationId xmlns:a16="http://schemas.microsoft.com/office/drawing/2014/main" id="{6BF75EC5-F241-C134-73E1-53BEA02726BB}"/>
              </a:ext>
            </a:extLst>
          </p:cNvPr>
          <p:cNvSpPr>
            <a:spLocks/>
          </p:cNvSpPr>
          <p:nvPr/>
        </p:nvSpPr>
        <p:spPr>
          <a:xfrm>
            <a:off x="2251725" y="5889508"/>
            <a:ext cx="9385539" cy="298304"/>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 name="2. Slide Title">
            <a:extLst>
              <a:ext uri="{FF2B5EF4-FFF2-40B4-BE49-F238E27FC236}">
                <a16:creationId xmlns:a16="http://schemas.microsoft.com/office/drawing/2014/main" id="{02D1EF3A-81F5-0050-D757-73F81026E2FE}"/>
              </a:ext>
            </a:extLst>
          </p:cNvPr>
          <p:cNvSpPr>
            <a:spLocks noGrp="1"/>
          </p:cNvSpPr>
          <p:nvPr>
            <p:ph type="title"/>
            <p:custDataLst>
              <p:tags r:id="rId2"/>
            </p:custDataLst>
          </p:nvPr>
        </p:nvSpPr>
        <p:spPr/>
        <p:txBody>
          <a:bodyPr vert="horz">
            <a:noAutofit/>
          </a:bodyPr>
          <a:lstStyle/>
          <a:p>
            <a:r>
              <a:rPr lang="sv-SE" dirty="0">
                <a:solidFill>
                  <a:schemeClr val="accent2"/>
                </a:solidFill>
              </a:rPr>
              <a:t>A. </a:t>
            </a:r>
            <a:r>
              <a:rPr lang="sv-SE" dirty="0"/>
              <a:t>Engineering best practices across parameters for phases of client SDLC (1/3)</a:t>
            </a:r>
          </a:p>
        </p:txBody>
      </p:sp>
      <p:sp>
        <p:nvSpPr>
          <p:cNvPr id="21" name="Subtitle 20">
            <a:extLst>
              <a:ext uri="{FF2B5EF4-FFF2-40B4-BE49-F238E27FC236}">
                <a16:creationId xmlns:a16="http://schemas.microsoft.com/office/drawing/2014/main" id="{0AC9AE2D-EE09-249B-8656-F95CA9771733}"/>
              </a:ext>
            </a:extLst>
          </p:cNvPr>
          <p:cNvSpPr>
            <a:spLocks noGrp="1"/>
          </p:cNvSpPr>
          <p:nvPr>
            <p:ph type="subTitle" idx="1"/>
          </p:nvPr>
        </p:nvSpPr>
        <p:spPr/>
        <p:txBody>
          <a:bodyPr/>
          <a:lstStyle/>
          <a:p>
            <a:endParaRPr lang="sv-SE"/>
          </a:p>
        </p:txBody>
      </p:sp>
      <p:sp>
        <p:nvSpPr>
          <p:cNvPr id="24" name="Text Placeholder 23">
            <a:extLst>
              <a:ext uri="{FF2B5EF4-FFF2-40B4-BE49-F238E27FC236}">
                <a16:creationId xmlns:a16="http://schemas.microsoft.com/office/drawing/2014/main" id="{31EB01BC-F879-9F9D-890F-BC6854F2FE9B}"/>
              </a:ext>
            </a:extLst>
          </p:cNvPr>
          <p:cNvSpPr>
            <a:spLocks noGrp="1"/>
          </p:cNvSpPr>
          <p:nvPr>
            <p:ph type="body" sz="quarter" idx="10"/>
          </p:nvPr>
        </p:nvSpPr>
        <p:spPr/>
        <p:txBody>
          <a:bodyPr/>
          <a:lstStyle/>
          <a:p>
            <a:endParaRPr lang="sv-SE"/>
          </a:p>
        </p:txBody>
      </p:sp>
      <p:sp>
        <p:nvSpPr>
          <p:cNvPr id="10" name="TextBox 9">
            <a:extLst>
              <a:ext uri="{FF2B5EF4-FFF2-40B4-BE49-F238E27FC236}">
                <a16:creationId xmlns:a16="http://schemas.microsoft.com/office/drawing/2014/main" id="{9A9B262C-74B9-D3C7-38BF-3019C662BBC7}"/>
              </a:ext>
            </a:extLst>
          </p:cNvPr>
          <p:cNvSpPr txBox="1">
            <a:spLocks/>
          </p:cNvSpPr>
          <p:nvPr>
            <p:custDataLst>
              <p:tags r:id="rId3"/>
            </p:custDataLst>
          </p:nvPr>
        </p:nvSpPr>
        <p:spPr>
          <a:xfrm>
            <a:off x="554736" y="1197827"/>
            <a:ext cx="1361253"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a:solidFill>
                  <a:srgbClr val="000000"/>
                </a:solidFill>
                <a:cs typeface="Arial"/>
              </a:rPr>
              <a:t>Phase</a:t>
            </a:r>
            <a:endParaRPr lang="sv-SE" sz="1400" b="1" dirty="0">
              <a:solidFill>
                <a:srgbClr val="000000"/>
              </a:solidFill>
              <a:cs typeface="Arial"/>
            </a:endParaRPr>
          </a:p>
        </p:txBody>
      </p:sp>
      <p:cxnSp>
        <p:nvCxnSpPr>
          <p:cNvPr id="11" name="Straight Arrow Connector 10">
            <a:extLst>
              <a:ext uri="{FF2B5EF4-FFF2-40B4-BE49-F238E27FC236}">
                <a16:creationId xmlns:a16="http://schemas.microsoft.com/office/drawing/2014/main" id="{E8612E7F-97F0-05F6-93F3-C5A02A039C90}"/>
              </a:ext>
            </a:extLst>
          </p:cNvPr>
          <p:cNvCxnSpPr/>
          <p:nvPr>
            <p:custDataLst>
              <p:tags r:id="rId4"/>
            </p:custDataLst>
          </p:nvPr>
        </p:nvCxnSpPr>
        <p:spPr>
          <a:xfrm>
            <a:off x="554736" y="1406503"/>
            <a:ext cx="11082528" cy="0"/>
          </a:xfrm>
          <a:prstGeom prst="straightConnector1">
            <a:avLst/>
          </a:prstGeom>
          <a:ln w="1270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35BBFC8-1A16-33C2-AD89-5172DC90C202}"/>
              </a:ext>
            </a:extLst>
          </p:cNvPr>
          <p:cNvSpPr txBox="1">
            <a:spLocks/>
          </p:cNvSpPr>
          <p:nvPr>
            <p:custDataLst>
              <p:tags r:id="rId5"/>
            </p:custDataLst>
          </p:nvPr>
        </p:nvSpPr>
        <p:spPr>
          <a:xfrm>
            <a:off x="554736" y="1471767"/>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1. Plan</a:t>
            </a:r>
          </a:p>
        </p:txBody>
      </p:sp>
      <p:sp>
        <p:nvSpPr>
          <p:cNvPr id="30" name="TextBox 29">
            <a:extLst>
              <a:ext uri="{FF2B5EF4-FFF2-40B4-BE49-F238E27FC236}">
                <a16:creationId xmlns:a16="http://schemas.microsoft.com/office/drawing/2014/main" id="{2D8F9DE0-7184-EA57-AFEE-334169EA3B7C}"/>
              </a:ext>
            </a:extLst>
          </p:cNvPr>
          <p:cNvSpPr txBox="1">
            <a:spLocks/>
          </p:cNvSpPr>
          <p:nvPr>
            <p:custDataLst>
              <p:tags r:id="rId6"/>
            </p:custDataLst>
          </p:nvPr>
        </p:nvSpPr>
        <p:spPr>
          <a:xfrm>
            <a:off x="554736" y="3261591"/>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2. Build</a:t>
            </a:r>
          </a:p>
        </p:txBody>
      </p:sp>
      <p:sp>
        <p:nvSpPr>
          <p:cNvPr id="48" name="TextBox 47">
            <a:extLst>
              <a:ext uri="{FF2B5EF4-FFF2-40B4-BE49-F238E27FC236}">
                <a16:creationId xmlns:a16="http://schemas.microsoft.com/office/drawing/2014/main" id="{5007404B-FC89-7C8F-932B-A4D674159F8C}"/>
              </a:ext>
            </a:extLst>
          </p:cNvPr>
          <p:cNvSpPr txBox="1">
            <a:spLocks/>
          </p:cNvSpPr>
          <p:nvPr>
            <p:custDataLst>
              <p:tags r:id="rId7"/>
            </p:custDataLst>
          </p:nvPr>
        </p:nvSpPr>
        <p:spPr>
          <a:xfrm>
            <a:off x="554736" y="5051415"/>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3. Verify</a:t>
            </a:r>
          </a:p>
        </p:txBody>
      </p:sp>
      <p:cxnSp>
        <p:nvCxnSpPr>
          <p:cNvPr id="65" name="Straight Arrow Connector 64">
            <a:extLst>
              <a:ext uri="{FF2B5EF4-FFF2-40B4-BE49-F238E27FC236}">
                <a16:creationId xmlns:a16="http://schemas.microsoft.com/office/drawing/2014/main" id="{F959E6FD-28B2-DA15-18A8-8D5B1327A6C7}"/>
              </a:ext>
            </a:extLst>
          </p:cNvPr>
          <p:cNvCxnSpPr>
            <a:cxnSpLocks/>
          </p:cNvCxnSpPr>
          <p:nvPr>
            <p:custDataLst>
              <p:tags r:id="rId8"/>
            </p:custDataLst>
          </p:nvPr>
        </p:nvCxnSpPr>
        <p:spPr>
          <a:xfrm>
            <a:off x="554736" y="3204772"/>
            <a:ext cx="11082528"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4FAF420B-AB94-48E8-E9A5-EAE1E0EE3826}"/>
              </a:ext>
            </a:extLst>
          </p:cNvPr>
          <p:cNvCxnSpPr/>
          <p:nvPr>
            <p:custDataLst>
              <p:tags r:id="rId9"/>
            </p:custDataLst>
          </p:nvPr>
        </p:nvCxnSpPr>
        <p:spPr>
          <a:xfrm>
            <a:off x="554736" y="4994596"/>
            <a:ext cx="11082528"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25040ED-8746-970B-7952-DAAEEF289D6E}"/>
              </a:ext>
            </a:extLst>
          </p:cNvPr>
          <p:cNvCxnSpPr>
            <a:cxnSpLocks/>
          </p:cNvCxnSpPr>
          <p:nvPr>
            <p:custDataLst>
              <p:tags r:id="rId10"/>
            </p:custDataLst>
          </p:nvPr>
        </p:nvCxnSpPr>
        <p:spPr>
          <a:xfrm>
            <a:off x="2251725" y="1713252"/>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8574F40-D3A8-6DBF-B391-EA5936BF13CC}"/>
              </a:ext>
            </a:extLst>
          </p:cNvPr>
          <p:cNvCxnSpPr>
            <a:cxnSpLocks/>
          </p:cNvCxnSpPr>
          <p:nvPr>
            <p:custDataLst>
              <p:tags r:id="rId11"/>
            </p:custDataLst>
          </p:nvPr>
        </p:nvCxnSpPr>
        <p:spPr>
          <a:xfrm>
            <a:off x="2251725" y="2011556"/>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A44106B-36C6-4FA5-D181-450C7BA4F6B4}"/>
              </a:ext>
            </a:extLst>
          </p:cNvPr>
          <p:cNvCxnSpPr>
            <a:cxnSpLocks/>
          </p:cNvCxnSpPr>
          <p:nvPr>
            <p:custDataLst>
              <p:tags r:id="rId12"/>
            </p:custDataLst>
          </p:nvPr>
        </p:nvCxnSpPr>
        <p:spPr>
          <a:xfrm>
            <a:off x="2251725" y="2309860"/>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88820E3-94A6-C4FF-5B8C-30745FF71EBD}"/>
              </a:ext>
            </a:extLst>
          </p:cNvPr>
          <p:cNvCxnSpPr>
            <a:cxnSpLocks/>
          </p:cNvCxnSpPr>
          <p:nvPr>
            <p:custDataLst>
              <p:tags r:id="rId13"/>
            </p:custDataLst>
          </p:nvPr>
        </p:nvCxnSpPr>
        <p:spPr>
          <a:xfrm>
            <a:off x="2251725" y="2608164"/>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D11E222-64C7-38FF-8103-7EAC39E6F085}"/>
              </a:ext>
            </a:extLst>
          </p:cNvPr>
          <p:cNvCxnSpPr>
            <a:cxnSpLocks/>
          </p:cNvCxnSpPr>
          <p:nvPr>
            <p:custDataLst>
              <p:tags r:id="rId14"/>
            </p:custDataLst>
          </p:nvPr>
        </p:nvCxnSpPr>
        <p:spPr>
          <a:xfrm>
            <a:off x="2251725" y="2906468"/>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7E7A39C-7A75-AE80-C570-515B6339EE03}"/>
              </a:ext>
            </a:extLst>
          </p:cNvPr>
          <p:cNvCxnSpPr>
            <a:cxnSpLocks/>
          </p:cNvCxnSpPr>
          <p:nvPr>
            <p:custDataLst>
              <p:tags r:id="rId15"/>
            </p:custDataLst>
          </p:nvPr>
        </p:nvCxnSpPr>
        <p:spPr>
          <a:xfrm>
            <a:off x="2251725" y="3503076"/>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294713F-EE20-1B4A-047D-35BC423A004D}"/>
              </a:ext>
            </a:extLst>
          </p:cNvPr>
          <p:cNvCxnSpPr>
            <a:cxnSpLocks/>
          </p:cNvCxnSpPr>
          <p:nvPr>
            <p:custDataLst>
              <p:tags r:id="rId16"/>
            </p:custDataLst>
          </p:nvPr>
        </p:nvCxnSpPr>
        <p:spPr>
          <a:xfrm>
            <a:off x="2251725" y="3801380"/>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944E8EB-F914-BEAD-A4BA-ED068683C34F}"/>
              </a:ext>
            </a:extLst>
          </p:cNvPr>
          <p:cNvCxnSpPr>
            <a:cxnSpLocks/>
          </p:cNvCxnSpPr>
          <p:nvPr>
            <p:custDataLst>
              <p:tags r:id="rId17"/>
            </p:custDataLst>
          </p:nvPr>
        </p:nvCxnSpPr>
        <p:spPr>
          <a:xfrm>
            <a:off x="2251725" y="4099684"/>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D4369D7-11B9-6DFC-329D-746AE5E033AA}"/>
              </a:ext>
            </a:extLst>
          </p:cNvPr>
          <p:cNvCxnSpPr>
            <a:cxnSpLocks/>
          </p:cNvCxnSpPr>
          <p:nvPr>
            <p:custDataLst>
              <p:tags r:id="rId18"/>
            </p:custDataLst>
          </p:nvPr>
        </p:nvCxnSpPr>
        <p:spPr>
          <a:xfrm>
            <a:off x="2251725" y="4397988"/>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2E074AE-847F-1120-443C-BA96CFE31E2D}"/>
              </a:ext>
            </a:extLst>
          </p:cNvPr>
          <p:cNvCxnSpPr>
            <a:cxnSpLocks/>
          </p:cNvCxnSpPr>
          <p:nvPr>
            <p:custDataLst>
              <p:tags r:id="rId19"/>
            </p:custDataLst>
          </p:nvPr>
        </p:nvCxnSpPr>
        <p:spPr>
          <a:xfrm>
            <a:off x="2251725" y="4696292"/>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AB03680-9CC8-5BB5-7DC2-3CF1E43C77DC}"/>
              </a:ext>
            </a:extLst>
          </p:cNvPr>
          <p:cNvCxnSpPr>
            <a:cxnSpLocks/>
          </p:cNvCxnSpPr>
          <p:nvPr>
            <p:custDataLst>
              <p:tags r:id="rId20"/>
            </p:custDataLst>
          </p:nvPr>
        </p:nvCxnSpPr>
        <p:spPr>
          <a:xfrm>
            <a:off x="2251725" y="5292900"/>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729DC46-5A85-2FA6-4C92-5C65E4404929}"/>
              </a:ext>
            </a:extLst>
          </p:cNvPr>
          <p:cNvCxnSpPr>
            <a:cxnSpLocks/>
          </p:cNvCxnSpPr>
          <p:nvPr>
            <p:custDataLst>
              <p:tags r:id="rId21"/>
            </p:custDataLst>
          </p:nvPr>
        </p:nvCxnSpPr>
        <p:spPr>
          <a:xfrm>
            <a:off x="2251725" y="5591204"/>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785D984-543D-1EC0-D08B-13E90949D738}"/>
              </a:ext>
            </a:extLst>
          </p:cNvPr>
          <p:cNvCxnSpPr>
            <a:cxnSpLocks/>
          </p:cNvCxnSpPr>
          <p:nvPr>
            <p:custDataLst>
              <p:tags r:id="rId22"/>
            </p:custDataLst>
          </p:nvPr>
        </p:nvCxnSpPr>
        <p:spPr>
          <a:xfrm>
            <a:off x="2251725" y="5889508"/>
            <a:ext cx="9385539" cy="0"/>
          </a:xfrm>
          <a:prstGeom prst="straightConnector1">
            <a:avLst/>
          </a:prstGeom>
          <a:ln w="6350" cap="flat" cmpd="sng" algn="ctr">
            <a:solidFill>
              <a:srgbClr val="B3B3B3"/>
            </a:solidFill>
            <a:prstDash val="solid"/>
            <a:miter lim="800000"/>
            <a:tailEnd type="none"/>
          </a:ln>
        </p:spPr>
        <p:style>
          <a:lnRef idx="1">
            <a:schemeClr val="accent1"/>
          </a:lnRef>
          <a:fillRef idx="0">
            <a:schemeClr val="accent1"/>
          </a:fillRef>
          <a:effectRef idx="0">
            <a:schemeClr val="accent1"/>
          </a:effectRef>
          <a:fontRef idx="minor">
            <a:schemeClr val="tx1"/>
          </a:fontRef>
        </p:style>
      </p:cxnSp>
      <p:pic>
        <p:nvPicPr>
          <p:cNvPr id="117" name="CustomIcon">
            <a:extLst>
              <a:ext uri="{FF2B5EF4-FFF2-40B4-BE49-F238E27FC236}">
                <a16:creationId xmlns:a16="http://schemas.microsoft.com/office/drawing/2014/main" id="{D9D87D9F-A92F-233F-5BC3-299EA00E52AD}"/>
              </a:ext>
            </a:extLst>
          </p:cNvPr>
          <p:cNvPicPr>
            <a:picLocks/>
          </p:cNvPicPr>
          <p:nvPr>
            <p:custDataLst>
              <p:tags r:id="rId23"/>
            </p:custDataLst>
          </p:nvPr>
        </p:nvPicPr>
        <p:blipFill>
          <a:blip>
            <a:extLst>
              <a:ext uri="{96DAC541-7B7A-43D3-8B79-37D633B846F1}">
                <asvg:svgBlip xmlns:asvg="http://schemas.microsoft.com/office/drawing/2016/SVG/main" r:embed="rId78"/>
              </a:ext>
            </a:extLst>
          </a:blip>
          <a:stretch>
            <a:fillRect/>
          </a:stretch>
        </p:blipFill>
        <p:spPr>
          <a:xfrm>
            <a:off x="1671953" y="1471767"/>
            <a:ext cx="370207" cy="370207"/>
          </a:xfrm>
          <a:prstGeom prst="rect">
            <a:avLst/>
          </a:prstGeom>
        </p:spPr>
      </p:pic>
      <p:pic>
        <p:nvPicPr>
          <p:cNvPr id="118" name="CustomIcon">
            <a:extLst>
              <a:ext uri="{FF2B5EF4-FFF2-40B4-BE49-F238E27FC236}">
                <a16:creationId xmlns:a16="http://schemas.microsoft.com/office/drawing/2014/main" id="{E74D8F7E-3B2E-17E5-DEE8-BE5E8E2A97BE}"/>
              </a:ext>
            </a:extLst>
          </p:cNvPr>
          <p:cNvPicPr>
            <a:picLocks/>
          </p:cNvPicPr>
          <p:nvPr>
            <p:custDataLst>
              <p:tags r:id="rId24"/>
            </p:custDataLst>
          </p:nvPr>
        </p:nvPicPr>
        <p:blipFill>
          <a:blip>
            <a:extLst>
              <a:ext uri="{96DAC541-7B7A-43D3-8B79-37D633B846F1}">
                <asvg:svgBlip xmlns:asvg="http://schemas.microsoft.com/office/drawing/2016/SVG/main" r:embed="rId79"/>
              </a:ext>
            </a:extLst>
          </a:blip>
          <a:stretch>
            <a:fillRect/>
          </a:stretch>
        </p:blipFill>
        <p:spPr>
          <a:xfrm>
            <a:off x="1671953" y="5051416"/>
            <a:ext cx="370207" cy="370207"/>
          </a:xfrm>
          <a:prstGeom prst="rect">
            <a:avLst/>
          </a:prstGeom>
        </p:spPr>
      </p:pic>
      <p:pic>
        <p:nvPicPr>
          <p:cNvPr id="119" name="Graphic 118">
            <a:extLst>
              <a:ext uri="{FF2B5EF4-FFF2-40B4-BE49-F238E27FC236}">
                <a16:creationId xmlns:a16="http://schemas.microsoft.com/office/drawing/2014/main" id="{13E20C86-8ECE-3A65-61A7-E2503D3F2782}"/>
              </a:ext>
            </a:extLst>
          </p:cNvPr>
          <p:cNvPicPr>
            <a:picLocks/>
          </p:cNvPicPr>
          <p:nvPr/>
        </p:nvPicPr>
        <p:blipFill>
          <a:blip>
            <a:extLst>
              <a:ext uri="{96DAC541-7B7A-43D3-8B79-37D633B846F1}">
                <asvg:svgBlip xmlns:asvg="http://schemas.microsoft.com/office/drawing/2016/SVG/main" r:embed="rId80"/>
              </a:ext>
            </a:extLst>
          </a:blip>
          <a:stretch>
            <a:fillRect/>
          </a:stretch>
        </p:blipFill>
        <p:spPr>
          <a:xfrm>
            <a:off x="1671953" y="3261592"/>
            <a:ext cx="370207" cy="370207"/>
          </a:xfrm>
          <a:prstGeom prst="rect">
            <a:avLst/>
          </a:prstGeom>
        </p:spPr>
      </p:pic>
      <p:sp>
        <p:nvSpPr>
          <p:cNvPr id="14" name="TextBox 13">
            <a:extLst>
              <a:ext uri="{FF2B5EF4-FFF2-40B4-BE49-F238E27FC236}">
                <a16:creationId xmlns:a16="http://schemas.microsoft.com/office/drawing/2014/main" id="{2B52AE3C-14C5-5AFB-4875-3D72D380A578}"/>
              </a:ext>
            </a:extLst>
          </p:cNvPr>
          <p:cNvSpPr txBox="1">
            <a:spLocks/>
          </p:cNvSpPr>
          <p:nvPr>
            <p:custDataLst>
              <p:tags r:id="rId25"/>
            </p:custDataLst>
          </p:nvPr>
        </p:nvSpPr>
        <p:spPr>
          <a:xfrm>
            <a:off x="5254172" y="14717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a transparent intake process with prioritized requirements &amp; regular reviews</a:t>
            </a:r>
            <a:endParaRPr lang="sv-SE" sz="1200" dirty="0">
              <a:solidFill>
                <a:srgbClr val="000000"/>
              </a:solidFill>
              <a:cs typeface="Arial"/>
            </a:endParaRPr>
          </a:p>
        </p:txBody>
      </p:sp>
      <p:sp>
        <p:nvSpPr>
          <p:cNvPr id="17" name="TextBox 16">
            <a:extLst>
              <a:ext uri="{FF2B5EF4-FFF2-40B4-BE49-F238E27FC236}">
                <a16:creationId xmlns:a16="http://schemas.microsoft.com/office/drawing/2014/main" id="{4CA3707B-91B4-BF57-E137-89A04A6A5B9E}"/>
              </a:ext>
            </a:extLst>
          </p:cNvPr>
          <p:cNvSpPr txBox="1">
            <a:spLocks/>
          </p:cNvSpPr>
          <p:nvPr>
            <p:custDataLst>
              <p:tags r:id="rId26"/>
            </p:custDataLst>
          </p:nvPr>
        </p:nvSpPr>
        <p:spPr>
          <a:xfrm>
            <a:off x="5254172" y="1770071"/>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Continuously integrate development, security, &amp; operational tasks into the backlog</a:t>
            </a:r>
            <a:endParaRPr lang="sv-SE" sz="1200" dirty="0">
              <a:solidFill>
                <a:srgbClr val="000000"/>
              </a:solidFill>
              <a:cs typeface="Arial"/>
            </a:endParaRPr>
          </a:p>
        </p:txBody>
      </p:sp>
      <p:sp>
        <p:nvSpPr>
          <p:cNvPr id="20" name="TextBox 19">
            <a:extLst>
              <a:ext uri="{FF2B5EF4-FFF2-40B4-BE49-F238E27FC236}">
                <a16:creationId xmlns:a16="http://schemas.microsoft.com/office/drawing/2014/main" id="{3FBF3343-BD79-CD8C-4371-8170B6A6760F}"/>
              </a:ext>
            </a:extLst>
          </p:cNvPr>
          <p:cNvSpPr txBox="1">
            <a:spLocks/>
          </p:cNvSpPr>
          <p:nvPr>
            <p:custDataLst>
              <p:tags r:id="rId27"/>
            </p:custDataLst>
          </p:nvPr>
        </p:nvSpPr>
        <p:spPr>
          <a:xfrm>
            <a:off x="5254172" y="206837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Apply security-by-design with scalable architecture &amp; regular risk assessments</a:t>
            </a:r>
            <a:endParaRPr lang="sv-SE" sz="1200" dirty="0">
              <a:solidFill>
                <a:srgbClr val="000000"/>
              </a:solidFill>
              <a:cs typeface="Arial"/>
            </a:endParaRPr>
          </a:p>
        </p:txBody>
      </p:sp>
      <p:sp>
        <p:nvSpPr>
          <p:cNvPr id="23" name="TextBox 22">
            <a:extLst>
              <a:ext uri="{FF2B5EF4-FFF2-40B4-BE49-F238E27FC236}">
                <a16:creationId xmlns:a16="http://schemas.microsoft.com/office/drawing/2014/main" id="{1A0D4803-3799-52F2-D756-C6EE4B691139}"/>
              </a:ext>
            </a:extLst>
          </p:cNvPr>
          <p:cNvSpPr txBox="1">
            <a:spLocks/>
          </p:cNvSpPr>
          <p:nvPr>
            <p:custDataLst>
              <p:tags r:id="rId28"/>
            </p:custDataLst>
          </p:nvPr>
        </p:nvSpPr>
        <p:spPr>
          <a:xfrm>
            <a:off x="5254172" y="2366679"/>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Integrate user feedback loops &amp; iterative testing to enhance usability and security</a:t>
            </a:r>
            <a:endParaRPr lang="sv-SE" sz="1200" dirty="0">
              <a:solidFill>
                <a:srgbClr val="000000"/>
              </a:solidFill>
              <a:cs typeface="Arial"/>
            </a:endParaRPr>
          </a:p>
        </p:txBody>
      </p:sp>
      <p:sp>
        <p:nvSpPr>
          <p:cNvPr id="26" name="TextBox 25">
            <a:extLst>
              <a:ext uri="{FF2B5EF4-FFF2-40B4-BE49-F238E27FC236}">
                <a16:creationId xmlns:a16="http://schemas.microsoft.com/office/drawing/2014/main" id="{2B8083C3-4DCF-74E5-09F7-A785BF1CD551}"/>
              </a:ext>
            </a:extLst>
          </p:cNvPr>
          <p:cNvSpPr txBox="1">
            <a:spLocks/>
          </p:cNvSpPr>
          <p:nvPr>
            <p:custDataLst>
              <p:tags r:id="rId29"/>
            </p:custDataLst>
          </p:nvPr>
        </p:nvSpPr>
        <p:spPr>
          <a:xfrm>
            <a:off x="5254172" y="2664983"/>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document versioning, ensure easy retrieval, &amp; apply appropriate access controls</a:t>
            </a:r>
            <a:endParaRPr lang="sv-SE" sz="1200" dirty="0">
              <a:solidFill>
                <a:srgbClr val="000000"/>
              </a:solidFill>
              <a:cs typeface="Arial"/>
            </a:endParaRPr>
          </a:p>
        </p:txBody>
      </p:sp>
      <p:sp>
        <p:nvSpPr>
          <p:cNvPr id="29" name="TextBox 28">
            <a:extLst>
              <a:ext uri="{FF2B5EF4-FFF2-40B4-BE49-F238E27FC236}">
                <a16:creationId xmlns:a16="http://schemas.microsoft.com/office/drawing/2014/main" id="{3A6BF06A-81D6-1BDF-22C2-55D56BD5F007}"/>
              </a:ext>
            </a:extLst>
          </p:cNvPr>
          <p:cNvSpPr txBox="1">
            <a:spLocks/>
          </p:cNvSpPr>
          <p:nvPr>
            <p:custDataLst>
              <p:tags r:id="rId30"/>
            </p:custDataLst>
          </p:nvPr>
        </p:nvSpPr>
        <p:spPr>
          <a:xfrm>
            <a:off x="5254172" y="296328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Cross-functional collaboration with secure, integrated tools &amp; clear role-based permissions</a:t>
            </a:r>
            <a:endParaRPr lang="sv-SE" sz="1200" dirty="0">
              <a:solidFill>
                <a:srgbClr val="000000"/>
              </a:solidFill>
              <a:cs typeface="Arial"/>
            </a:endParaRPr>
          </a:p>
        </p:txBody>
      </p:sp>
      <p:sp>
        <p:nvSpPr>
          <p:cNvPr id="32" name="TextBox 31">
            <a:extLst>
              <a:ext uri="{FF2B5EF4-FFF2-40B4-BE49-F238E27FC236}">
                <a16:creationId xmlns:a16="http://schemas.microsoft.com/office/drawing/2014/main" id="{1982AD01-ECA1-9473-46BC-6F7DA8E6D302}"/>
              </a:ext>
            </a:extLst>
          </p:cNvPr>
          <p:cNvSpPr txBox="1">
            <a:spLocks/>
          </p:cNvSpPr>
          <p:nvPr>
            <p:custDataLst>
              <p:tags r:id="rId31"/>
            </p:custDataLst>
          </p:nvPr>
        </p:nvSpPr>
        <p:spPr>
          <a:xfrm>
            <a:off x="5254172" y="3261591"/>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branching strategies &amp; enforce code reviews to maintain code quality and consistency</a:t>
            </a:r>
            <a:endParaRPr lang="sv-SE" sz="1200" dirty="0">
              <a:solidFill>
                <a:srgbClr val="000000"/>
              </a:solidFill>
              <a:cs typeface="Arial"/>
            </a:endParaRPr>
          </a:p>
        </p:txBody>
      </p:sp>
      <p:sp>
        <p:nvSpPr>
          <p:cNvPr id="35" name="TextBox 34">
            <a:extLst>
              <a:ext uri="{FF2B5EF4-FFF2-40B4-BE49-F238E27FC236}">
                <a16:creationId xmlns:a16="http://schemas.microsoft.com/office/drawing/2014/main" id="{5C4A0E3D-C007-ABDA-1DD5-EBDFAFE55815}"/>
              </a:ext>
            </a:extLst>
          </p:cNvPr>
          <p:cNvSpPr txBox="1">
            <a:spLocks/>
          </p:cNvSpPr>
          <p:nvPr>
            <p:custDataLst>
              <p:tags r:id="rId32"/>
            </p:custDataLst>
          </p:nvPr>
        </p:nvSpPr>
        <p:spPr>
          <a:xfrm>
            <a:off x="5254172" y="355989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Implement automated tools to continuously scan code for vulnerabilities &amp; adherence issues</a:t>
            </a:r>
            <a:endParaRPr lang="sv-SE" sz="1200" dirty="0">
              <a:solidFill>
                <a:srgbClr val="000000"/>
              </a:solidFill>
              <a:cs typeface="Arial"/>
            </a:endParaRPr>
          </a:p>
        </p:txBody>
      </p:sp>
      <p:sp>
        <p:nvSpPr>
          <p:cNvPr id="38" name="TextBox 37">
            <a:extLst>
              <a:ext uri="{FF2B5EF4-FFF2-40B4-BE49-F238E27FC236}">
                <a16:creationId xmlns:a16="http://schemas.microsoft.com/office/drawing/2014/main" id="{60073718-AA3F-4801-AA03-EF7549DD6772}"/>
              </a:ext>
            </a:extLst>
          </p:cNvPr>
          <p:cNvSpPr txBox="1">
            <a:spLocks/>
          </p:cNvSpPr>
          <p:nvPr>
            <p:custDataLst>
              <p:tags r:id="rId33"/>
            </p:custDataLst>
          </p:nvPr>
        </p:nvSpPr>
        <p:spPr>
          <a:xfrm>
            <a:off x="5254172" y="3858199"/>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Write comprehensive unit tests &amp; integrate them into the CI pipeline for immediate feedback</a:t>
            </a:r>
            <a:endParaRPr lang="sv-SE" sz="1200" dirty="0">
              <a:solidFill>
                <a:srgbClr val="000000"/>
              </a:solidFill>
              <a:cs typeface="Arial"/>
            </a:endParaRPr>
          </a:p>
        </p:txBody>
      </p:sp>
      <p:sp>
        <p:nvSpPr>
          <p:cNvPr id="41" name="TextBox 40">
            <a:extLst>
              <a:ext uri="{FF2B5EF4-FFF2-40B4-BE49-F238E27FC236}">
                <a16:creationId xmlns:a16="http://schemas.microsoft.com/office/drawing/2014/main" id="{1B85F34A-B553-E31F-B8E4-1AE8198D46A0}"/>
              </a:ext>
            </a:extLst>
          </p:cNvPr>
          <p:cNvSpPr txBox="1">
            <a:spLocks/>
          </p:cNvSpPr>
          <p:nvPr>
            <p:custDataLst>
              <p:tags r:id="rId34"/>
            </p:custDataLst>
          </p:nvPr>
        </p:nvSpPr>
        <p:spPr>
          <a:xfrm>
            <a:off x="5254172" y="4156503"/>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a centralized repository with role-based access &amp; regular audits to ensure code integrity</a:t>
            </a:r>
            <a:endParaRPr lang="sv-SE" sz="1200" dirty="0">
              <a:solidFill>
                <a:srgbClr val="000000"/>
              </a:solidFill>
              <a:cs typeface="Arial"/>
            </a:endParaRPr>
          </a:p>
        </p:txBody>
      </p:sp>
      <p:sp>
        <p:nvSpPr>
          <p:cNvPr id="44" name="TextBox 43">
            <a:extLst>
              <a:ext uri="{FF2B5EF4-FFF2-40B4-BE49-F238E27FC236}">
                <a16:creationId xmlns:a16="http://schemas.microsoft.com/office/drawing/2014/main" id="{20CF649D-2A54-C16D-6B83-9DD76816642E}"/>
              </a:ext>
            </a:extLst>
          </p:cNvPr>
          <p:cNvSpPr txBox="1">
            <a:spLocks/>
          </p:cNvSpPr>
          <p:nvPr>
            <p:custDataLst>
              <p:tags r:id="rId35"/>
            </p:custDataLst>
          </p:nvPr>
        </p:nvSpPr>
        <p:spPr>
          <a:xfrm>
            <a:off x="5254172" y="445480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builds using CI/CD pipelines to ensure consistent and repeatable processes</a:t>
            </a:r>
            <a:endParaRPr lang="sv-SE" sz="1200" dirty="0">
              <a:solidFill>
                <a:srgbClr val="000000"/>
              </a:solidFill>
              <a:cs typeface="Arial"/>
            </a:endParaRPr>
          </a:p>
        </p:txBody>
      </p:sp>
      <p:sp>
        <p:nvSpPr>
          <p:cNvPr id="47" name="TextBox 46">
            <a:extLst>
              <a:ext uri="{FF2B5EF4-FFF2-40B4-BE49-F238E27FC236}">
                <a16:creationId xmlns:a16="http://schemas.microsoft.com/office/drawing/2014/main" id="{F54BDED6-B3E6-B2C7-7489-F332FD33AAE6}"/>
              </a:ext>
            </a:extLst>
          </p:cNvPr>
          <p:cNvSpPr txBox="1">
            <a:spLocks/>
          </p:cNvSpPr>
          <p:nvPr>
            <p:custDataLst>
              <p:tags r:id="rId36"/>
            </p:custDataLst>
          </p:nvPr>
        </p:nvSpPr>
        <p:spPr>
          <a:xfrm>
            <a:off x="5254172" y="4753111"/>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Establish a policy to halt builds on critical failures and prioritize immediate resolution</a:t>
            </a:r>
            <a:endParaRPr lang="sv-SE" sz="1200" dirty="0">
              <a:solidFill>
                <a:srgbClr val="000000"/>
              </a:solidFill>
              <a:cs typeface="Arial"/>
            </a:endParaRPr>
          </a:p>
        </p:txBody>
      </p:sp>
      <p:sp>
        <p:nvSpPr>
          <p:cNvPr id="50" name="TextBox 49">
            <a:extLst>
              <a:ext uri="{FF2B5EF4-FFF2-40B4-BE49-F238E27FC236}">
                <a16:creationId xmlns:a16="http://schemas.microsoft.com/office/drawing/2014/main" id="{9CD12557-1CB0-3889-1D3C-2039DC3C9856}"/>
              </a:ext>
            </a:extLst>
          </p:cNvPr>
          <p:cNvSpPr txBox="1">
            <a:spLocks/>
          </p:cNvSpPr>
          <p:nvPr>
            <p:custDataLst>
              <p:tags r:id="rId37"/>
            </p:custDataLst>
          </p:nvPr>
        </p:nvSpPr>
        <p:spPr>
          <a:xfrm>
            <a:off x="5254172" y="505141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Integrate static &amp; dynamic analysis tools into the pipeline to detect vulnerabilities early</a:t>
            </a:r>
            <a:endParaRPr lang="sv-SE" sz="1200" dirty="0">
              <a:solidFill>
                <a:srgbClr val="000000"/>
              </a:solidFill>
              <a:cs typeface="Arial"/>
            </a:endParaRPr>
          </a:p>
        </p:txBody>
      </p:sp>
      <p:sp>
        <p:nvSpPr>
          <p:cNvPr id="53" name="TextBox 52">
            <a:extLst>
              <a:ext uri="{FF2B5EF4-FFF2-40B4-BE49-F238E27FC236}">
                <a16:creationId xmlns:a16="http://schemas.microsoft.com/office/drawing/2014/main" id="{D2D3F505-78C3-52B0-3FE3-35C9B7F4FCE8}"/>
              </a:ext>
            </a:extLst>
          </p:cNvPr>
          <p:cNvSpPr txBox="1">
            <a:spLocks/>
          </p:cNvSpPr>
          <p:nvPr>
            <p:custDataLst>
              <p:tags r:id="rId38"/>
            </p:custDataLst>
          </p:nvPr>
        </p:nvSpPr>
        <p:spPr>
          <a:xfrm>
            <a:off x="5254172" y="5349719"/>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Develop &amp; run robust suite of automated tests covering functionality, security, &amp; performance</a:t>
            </a:r>
            <a:endParaRPr lang="sv-SE" sz="1200" dirty="0">
              <a:solidFill>
                <a:srgbClr val="000000"/>
              </a:solidFill>
              <a:cs typeface="Arial"/>
            </a:endParaRPr>
          </a:p>
        </p:txBody>
      </p:sp>
      <p:sp>
        <p:nvSpPr>
          <p:cNvPr id="56" name="TextBox 55">
            <a:extLst>
              <a:ext uri="{FF2B5EF4-FFF2-40B4-BE49-F238E27FC236}">
                <a16:creationId xmlns:a16="http://schemas.microsoft.com/office/drawing/2014/main" id="{3682AD09-C984-DE2E-CB66-447BF049FF50}"/>
              </a:ext>
            </a:extLst>
          </p:cNvPr>
          <p:cNvSpPr txBox="1">
            <a:spLocks/>
          </p:cNvSpPr>
          <p:nvPr>
            <p:custDataLst>
              <p:tags r:id="rId39"/>
            </p:custDataLst>
          </p:nvPr>
        </p:nvSpPr>
        <p:spPr>
          <a:xfrm>
            <a:off x="5254172" y="5648023"/>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Conduct performance tests to ensure scalability and reliability under load</a:t>
            </a:r>
            <a:endParaRPr lang="sv-SE" sz="1200" dirty="0">
              <a:solidFill>
                <a:srgbClr val="000000"/>
              </a:solidFill>
              <a:cs typeface="Arial"/>
            </a:endParaRPr>
          </a:p>
        </p:txBody>
      </p:sp>
      <p:sp>
        <p:nvSpPr>
          <p:cNvPr id="59" name="TextBox 58">
            <a:extLst>
              <a:ext uri="{FF2B5EF4-FFF2-40B4-BE49-F238E27FC236}">
                <a16:creationId xmlns:a16="http://schemas.microsoft.com/office/drawing/2014/main" id="{2763B9FC-7F70-7516-810F-7F8E852EBC82}"/>
              </a:ext>
            </a:extLst>
          </p:cNvPr>
          <p:cNvSpPr txBox="1">
            <a:spLocks/>
          </p:cNvSpPr>
          <p:nvPr>
            <p:custDataLst>
              <p:tags r:id="rId40"/>
            </p:custDataLst>
          </p:nvPr>
        </p:nvSpPr>
        <p:spPr>
          <a:xfrm>
            <a:off x="5254172" y="594632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Perform A/B testing to compare versions in production, with user metrics driving decisions</a:t>
            </a:r>
            <a:endParaRPr lang="sv-SE" sz="1200" dirty="0">
              <a:solidFill>
                <a:srgbClr val="000000"/>
              </a:solidFill>
              <a:cs typeface="Arial"/>
            </a:endParaRPr>
          </a:p>
        </p:txBody>
      </p:sp>
      <p:sp>
        <p:nvSpPr>
          <p:cNvPr id="6" name="TextBox 5">
            <a:extLst>
              <a:ext uri="{FF2B5EF4-FFF2-40B4-BE49-F238E27FC236}">
                <a16:creationId xmlns:a16="http://schemas.microsoft.com/office/drawing/2014/main" id="{995C48CA-424A-D56D-4838-2E69E8FA4BA3}"/>
              </a:ext>
            </a:extLst>
          </p:cNvPr>
          <p:cNvSpPr txBox="1">
            <a:spLocks/>
          </p:cNvSpPr>
          <p:nvPr>
            <p:custDataLst>
              <p:tags r:id="rId41"/>
            </p:custDataLst>
          </p:nvPr>
        </p:nvSpPr>
        <p:spPr>
          <a:xfrm>
            <a:off x="2251725" y="1197827"/>
            <a:ext cx="2828275"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Subcomponent</a:t>
            </a:r>
          </a:p>
        </p:txBody>
      </p:sp>
      <p:sp>
        <p:nvSpPr>
          <p:cNvPr id="16" name="TextBox 15">
            <a:extLst>
              <a:ext uri="{FF2B5EF4-FFF2-40B4-BE49-F238E27FC236}">
                <a16:creationId xmlns:a16="http://schemas.microsoft.com/office/drawing/2014/main" id="{DEF8785F-66C3-C963-C757-31F4AD458689}"/>
              </a:ext>
            </a:extLst>
          </p:cNvPr>
          <p:cNvSpPr txBox="1">
            <a:spLocks/>
          </p:cNvSpPr>
          <p:nvPr>
            <p:custDataLst>
              <p:tags r:id="rId42"/>
            </p:custDataLst>
          </p:nvPr>
        </p:nvSpPr>
        <p:spPr>
          <a:xfrm>
            <a:off x="2542290" y="1770071"/>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Backlog Management</a:t>
            </a:r>
            <a:endParaRPr lang="sv-SE" sz="1200" dirty="0">
              <a:solidFill>
                <a:srgbClr val="000000"/>
              </a:solidFill>
              <a:cs typeface="Arial"/>
            </a:endParaRPr>
          </a:p>
        </p:txBody>
      </p:sp>
      <p:sp>
        <p:nvSpPr>
          <p:cNvPr id="19" name="TextBox 18">
            <a:extLst>
              <a:ext uri="{FF2B5EF4-FFF2-40B4-BE49-F238E27FC236}">
                <a16:creationId xmlns:a16="http://schemas.microsoft.com/office/drawing/2014/main" id="{7988EEC6-1074-1F68-B355-A24DDE0AC0E1}"/>
              </a:ext>
            </a:extLst>
          </p:cNvPr>
          <p:cNvSpPr txBox="1">
            <a:spLocks/>
          </p:cNvSpPr>
          <p:nvPr>
            <p:custDataLst>
              <p:tags r:id="rId43"/>
            </p:custDataLst>
          </p:nvPr>
        </p:nvSpPr>
        <p:spPr>
          <a:xfrm>
            <a:off x="2542290" y="2068375"/>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Solution Architecture Design</a:t>
            </a:r>
            <a:endParaRPr lang="sv-SE" sz="1200" dirty="0">
              <a:solidFill>
                <a:srgbClr val="000000"/>
              </a:solidFill>
              <a:cs typeface="Arial"/>
            </a:endParaRPr>
          </a:p>
        </p:txBody>
      </p:sp>
      <p:sp>
        <p:nvSpPr>
          <p:cNvPr id="22" name="TextBox 21">
            <a:extLst>
              <a:ext uri="{FF2B5EF4-FFF2-40B4-BE49-F238E27FC236}">
                <a16:creationId xmlns:a16="http://schemas.microsoft.com/office/drawing/2014/main" id="{249904AD-5C50-08E1-161C-FFB3405E6400}"/>
              </a:ext>
            </a:extLst>
          </p:cNvPr>
          <p:cNvSpPr txBox="1">
            <a:spLocks/>
          </p:cNvSpPr>
          <p:nvPr>
            <p:custDataLst>
              <p:tags r:id="rId44"/>
            </p:custDataLst>
          </p:nvPr>
        </p:nvSpPr>
        <p:spPr>
          <a:xfrm>
            <a:off x="2542290" y="2366679"/>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UI/UX Design</a:t>
            </a:r>
            <a:endParaRPr lang="sv-SE" sz="1200" dirty="0">
              <a:solidFill>
                <a:srgbClr val="000000"/>
              </a:solidFill>
              <a:cs typeface="Arial"/>
            </a:endParaRPr>
          </a:p>
        </p:txBody>
      </p:sp>
      <p:sp>
        <p:nvSpPr>
          <p:cNvPr id="25" name="TextBox 24">
            <a:extLst>
              <a:ext uri="{FF2B5EF4-FFF2-40B4-BE49-F238E27FC236}">
                <a16:creationId xmlns:a16="http://schemas.microsoft.com/office/drawing/2014/main" id="{AF663F65-0D66-FDCA-9005-A96BEE0D144F}"/>
              </a:ext>
            </a:extLst>
          </p:cNvPr>
          <p:cNvSpPr txBox="1">
            <a:spLocks/>
          </p:cNvSpPr>
          <p:nvPr>
            <p:custDataLst>
              <p:tags r:id="rId45"/>
            </p:custDataLst>
          </p:nvPr>
        </p:nvSpPr>
        <p:spPr>
          <a:xfrm>
            <a:off x="2542290" y="2664983"/>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Document Management</a:t>
            </a:r>
            <a:endParaRPr lang="sv-SE" sz="1200" dirty="0">
              <a:solidFill>
                <a:srgbClr val="000000"/>
              </a:solidFill>
              <a:cs typeface="Arial"/>
            </a:endParaRPr>
          </a:p>
        </p:txBody>
      </p:sp>
      <p:sp>
        <p:nvSpPr>
          <p:cNvPr id="28" name="TextBox 27">
            <a:extLst>
              <a:ext uri="{FF2B5EF4-FFF2-40B4-BE49-F238E27FC236}">
                <a16:creationId xmlns:a16="http://schemas.microsoft.com/office/drawing/2014/main" id="{AD6270D7-03A7-7777-45AD-30BA571969AC}"/>
              </a:ext>
            </a:extLst>
          </p:cNvPr>
          <p:cNvSpPr txBox="1">
            <a:spLocks/>
          </p:cNvSpPr>
          <p:nvPr>
            <p:custDataLst>
              <p:tags r:id="rId46"/>
            </p:custDataLst>
          </p:nvPr>
        </p:nvSpPr>
        <p:spPr>
          <a:xfrm>
            <a:off x="2542290" y="296328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Design Collaboration</a:t>
            </a:r>
            <a:endParaRPr lang="sv-SE" sz="1200" dirty="0">
              <a:solidFill>
                <a:srgbClr val="000000"/>
              </a:solidFill>
              <a:cs typeface="Arial"/>
            </a:endParaRPr>
          </a:p>
        </p:txBody>
      </p:sp>
      <p:sp>
        <p:nvSpPr>
          <p:cNvPr id="31" name="TextBox 30">
            <a:extLst>
              <a:ext uri="{FF2B5EF4-FFF2-40B4-BE49-F238E27FC236}">
                <a16:creationId xmlns:a16="http://schemas.microsoft.com/office/drawing/2014/main" id="{D78BB854-CDBC-4662-0183-6934F95D4E43}"/>
              </a:ext>
            </a:extLst>
          </p:cNvPr>
          <p:cNvSpPr txBox="1">
            <a:spLocks/>
          </p:cNvSpPr>
          <p:nvPr>
            <p:custDataLst>
              <p:tags r:id="rId47"/>
            </p:custDataLst>
          </p:nvPr>
        </p:nvSpPr>
        <p:spPr>
          <a:xfrm>
            <a:off x="2542290" y="3261591"/>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Code Development &amp; Version Control</a:t>
            </a:r>
            <a:endParaRPr lang="sv-SE" sz="1200" dirty="0">
              <a:solidFill>
                <a:srgbClr val="000000"/>
              </a:solidFill>
              <a:cs typeface="Arial"/>
            </a:endParaRPr>
          </a:p>
        </p:txBody>
      </p:sp>
      <p:sp>
        <p:nvSpPr>
          <p:cNvPr id="34" name="TextBox 33">
            <a:extLst>
              <a:ext uri="{FF2B5EF4-FFF2-40B4-BE49-F238E27FC236}">
                <a16:creationId xmlns:a16="http://schemas.microsoft.com/office/drawing/2014/main" id="{83CE91A6-94A2-0E2C-B77A-E2C3B8DA8C73}"/>
              </a:ext>
            </a:extLst>
          </p:cNvPr>
          <p:cNvSpPr txBox="1">
            <a:spLocks/>
          </p:cNvSpPr>
          <p:nvPr>
            <p:custDataLst>
              <p:tags r:id="rId48"/>
            </p:custDataLst>
          </p:nvPr>
        </p:nvSpPr>
        <p:spPr>
          <a:xfrm>
            <a:off x="2542290" y="3559895"/>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Automated Code Review</a:t>
            </a:r>
            <a:endParaRPr lang="sv-SE" sz="1200" dirty="0">
              <a:solidFill>
                <a:srgbClr val="000000"/>
              </a:solidFill>
              <a:cs typeface="Arial"/>
            </a:endParaRPr>
          </a:p>
        </p:txBody>
      </p:sp>
      <p:sp>
        <p:nvSpPr>
          <p:cNvPr id="37" name="TextBox 36">
            <a:extLst>
              <a:ext uri="{FF2B5EF4-FFF2-40B4-BE49-F238E27FC236}">
                <a16:creationId xmlns:a16="http://schemas.microsoft.com/office/drawing/2014/main" id="{902EFD15-D007-E708-1321-4676CEB78A31}"/>
              </a:ext>
            </a:extLst>
          </p:cNvPr>
          <p:cNvSpPr txBox="1">
            <a:spLocks/>
          </p:cNvSpPr>
          <p:nvPr>
            <p:custDataLst>
              <p:tags r:id="rId49"/>
            </p:custDataLst>
          </p:nvPr>
        </p:nvSpPr>
        <p:spPr>
          <a:xfrm>
            <a:off x="2542290" y="3858199"/>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Unit Testing</a:t>
            </a:r>
            <a:endParaRPr lang="sv-SE" sz="1200" dirty="0">
              <a:solidFill>
                <a:srgbClr val="000000"/>
              </a:solidFill>
              <a:cs typeface="Arial"/>
            </a:endParaRPr>
          </a:p>
        </p:txBody>
      </p:sp>
      <p:sp>
        <p:nvSpPr>
          <p:cNvPr id="40" name="TextBox 39">
            <a:extLst>
              <a:ext uri="{FF2B5EF4-FFF2-40B4-BE49-F238E27FC236}">
                <a16:creationId xmlns:a16="http://schemas.microsoft.com/office/drawing/2014/main" id="{D093ACF8-EB89-1AD0-C1DE-7DA7327597F4}"/>
              </a:ext>
            </a:extLst>
          </p:cNvPr>
          <p:cNvSpPr txBox="1">
            <a:spLocks/>
          </p:cNvSpPr>
          <p:nvPr>
            <p:custDataLst>
              <p:tags r:id="rId50"/>
            </p:custDataLst>
          </p:nvPr>
        </p:nvSpPr>
        <p:spPr>
          <a:xfrm>
            <a:off x="2542290" y="4156503"/>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Source code management</a:t>
            </a:r>
            <a:endParaRPr lang="sv-SE" sz="1200" dirty="0">
              <a:solidFill>
                <a:srgbClr val="000000"/>
              </a:solidFill>
              <a:cs typeface="Arial"/>
            </a:endParaRPr>
          </a:p>
        </p:txBody>
      </p:sp>
      <p:sp>
        <p:nvSpPr>
          <p:cNvPr id="43" name="TextBox 42">
            <a:extLst>
              <a:ext uri="{FF2B5EF4-FFF2-40B4-BE49-F238E27FC236}">
                <a16:creationId xmlns:a16="http://schemas.microsoft.com/office/drawing/2014/main" id="{FC48EDF7-6001-B3AF-1AED-A55365F9E070}"/>
              </a:ext>
            </a:extLst>
          </p:cNvPr>
          <p:cNvSpPr txBox="1">
            <a:spLocks/>
          </p:cNvSpPr>
          <p:nvPr>
            <p:custDataLst>
              <p:tags r:id="rId51"/>
            </p:custDataLst>
          </p:nvPr>
        </p:nvSpPr>
        <p:spPr>
          <a:xfrm>
            <a:off x="2542290" y="445480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Build Automation</a:t>
            </a:r>
            <a:endParaRPr lang="sv-SE" sz="1200" dirty="0">
              <a:solidFill>
                <a:srgbClr val="000000"/>
              </a:solidFill>
              <a:cs typeface="Arial"/>
            </a:endParaRPr>
          </a:p>
        </p:txBody>
      </p:sp>
      <p:sp>
        <p:nvSpPr>
          <p:cNvPr id="46" name="TextBox 45">
            <a:extLst>
              <a:ext uri="{FF2B5EF4-FFF2-40B4-BE49-F238E27FC236}">
                <a16:creationId xmlns:a16="http://schemas.microsoft.com/office/drawing/2014/main" id="{9543EEED-A477-D759-630A-3D1DDD2D399E}"/>
              </a:ext>
            </a:extLst>
          </p:cNvPr>
          <p:cNvSpPr txBox="1">
            <a:spLocks/>
          </p:cNvSpPr>
          <p:nvPr>
            <p:custDataLst>
              <p:tags r:id="rId52"/>
            </p:custDataLst>
          </p:nvPr>
        </p:nvSpPr>
        <p:spPr>
          <a:xfrm>
            <a:off x="2542290" y="4753111"/>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Build Breakers</a:t>
            </a:r>
            <a:endParaRPr lang="sv-SE" sz="1200" dirty="0">
              <a:solidFill>
                <a:srgbClr val="000000"/>
              </a:solidFill>
              <a:cs typeface="Arial"/>
            </a:endParaRPr>
          </a:p>
        </p:txBody>
      </p:sp>
      <p:sp>
        <p:nvSpPr>
          <p:cNvPr id="49" name="TextBox 48">
            <a:extLst>
              <a:ext uri="{FF2B5EF4-FFF2-40B4-BE49-F238E27FC236}">
                <a16:creationId xmlns:a16="http://schemas.microsoft.com/office/drawing/2014/main" id="{DD8A76BB-17E9-C666-B11C-60F91F715DC3}"/>
              </a:ext>
            </a:extLst>
          </p:cNvPr>
          <p:cNvSpPr txBox="1">
            <a:spLocks/>
          </p:cNvSpPr>
          <p:nvPr>
            <p:custDataLst>
              <p:tags r:id="rId53"/>
            </p:custDataLst>
          </p:nvPr>
        </p:nvSpPr>
        <p:spPr>
          <a:xfrm>
            <a:off x="2542290" y="5051415"/>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Code Security Testing</a:t>
            </a:r>
            <a:endParaRPr lang="sv-SE" sz="1200" dirty="0">
              <a:solidFill>
                <a:srgbClr val="000000"/>
              </a:solidFill>
              <a:cs typeface="Arial"/>
            </a:endParaRPr>
          </a:p>
        </p:txBody>
      </p:sp>
      <p:sp>
        <p:nvSpPr>
          <p:cNvPr id="52" name="TextBox 51">
            <a:extLst>
              <a:ext uri="{FF2B5EF4-FFF2-40B4-BE49-F238E27FC236}">
                <a16:creationId xmlns:a16="http://schemas.microsoft.com/office/drawing/2014/main" id="{2753366B-FC35-D273-BD36-E4921E8D1B4A}"/>
              </a:ext>
            </a:extLst>
          </p:cNvPr>
          <p:cNvSpPr txBox="1">
            <a:spLocks/>
          </p:cNvSpPr>
          <p:nvPr>
            <p:custDataLst>
              <p:tags r:id="rId54"/>
            </p:custDataLst>
          </p:nvPr>
        </p:nvSpPr>
        <p:spPr>
          <a:xfrm>
            <a:off x="2542290" y="5349719"/>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Automation Testing</a:t>
            </a:r>
            <a:endParaRPr lang="sv-SE" sz="1200" dirty="0">
              <a:solidFill>
                <a:srgbClr val="000000"/>
              </a:solidFill>
              <a:cs typeface="Arial"/>
            </a:endParaRPr>
          </a:p>
        </p:txBody>
      </p:sp>
      <p:sp>
        <p:nvSpPr>
          <p:cNvPr id="55" name="TextBox 54">
            <a:extLst>
              <a:ext uri="{FF2B5EF4-FFF2-40B4-BE49-F238E27FC236}">
                <a16:creationId xmlns:a16="http://schemas.microsoft.com/office/drawing/2014/main" id="{32C626B9-E8D2-F556-4122-6CFA4C42174F}"/>
              </a:ext>
            </a:extLst>
          </p:cNvPr>
          <p:cNvSpPr txBox="1">
            <a:spLocks/>
          </p:cNvSpPr>
          <p:nvPr>
            <p:custDataLst>
              <p:tags r:id="rId55"/>
            </p:custDataLst>
          </p:nvPr>
        </p:nvSpPr>
        <p:spPr>
          <a:xfrm>
            <a:off x="2542290" y="5648023"/>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Performance Testing</a:t>
            </a:r>
            <a:endParaRPr lang="sv-SE" sz="1200" dirty="0">
              <a:solidFill>
                <a:srgbClr val="000000"/>
              </a:solidFill>
              <a:cs typeface="Arial"/>
            </a:endParaRPr>
          </a:p>
        </p:txBody>
      </p:sp>
      <p:sp>
        <p:nvSpPr>
          <p:cNvPr id="58" name="TextBox 57">
            <a:extLst>
              <a:ext uri="{FF2B5EF4-FFF2-40B4-BE49-F238E27FC236}">
                <a16:creationId xmlns:a16="http://schemas.microsoft.com/office/drawing/2014/main" id="{109E09B7-6443-BF9A-6BF5-C6B2A9A3F048}"/>
              </a:ext>
            </a:extLst>
          </p:cNvPr>
          <p:cNvSpPr txBox="1">
            <a:spLocks/>
          </p:cNvSpPr>
          <p:nvPr>
            <p:custDataLst>
              <p:tags r:id="rId56"/>
            </p:custDataLst>
          </p:nvPr>
        </p:nvSpPr>
        <p:spPr>
          <a:xfrm>
            <a:off x="2542290" y="5946325"/>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A/B Testing</a:t>
            </a:r>
            <a:endParaRPr lang="sv-SE" sz="1200" dirty="0">
              <a:solidFill>
                <a:srgbClr val="000000"/>
              </a:solidFill>
              <a:cs typeface="Arial"/>
            </a:endParaRPr>
          </a:p>
        </p:txBody>
      </p:sp>
      <p:sp>
        <p:nvSpPr>
          <p:cNvPr id="13" name="TextBox 12">
            <a:extLst>
              <a:ext uri="{FF2B5EF4-FFF2-40B4-BE49-F238E27FC236}">
                <a16:creationId xmlns:a16="http://schemas.microsoft.com/office/drawing/2014/main" id="{A2AABFC8-8969-07AD-BD6C-E550E3B3ECBD}"/>
              </a:ext>
            </a:extLst>
          </p:cNvPr>
          <p:cNvSpPr txBox="1">
            <a:spLocks/>
          </p:cNvSpPr>
          <p:nvPr>
            <p:custDataLst>
              <p:tags r:id="rId57"/>
            </p:custDataLst>
          </p:nvPr>
        </p:nvSpPr>
        <p:spPr>
          <a:xfrm>
            <a:off x="2542290" y="1471767"/>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dirty="0">
                <a:solidFill>
                  <a:srgbClr val="000000"/>
                </a:solidFill>
                <a:cs typeface="Arial"/>
              </a:rPr>
              <a:t>Demand Management</a:t>
            </a:r>
          </a:p>
        </p:txBody>
      </p:sp>
      <p:sp>
        <p:nvSpPr>
          <p:cNvPr id="92" name="TrackerNumWhite 90">
            <a:extLst>
              <a:ext uri="{FF2B5EF4-FFF2-40B4-BE49-F238E27FC236}">
                <a16:creationId xmlns:a16="http://schemas.microsoft.com/office/drawing/2014/main" id="{C058092A-907C-2BD9-F265-E2120AE3C666}"/>
              </a:ext>
            </a:extLst>
          </p:cNvPr>
          <p:cNvSpPr>
            <a:spLocks/>
          </p:cNvSpPr>
          <p:nvPr>
            <p:custDataLst>
              <p:tags r:id="rId58"/>
            </p:custDataLst>
          </p:nvPr>
        </p:nvSpPr>
        <p:spPr>
          <a:xfrm>
            <a:off x="2251725" y="175284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a:t>
            </a:r>
            <a:endParaRPr lang="sv-SE" sz="1200" dirty="0" err="1">
              <a:solidFill>
                <a:schemeClr val="accent1"/>
              </a:solidFill>
            </a:endParaRPr>
          </a:p>
        </p:txBody>
      </p:sp>
      <p:sp>
        <p:nvSpPr>
          <p:cNvPr id="93" name="TrackerNumWhite 90">
            <a:extLst>
              <a:ext uri="{FF2B5EF4-FFF2-40B4-BE49-F238E27FC236}">
                <a16:creationId xmlns:a16="http://schemas.microsoft.com/office/drawing/2014/main" id="{C16EBDDD-652E-F15D-9246-9204D995DEED}"/>
              </a:ext>
            </a:extLst>
          </p:cNvPr>
          <p:cNvSpPr>
            <a:spLocks/>
          </p:cNvSpPr>
          <p:nvPr>
            <p:custDataLst>
              <p:tags r:id="rId59"/>
            </p:custDataLst>
          </p:nvPr>
        </p:nvSpPr>
        <p:spPr>
          <a:xfrm>
            <a:off x="2251725" y="205114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a:t>
            </a:r>
            <a:endParaRPr lang="sv-SE" sz="1200" dirty="0" err="1">
              <a:solidFill>
                <a:schemeClr val="accent1"/>
              </a:solidFill>
            </a:endParaRPr>
          </a:p>
        </p:txBody>
      </p:sp>
      <p:sp>
        <p:nvSpPr>
          <p:cNvPr id="94" name="TrackerNumWhite 90">
            <a:extLst>
              <a:ext uri="{FF2B5EF4-FFF2-40B4-BE49-F238E27FC236}">
                <a16:creationId xmlns:a16="http://schemas.microsoft.com/office/drawing/2014/main" id="{2AC3509F-ACE9-E52B-0061-F7094210D099}"/>
              </a:ext>
            </a:extLst>
          </p:cNvPr>
          <p:cNvSpPr>
            <a:spLocks/>
          </p:cNvSpPr>
          <p:nvPr>
            <p:custDataLst>
              <p:tags r:id="rId60"/>
            </p:custDataLst>
          </p:nvPr>
        </p:nvSpPr>
        <p:spPr>
          <a:xfrm>
            <a:off x="2251725" y="234945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a:t>
            </a:r>
            <a:endParaRPr lang="sv-SE" sz="1200" dirty="0" err="1">
              <a:solidFill>
                <a:schemeClr val="accent1"/>
              </a:solidFill>
            </a:endParaRPr>
          </a:p>
        </p:txBody>
      </p:sp>
      <p:sp>
        <p:nvSpPr>
          <p:cNvPr id="95" name="TrackerNumWhite 90">
            <a:extLst>
              <a:ext uri="{FF2B5EF4-FFF2-40B4-BE49-F238E27FC236}">
                <a16:creationId xmlns:a16="http://schemas.microsoft.com/office/drawing/2014/main" id="{27E48C6C-DFD8-1A23-79D7-C1A3D0A1A6A7}"/>
              </a:ext>
            </a:extLst>
          </p:cNvPr>
          <p:cNvSpPr>
            <a:spLocks/>
          </p:cNvSpPr>
          <p:nvPr>
            <p:custDataLst>
              <p:tags r:id="rId61"/>
            </p:custDataLst>
          </p:nvPr>
        </p:nvSpPr>
        <p:spPr>
          <a:xfrm>
            <a:off x="2251725" y="264775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5</a:t>
            </a:r>
            <a:endParaRPr lang="sv-SE" sz="1200" dirty="0" err="1">
              <a:solidFill>
                <a:schemeClr val="accent1"/>
              </a:solidFill>
            </a:endParaRPr>
          </a:p>
        </p:txBody>
      </p:sp>
      <p:grpSp>
        <p:nvGrpSpPr>
          <p:cNvPr id="128" name="Group 127">
            <a:extLst>
              <a:ext uri="{FF2B5EF4-FFF2-40B4-BE49-F238E27FC236}">
                <a16:creationId xmlns:a16="http://schemas.microsoft.com/office/drawing/2014/main" id="{159D642C-ACF0-8D49-006F-32DD705490B3}"/>
              </a:ext>
            </a:extLst>
          </p:cNvPr>
          <p:cNvGrpSpPr>
            <a:grpSpLocks/>
          </p:cNvGrpSpPr>
          <p:nvPr/>
        </p:nvGrpSpPr>
        <p:grpSpPr>
          <a:xfrm>
            <a:off x="2251725" y="1454540"/>
            <a:ext cx="216950" cy="1710640"/>
            <a:chOff x="2251725" y="1454540"/>
            <a:chExt cx="216950" cy="1710640"/>
          </a:xfrm>
        </p:grpSpPr>
        <p:sp>
          <p:nvSpPr>
            <p:cNvPr id="90" name="TrackerNumWhite 90">
              <a:extLst>
                <a:ext uri="{FF2B5EF4-FFF2-40B4-BE49-F238E27FC236}">
                  <a16:creationId xmlns:a16="http://schemas.microsoft.com/office/drawing/2014/main" id="{686C82B4-48F0-3946-4079-8569246CF741}"/>
                </a:ext>
              </a:extLst>
            </p:cNvPr>
            <p:cNvSpPr>
              <a:spLocks/>
            </p:cNvSpPr>
            <p:nvPr>
              <p:custDataLst>
                <p:tags r:id="rId73"/>
              </p:custDataLst>
            </p:nvPr>
          </p:nvSpPr>
          <p:spPr>
            <a:xfrm>
              <a:off x="2251725" y="14545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a:t>
              </a:r>
              <a:endParaRPr lang="sv-SE" sz="1200" dirty="0" err="1">
                <a:solidFill>
                  <a:schemeClr val="accent1"/>
                </a:solidFill>
              </a:endParaRPr>
            </a:p>
          </p:txBody>
        </p:sp>
        <p:sp>
          <p:nvSpPr>
            <p:cNvPr id="96" name="TrackerNumWhite 90">
              <a:extLst>
                <a:ext uri="{FF2B5EF4-FFF2-40B4-BE49-F238E27FC236}">
                  <a16:creationId xmlns:a16="http://schemas.microsoft.com/office/drawing/2014/main" id="{B0FCDE68-BE1A-2A44-42D2-654C23877ABA}"/>
                </a:ext>
              </a:extLst>
            </p:cNvPr>
            <p:cNvSpPr>
              <a:spLocks/>
            </p:cNvSpPr>
            <p:nvPr>
              <p:custDataLst>
                <p:tags r:id="rId74"/>
              </p:custDataLst>
            </p:nvPr>
          </p:nvSpPr>
          <p:spPr>
            <a:xfrm>
              <a:off x="2251725" y="294606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6</a:t>
              </a:r>
            </a:p>
          </p:txBody>
        </p:sp>
      </p:grpSp>
      <p:sp>
        <p:nvSpPr>
          <p:cNvPr id="98" name="TrackerNumWhite 90">
            <a:extLst>
              <a:ext uri="{FF2B5EF4-FFF2-40B4-BE49-F238E27FC236}">
                <a16:creationId xmlns:a16="http://schemas.microsoft.com/office/drawing/2014/main" id="{42371B09-F38E-BE67-7D66-B5B55E85E62D}"/>
              </a:ext>
            </a:extLst>
          </p:cNvPr>
          <p:cNvSpPr>
            <a:spLocks/>
          </p:cNvSpPr>
          <p:nvPr>
            <p:custDataLst>
              <p:tags r:id="rId62"/>
            </p:custDataLst>
          </p:nvPr>
        </p:nvSpPr>
        <p:spPr>
          <a:xfrm>
            <a:off x="2251725" y="354266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8</a:t>
            </a:r>
            <a:endParaRPr lang="sv-SE" sz="1200" dirty="0" err="1">
              <a:solidFill>
                <a:schemeClr val="accent1"/>
              </a:solidFill>
            </a:endParaRPr>
          </a:p>
        </p:txBody>
      </p:sp>
      <p:sp>
        <p:nvSpPr>
          <p:cNvPr id="99" name="TrackerNumWhite 90">
            <a:extLst>
              <a:ext uri="{FF2B5EF4-FFF2-40B4-BE49-F238E27FC236}">
                <a16:creationId xmlns:a16="http://schemas.microsoft.com/office/drawing/2014/main" id="{4AE4C6C2-F775-8205-16B3-F08C820BC1D5}"/>
              </a:ext>
            </a:extLst>
          </p:cNvPr>
          <p:cNvSpPr>
            <a:spLocks/>
          </p:cNvSpPr>
          <p:nvPr>
            <p:custDataLst>
              <p:tags r:id="rId63"/>
            </p:custDataLst>
          </p:nvPr>
        </p:nvSpPr>
        <p:spPr>
          <a:xfrm>
            <a:off x="2251725" y="384097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9</a:t>
            </a:r>
            <a:endParaRPr lang="sv-SE" sz="1200" dirty="0" err="1">
              <a:solidFill>
                <a:schemeClr val="accent1"/>
              </a:solidFill>
            </a:endParaRPr>
          </a:p>
        </p:txBody>
      </p:sp>
      <p:sp>
        <p:nvSpPr>
          <p:cNvPr id="100" name="TrackerNumWhite 90">
            <a:extLst>
              <a:ext uri="{FF2B5EF4-FFF2-40B4-BE49-F238E27FC236}">
                <a16:creationId xmlns:a16="http://schemas.microsoft.com/office/drawing/2014/main" id="{549D21D5-A590-4971-3B58-B5655D84149E}"/>
              </a:ext>
            </a:extLst>
          </p:cNvPr>
          <p:cNvSpPr>
            <a:spLocks/>
          </p:cNvSpPr>
          <p:nvPr>
            <p:custDataLst>
              <p:tags r:id="rId64"/>
            </p:custDataLst>
          </p:nvPr>
        </p:nvSpPr>
        <p:spPr>
          <a:xfrm>
            <a:off x="2251725" y="413927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10</a:t>
            </a:r>
            <a:endParaRPr lang="sv-SE" sz="1200" dirty="0" err="1">
              <a:solidFill>
                <a:schemeClr val="accent1"/>
              </a:solidFill>
            </a:endParaRPr>
          </a:p>
        </p:txBody>
      </p:sp>
      <p:sp>
        <p:nvSpPr>
          <p:cNvPr id="101" name="TrackerNumWhite 90">
            <a:extLst>
              <a:ext uri="{FF2B5EF4-FFF2-40B4-BE49-F238E27FC236}">
                <a16:creationId xmlns:a16="http://schemas.microsoft.com/office/drawing/2014/main" id="{E5A9AD5E-DB44-F210-DDA1-DEFD9DD879D6}"/>
              </a:ext>
            </a:extLst>
          </p:cNvPr>
          <p:cNvSpPr>
            <a:spLocks/>
          </p:cNvSpPr>
          <p:nvPr>
            <p:custDataLst>
              <p:tags r:id="rId65"/>
            </p:custDataLst>
          </p:nvPr>
        </p:nvSpPr>
        <p:spPr>
          <a:xfrm>
            <a:off x="2251725" y="443758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11</a:t>
            </a:r>
            <a:endParaRPr lang="sv-SE" sz="1200" dirty="0" err="1">
              <a:solidFill>
                <a:schemeClr val="accent1"/>
              </a:solidFill>
            </a:endParaRPr>
          </a:p>
        </p:txBody>
      </p:sp>
      <p:sp>
        <p:nvSpPr>
          <p:cNvPr id="97" name="TrackerNumWhite 90">
            <a:extLst>
              <a:ext uri="{FF2B5EF4-FFF2-40B4-BE49-F238E27FC236}">
                <a16:creationId xmlns:a16="http://schemas.microsoft.com/office/drawing/2014/main" id="{12D8F4A5-019C-2175-1F42-AF7C1262C923}"/>
              </a:ext>
            </a:extLst>
          </p:cNvPr>
          <p:cNvSpPr>
            <a:spLocks/>
          </p:cNvSpPr>
          <p:nvPr>
            <p:custDataLst>
              <p:tags r:id="rId66"/>
            </p:custDataLst>
          </p:nvPr>
        </p:nvSpPr>
        <p:spPr>
          <a:xfrm>
            <a:off x="2251725" y="324436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7</a:t>
            </a:r>
          </a:p>
        </p:txBody>
      </p:sp>
      <p:sp>
        <p:nvSpPr>
          <p:cNvPr id="102" name="TrackerNumWhite 90">
            <a:extLst>
              <a:ext uri="{FF2B5EF4-FFF2-40B4-BE49-F238E27FC236}">
                <a16:creationId xmlns:a16="http://schemas.microsoft.com/office/drawing/2014/main" id="{6556C8E6-E437-CF89-31DC-3B9364C4AFE4}"/>
              </a:ext>
            </a:extLst>
          </p:cNvPr>
          <p:cNvSpPr>
            <a:spLocks/>
          </p:cNvSpPr>
          <p:nvPr>
            <p:custDataLst>
              <p:tags r:id="rId67"/>
            </p:custDataLst>
          </p:nvPr>
        </p:nvSpPr>
        <p:spPr>
          <a:xfrm>
            <a:off x="2251725" y="473588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12</a:t>
            </a:r>
            <a:endParaRPr lang="sv-SE" sz="1200" dirty="0" err="1">
              <a:solidFill>
                <a:schemeClr val="accent1"/>
              </a:solidFill>
            </a:endParaRPr>
          </a:p>
        </p:txBody>
      </p:sp>
      <p:sp>
        <p:nvSpPr>
          <p:cNvPr id="104" name="TrackerNumWhite 90">
            <a:extLst>
              <a:ext uri="{FF2B5EF4-FFF2-40B4-BE49-F238E27FC236}">
                <a16:creationId xmlns:a16="http://schemas.microsoft.com/office/drawing/2014/main" id="{CDE7F326-267F-4C1A-E651-78EAE65F28B8}"/>
              </a:ext>
            </a:extLst>
          </p:cNvPr>
          <p:cNvSpPr>
            <a:spLocks/>
          </p:cNvSpPr>
          <p:nvPr>
            <p:custDataLst>
              <p:tags r:id="rId68"/>
            </p:custDataLst>
          </p:nvPr>
        </p:nvSpPr>
        <p:spPr>
          <a:xfrm>
            <a:off x="2251725" y="533249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14</a:t>
            </a:r>
            <a:endParaRPr lang="sv-SE" sz="1200" dirty="0" err="1">
              <a:solidFill>
                <a:schemeClr val="accent1"/>
              </a:solidFill>
            </a:endParaRPr>
          </a:p>
        </p:txBody>
      </p:sp>
      <p:sp>
        <p:nvSpPr>
          <p:cNvPr id="105" name="TrackerNumWhite 90">
            <a:extLst>
              <a:ext uri="{FF2B5EF4-FFF2-40B4-BE49-F238E27FC236}">
                <a16:creationId xmlns:a16="http://schemas.microsoft.com/office/drawing/2014/main" id="{3DDFBE2E-2E60-ED2A-602B-2EA08F0C8C9D}"/>
              </a:ext>
            </a:extLst>
          </p:cNvPr>
          <p:cNvSpPr>
            <a:spLocks/>
          </p:cNvSpPr>
          <p:nvPr>
            <p:custDataLst>
              <p:tags r:id="rId69"/>
            </p:custDataLst>
          </p:nvPr>
        </p:nvSpPr>
        <p:spPr>
          <a:xfrm>
            <a:off x="2251725" y="563079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15</a:t>
            </a:r>
            <a:endParaRPr lang="sv-SE" sz="1200" dirty="0" err="1">
              <a:solidFill>
                <a:schemeClr val="accent1"/>
              </a:solidFill>
            </a:endParaRPr>
          </a:p>
        </p:txBody>
      </p:sp>
      <p:sp>
        <p:nvSpPr>
          <p:cNvPr id="103" name="TrackerNumWhite 90">
            <a:extLst>
              <a:ext uri="{FF2B5EF4-FFF2-40B4-BE49-F238E27FC236}">
                <a16:creationId xmlns:a16="http://schemas.microsoft.com/office/drawing/2014/main" id="{7CB7ADF5-CA94-36A3-BCA9-95B921B5B377}"/>
              </a:ext>
            </a:extLst>
          </p:cNvPr>
          <p:cNvSpPr>
            <a:spLocks/>
          </p:cNvSpPr>
          <p:nvPr>
            <p:custDataLst>
              <p:tags r:id="rId70"/>
            </p:custDataLst>
          </p:nvPr>
        </p:nvSpPr>
        <p:spPr>
          <a:xfrm>
            <a:off x="2251725" y="503418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13</a:t>
            </a:r>
          </a:p>
        </p:txBody>
      </p:sp>
      <p:sp>
        <p:nvSpPr>
          <p:cNvPr id="106" name="TrackerNumWhite 90">
            <a:extLst>
              <a:ext uri="{FF2B5EF4-FFF2-40B4-BE49-F238E27FC236}">
                <a16:creationId xmlns:a16="http://schemas.microsoft.com/office/drawing/2014/main" id="{A289AF71-93A0-984B-B307-D0D703B6D3C2}"/>
              </a:ext>
            </a:extLst>
          </p:cNvPr>
          <p:cNvSpPr>
            <a:spLocks/>
          </p:cNvSpPr>
          <p:nvPr>
            <p:custDataLst>
              <p:tags r:id="rId71"/>
            </p:custDataLst>
          </p:nvPr>
        </p:nvSpPr>
        <p:spPr>
          <a:xfrm>
            <a:off x="2251725" y="592909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16</a:t>
            </a:r>
            <a:endParaRPr lang="sv-SE" sz="1200" dirty="0" err="1">
              <a:solidFill>
                <a:schemeClr val="accent1"/>
              </a:solidFill>
            </a:endParaRPr>
          </a:p>
        </p:txBody>
      </p:sp>
      <p:sp>
        <p:nvSpPr>
          <p:cNvPr id="121" name="TextBox 120">
            <a:extLst>
              <a:ext uri="{FF2B5EF4-FFF2-40B4-BE49-F238E27FC236}">
                <a16:creationId xmlns:a16="http://schemas.microsoft.com/office/drawing/2014/main" id="{52109F2F-2075-0BF8-7FA8-0A8CB2F67264}"/>
              </a:ext>
            </a:extLst>
          </p:cNvPr>
          <p:cNvSpPr txBox="1">
            <a:spLocks/>
          </p:cNvSpPr>
          <p:nvPr>
            <p:custDataLst>
              <p:tags r:id="rId72"/>
            </p:custDataLst>
          </p:nvPr>
        </p:nvSpPr>
        <p:spPr>
          <a:xfrm>
            <a:off x="5254172" y="1167049"/>
            <a:ext cx="6383092" cy="215444"/>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Best practices</a:t>
            </a:r>
          </a:p>
        </p:txBody>
      </p:sp>
      <p:sp>
        <p:nvSpPr>
          <p:cNvPr id="127" name="Rectangle 126">
            <a:extLst>
              <a:ext uri="{FF2B5EF4-FFF2-40B4-BE49-F238E27FC236}">
                <a16:creationId xmlns:a16="http://schemas.microsoft.com/office/drawing/2014/main" id="{AC5D1DD1-9C39-B72C-EA78-C9828198814D}"/>
              </a:ext>
            </a:extLst>
          </p:cNvPr>
          <p:cNvSpPr>
            <a:spLocks/>
          </p:cNvSpPr>
          <p:nvPr/>
        </p:nvSpPr>
        <p:spPr>
          <a:xfrm>
            <a:off x="2143774" y="1454540"/>
            <a:ext cx="45719" cy="171064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29" name="Rectangle 128">
            <a:extLst>
              <a:ext uri="{FF2B5EF4-FFF2-40B4-BE49-F238E27FC236}">
                <a16:creationId xmlns:a16="http://schemas.microsoft.com/office/drawing/2014/main" id="{F33AB57F-C7F6-823F-F9FF-1450CAEDEF94}"/>
              </a:ext>
            </a:extLst>
          </p:cNvPr>
          <p:cNvSpPr>
            <a:spLocks/>
          </p:cNvSpPr>
          <p:nvPr/>
        </p:nvSpPr>
        <p:spPr>
          <a:xfrm>
            <a:off x="2143774" y="3244364"/>
            <a:ext cx="45719" cy="1710640"/>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1" name="Rectangle 130">
            <a:extLst>
              <a:ext uri="{FF2B5EF4-FFF2-40B4-BE49-F238E27FC236}">
                <a16:creationId xmlns:a16="http://schemas.microsoft.com/office/drawing/2014/main" id="{4F166B1F-3BE2-4A92-3555-791F1F836FB5}"/>
              </a:ext>
            </a:extLst>
          </p:cNvPr>
          <p:cNvSpPr>
            <a:spLocks/>
          </p:cNvSpPr>
          <p:nvPr/>
        </p:nvSpPr>
        <p:spPr>
          <a:xfrm>
            <a:off x="2143774" y="5034188"/>
            <a:ext cx="45719" cy="1114030"/>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Tree>
    <p:extLst>
      <p:ext uri="{BB962C8B-B14F-4D97-AF65-F5344CB8AC3E}">
        <p14:creationId xmlns:p14="http://schemas.microsoft.com/office/powerpoint/2010/main" val="345480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F4721-0707-C9DC-3ABC-5C734144B4D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1465730-1E93-F1B6-F4DA-FFC6AA2578B6}"/>
              </a:ext>
            </a:extLst>
          </p:cNvPr>
          <p:cNvGraphicFramePr>
            <a:graphicFrameLocks noChangeAspect="1"/>
          </p:cNvGraphicFramePr>
          <p:nvPr>
            <p:custDataLst>
              <p:tags r:id="rId1"/>
            </p:custDataLst>
            <p:extLst>
              <p:ext uri="{D42A27DB-BD31-4B8C-83A1-F6EECF244321}">
                <p14:modId xmlns:p14="http://schemas.microsoft.com/office/powerpoint/2010/main" val="18267378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484" imgH="486" progId="TCLayout.ActiveDocument.1">
                  <p:embed/>
                </p:oleObj>
              </mc:Choice>
              <mc:Fallback>
                <p:oleObj name="think-cell Slide" r:id="rId71" imgW="484" imgH="486" progId="TCLayout.ActiveDocument.1">
                  <p:embed/>
                  <p:pic>
                    <p:nvPicPr>
                      <p:cNvPr id="5" name="think-cell data - do not delete" hidden="1">
                        <a:extLst>
                          <a:ext uri="{FF2B5EF4-FFF2-40B4-BE49-F238E27FC236}">
                            <a16:creationId xmlns:a16="http://schemas.microsoft.com/office/drawing/2014/main" id="{71465730-1E93-F1B6-F4DA-FFC6AA2578B6}"/>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sp>
        <p:nvSpPr>
          <p:cNvPr id="111" name="Rectangle 110">
            <a:extLst>
              <a:ext uri="{FF2B5EF4-FFF2-40B4-BE49-F238E27FC236}">
                <a16:creationId xmlns:a16="http://schemas.microsoft.com/office/drawing/2014/main" id="{B4A33FEB-8CE1-ED3B-7180-0D744D46058F}"/>
              </a:ext>
            </a:extLst>
          </p:cNvPr>
          <p:cNvSpPr>
            <a:spLocks/>
          </p:cNvSpPr>
          <p:nvPr/>
        </p:nvSpPr>
        <p:spPr>
          <a:xfrm>
            <a:off x="2251725" y="1723906"/>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13" name="Rectangle 112">
            <a:extLst>
              <a:ext uri="{FF2B5EF4-FFF2-40B4-BE49-F238E27FC236}">
                <a16:creationId xmlns:a16="http://schemas.microsoft.com/office/drawing/2014/main" id="{D82F2659-E4C4-1516-E018-5C627D9A98B5}"/>
              </a:ext>
            </a:extLst>
          </p:cNvPr>
          <p:cNvSpPr>
            <a:spLocks/>
          </p:cNvSpPr>
          <p:nvPr/>
        </p:nvSpPr>
        <p:spPr>
          <a:xfrm>
            <a:off x="2251725" y="2363130"/>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14" name="Rectangle 113">
            <a:extLst>
              <a:ext uri="{FF2B5EF4-FFF2-40B4-BE49-F238E27FC236}">
                <a16:creationId xmlns:a16="http://schemas.microsoft.com/office/drawing/2014/main" id="{9E646E53-C52F-DFBC-3500-E50641393AE1}"/>
              </a:ext>
            </a:extLst>
          </p:cNvPr>
          <p:cNvSpPr>
            <a:spLocks/>
          </p:cNvSpPr>
          <p:nvPr/>
        </p:nvSpPr>
        <p:spPr>
          <a:xfrm>
            <a:off x="2251725" y="3002354"/>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17" name="Rectangle 116">
            <a:extLst>
              <a:ext uri="{FF2B5EF4-FFF2-40B4-BE49-F238E27FC236}">
                <a16:creationId xmlns:a16="http://schemas.microsoft.com/office/drawing/2014/main" id="{ABD97F22-3490-9B32-DE84-B6B51DEC78C9}"/>
              </a:ext>
            </a:extLst>
          </p:cNvPr>
          <p:cNvSpPr>
            <a:spLocks/>
          </p:cNvSpPr>
          <p:nvPr/>
        </p:nvSpPr>
        <p:spPr>
          <a:xfrm>
            <a:off x="2251725" y="3641578"/>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18" name="Rectangle 117">
            <a:extLst>
              <a:ext uri="{FF2B5EF4-FFF2-40B4-BE49-F238E27FC236}">
                <a16:creationId xmlns:a16="http://schemas.microsoft.com/office/drawing/2014/main" id="{F54AA700-9605-B961-99BF-443792B49138}"/>
              </a:ext>
            </a:extLst>
          </p:cNvPr>
          <p:cNvSpPr>
            <a:spLocks/>
          </p:cNvSpPr>
          <p:nvPr/>
        </p:nvSpPr>
        <p:spPr>
          <a:xfrm>
            <a:off x="2251725" y="4280802"/>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19" name="Rectangle 118">
            <a:extLst>
              <a:ext uri="{FF2B5EF4-FFF2-40B4-BE49-F238E27FC236}">
                <a16:creationId xmlns:a16="http://schemas.microsoft.com/office/drawing/2014/main" id="{74E7E4E0-2421-BB36-3C53-5933AD69535F}"/>
              </a:ext>
            </a:extLst>
          </p:cNvPr>
          <p:cNvSpPr>
            <a:spLocks/>
          </p:cNvSpPr>
          <p:nvPr/>
        </p:nvSpPr>
        <p:spPr>
          <a:xfrm>
            <a:off x="2251725" y="4920026"/>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21" name="Rectangle 120">
            <a:extLst>
              <a:ext uri="{FF2B5EF4-FFF2-40B4-BE49-F238E27FC236}">
                <a16:creationId xmlns:a16="http://schemas.microsoft.com/office/drawing/2014/main" id="{FDC7C394-1E38-F15D-159B-93AD7A04FCA8}"/>
              </a:ext>
            </a:extLst>
          </p:cNvPr>
          <p:cNvSpPr>
            <a:spLocks/>
          </p:cNvSpPr>
          <p:nvPr/>
        </p:nvSpPr>
        <p:spPr>
          <a:xfrm>
            <a:off x="2251725" y="5559250"/>
            <a:ext cx="9385539" cy="319612"/>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 name="2. Slide Title">
            <a:extLst>
              <a:ext uri="{FF2B5EF4-FFF2-40B4-BE49-F238E27FC236}">
                <a16:creationId xmlns:a16="http://schemas.microsoft.com/office/drawing/2014/main" id="{FAD46869-A97A-5917-BB8C-B38423933FA4}"/>
              </a:ext>
            </a:extLst>
          </p:cNvPr>
          <p:cNvSpPr>
            <a:spLocks noGrp="1"/>
          </p:cNvSpPr>
          <p:nvPr>
            <p:ph type="title"/>
            <p:custDataLst>
              <p:tags r:id="rId2"/>
            </p:custDataLst>
          </p:nvPr>
        </p:nvSpPr>
        <p:spPr>
          <a:noFill/>
          <a:ln/>
          <a:extLst>
            <a:ext uri="{909E8E84-426E-40DD-AFC4-6F175D3DCCD1}">
              <a14:hiddenFill xmlns:a14="http://schemas.microsoft.com/office/drawing/2010/main">
                <a:solidFill>
                  <a:srgbClr val="FFFFFF"/>
                </a:solidFill>
              </a14:hiddenFill>
            </a:ext>
          </a:extLst>
        </p:spPr>
        <p:txBody>
          <a:bodyPr vert="horz"/>
          <a:lstStyle/>
          <a:p>
            <a:r>
              <a:rPr lang="en-US" dirty="0">
                <a:solidFill>
                  <a:schemeClr val="accent2"/>
                </a:solidFill>
                <a:latin typeface="+mj-lt"/>
              </a:rPr>
              <a:t>A. </a:t>
            </a:r>
            <a:r>
              <a:rPr lang="en-US" dirty="0">
                <a:latin typeface="+mj-lt"/>
              </a:rPr>
              <a:t>Engineering best practices across parameters for phases of client SDLC (2/3)</a:t>
            </a:r>
            <a:endParaRPr lang="sv-SE" dirty="0">
              <a:latin typeface="+mj-lt"/>
            </a:endParaRPr>
          </a:p>
        </p:txBody>
      </p:sp>
      <p:sp>
        <p:nvSpPr>
          <p:cNvPr id="11" name="Subtitle 10">
            <a:extLst>
              <a:ext uri="{FF2B5EF4-FFF2-40B4-BE49-F238E27FC236}">
                <a16:creationId xmlns:a16="http://schemas.microsoft.com/office/drawing/2014/main" id="{271E1714-D1AB-55B4-B316-D0D372308702}"/>
              </a:ext>
            </a:extLst>
          </p:cNvPr>
          <p:cNvSpPr>
            <a:spLocks noGrp="1"/>
          </p:cNvSpPr>
          <p:nvPr>
            <p:ph type="subTitle" idx="1"/>
          </p:nvPr>
        </p:nvSpPr>
        <p:spPr/>
        <p:txBody>
          <a:bodyPr/>
          <a:lstStyle/>
          <a:p>
            <a:endParaRPr lang="sv-SE"/>
          </a:p>
        </p:txBody>
      </p:sp>
      <p:sp>
        <p:nvSpPr>
          <p:cNvPr id="42" name="Text Placeholder 41">
            <a:extLst>
              <a:ext uri="{FF2B5EF4-FFF2-40B4-BE49-F238E27FC236}">
                <a16:creationId xmlns:a16="http://schemas.microsoft.com/office/drawing/2014/main" id="{B1B9118A-2AC4-3A3D-9EB8-9B102CA6E5EF}"/>
              </a:ext>
            </a:extLst>
          </p:cNvPr>
          <p:cNvSpPr>
            <a:spLocks noGrp="1"/>
          </p:cNvSpPr>
          <p:nvPr>
            <p:ph type="body" sz="quarter" idx="10"/>
          </p:nvPr>
        </p:nvSpPr>
        <p:spPr/>
        <p:txBody>
          <a:bodyPr/>
          <a:lstStyle/>
          <a:p>
            <a:endParaRPr lang="sv-SE"/>
          </a:p>
        </p:txBody>
      </p:sp>
      <p:sp>
        <p:nvSpPr>
          <p:cNvPr id="43" name="TextBox 42">
            <a:extLst>
              <a:ext uri="{FF2B5EF4-FFF2-40B4-BE49-F238E27FC236}">
                <a16:creationId xmlns:a16="http://schemas.microsoft.com/office/drawing/2014/main" id="{CF500358-B60E-F383-0612-A4DBCCB86AF9}"/>
              </a:ext>
            </a:extLst>
          </p:cNvPr>
          <p:cNvSpPr txBox="1"/>
          <p:nvPr>
            <p:custDataLst>
              <p:tags r:id="rId3"/>
            </p:custDataLst>
          </p:nvPr>
        </p:nvSpPr>
        <p:spPr>
          <a:xfrm>
            <a:off x="554736" y="1471767"/>
            <a:ext cx="1361253" cy="400110"/>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3. Verify </a:t>
            </a:r>
            <a:br>
              <a:rPr lang="sv-SE" sz="1300" b="1" dirty="0">
                <a:solidFill>
                  <a:srgbClr val="000000"/>
                </a:solidFill>
                <a:cs typeface="Arial"/>
              </a:rPr>
            </a:br>
            <a:r>
              <a:rPr lang="sv-SE" sz="1300" dirty="0">
                <a:solidFill>
                  <a:srgbClr val="000000"/>
                </a:solidFill>
                <a:cs typeface="Arial"/>
              </a:rPr>
              <a:t>(contd.)</a:t>
            </a:r>
          </a:p>
        </p:txBody>
      </p:sp>
      <p:sp>
        <p:nvSpPr>
          <p:cNvPr id="55" name="TextBox 54">
            <a:extLst>
              <a:ext uri="{FF2B5EF4-FFF2-40B4-BE49-F238E27FC236}">
                <a16:creationId xmlns:a16="http://schemas.microsoft.com/office/drawing/2014/main" id="{F0FE46E3-9C2B-D101-902F-7234A8EA96CF}"/>
              </a:ext>
            </a:extLst>
          </p:cNvPr>
          <p:cNvSpPr txBox="1"/>
          <p:nvPr>
            <p:custDataLst>
              <p:tags r:id="rId4"/>
            </p:custDataLst>
          </p:nvPr>
        </p:nvSpPr>
        <p:spPr>
          <a:xfrm>
            <a:off x="554736" y="5307099"/>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4. Package</a:t>
            </a:r>
          </a:p>
        </p:txBody>
      </p:sp>
      <p:sp>
        <p:nvSpPr>
          <p:cNvPr id="62" name="TextBox 61">
            <a:extLst>
              <a:ext uri="{FF2B5EF4-FFF2-40B4-BE49-F238E27FC236}">
                <a16:creationId xmlns:a16="http://schemas.microsoft.com/office/drawing/2014/main" id="{42F25B4C-FE9F-2641-8602-B46B6CE98F17}"/>
              </a:ext>
            </a:extLst>
          </p:cNvPr>
          <p:cNvSpPr txBox="1">
            <a:spLocks/>
          </p:cNvSpPr>
          <p:nvPr>
            <p:custDataLst>
              <p:tags r:id="rId5"/>
            </p:custDataLst>
          </p:nvPr>
        </p:nvSpPr>
        <p:spPr>
          <a:xfrm>
            <a:off x="554736" y="1197827"/>
            <a:ext cx="1361253"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a:solidFill>
                  <a:srgbClr val="000000"/>
                </a:solidFill>
                <a:cs typeface="Arial"/>
              </a:rPr>
              <a:t>Phase</a:t>
            </a:r>
            <a:endParaRPr lang="sv-SE" sz="1400" b="1" dirty="0">
              <a:solidFill>
                <a:srgbClr val="000000"/>
              </a:solidFill>
              <a:cs typeface="Arial"/>
            </a:endParaRPr>
          </a:p>
        </p:txBody>
      </p:sp>
      <p:cxnSp>
        <p:nvCxnSpPr>
          <p:cNvPr id="63" name="Straight Arrow Connector 62">
            <a:extLst>
              <a:ext uri="{FF2B5EF4-FFF2-40B4-BE49-F238E27FC236}">
                <a16:creationId xmlns:a16="http://schemas.microsoft.com/office/drawing/2014/main" id="{19EDFACC-FA7A-D074-7359-DA39C8EDC2A0}"/>
              </a:ext>
            </a:extLst>
          </p:cNvPr>
          <p:cNvCxnSpPr>
            <a:cxnSpLocks/>
          </p:cNvCxnSpPr>
          <p:nvPr>
            <p:custDataLst>
              <p:tags r:id="rId6"/>
            </p:custDataLst>
          </p:nvPr>
        </p:nvCxnSpPr>
        <p:spPr>
          <a:xfrm>
            <a:off x="554736" y="1406503"/>
            <a:ext cx="11082528" cy="0"/>
          </a:xfrm>
          <a:prstGeom prst="straightConnector1">
            <a:avLst/>
          </a:prstGeom>
          <a:ln w="1270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588AF01E-E7CB-C772-1846-9A9565EA4102}"/>
              </a:ext>
            </a:extLst>
          </p:cNvPr>
          <p:cNvGrpSpPr>
            <a:grpSpLocks/>
          </p:cNvGrpSpPr>
          <p:nvPr/>
        </p:nvGrpSpPr>
        <p:grpSpPr>
          <a:xfrm>
            <a:off x="2251725" y="1723906"/>
            <a:ext cx="9385539" cy="319612"/>
            <a:chOff x="2251725" y="1723906"/>
            <a:chExt cx="9385539" cy="319612"/>
          </a:xfrm>
        </p:grpSpPr>
        <p:cxnSp>
          <p:nvCxnSpPr>
            <p:cNvPr id="83" name="Straight Arrow Connector 82">
              <a:extLst>
                <a:ext uri="{FF2B5EF4-FFF2-40B4-BE49-F238E27FC236}">
                  <a16:creationId xmlns:a16="http://schemas.microsoft.com/office/drawing/2014/main" id="{CFEB4490-70C3-BA9B-D854-24927619F492}"/>
                </a:ext>
              </a:extLst>
            </p:cNvPr>
            <p:cNvCxnSpPr>
              <a:cxnSpLocks/>
            </p:cNvCxnSpPr>
            <p:nvPr>
              <p:custDataLst>
                <p:tags r:id="rId68"/>
              </p:custDataLst>
            </p:nvPr>
          </p:nvCxnSpPr>
          <p:spPr>
            <a:xfrm>
              <a:off x="2251725" y="1723906"/>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C9D1132-78C3-5BCE-2485-FD454ADFCE2D}"/>
                </a:ext>
              </a:extLst>
            </p:cNvPr>
            <p:cNvCxnSpPr>
              <a:cxnSpLocks/>
            </p:cNvCxnSpPr>
            <p:nvPr>
              <p:custDataLst>
                <p:tags r:id="rId69"/>
              </p:custDataLst>
            </p:nvPr>
          </p:nvCxnSpPr>
          <p:spPr>
            <a:xfrm>
              <a:off x="2251725" y="2043518"/>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85" name="Straight Arrow Connector 84">
            <a:extLst>
              <a:ext uri="{FF2B5EF4-FFF2-40B4-BE49-F238E27FC236}">
                <a16:creationId xmlns:a16="http://schemas.microsoft.com/office/drawing/2014/main" id="{5C0CA1A7-1C97-A343-8581-A3263FB2DFFB}"/>
              </a:ext>
            </a:extLst>
          </p:cNvPr>
          <p:cNvCxnSpPr>
            <a:cxnSpLocks/>
          </p:cNvCxnSpPr>
          <p:nvPr>
            <p:custDataLst>
              <p:tags r:id="rId7"/>
            </p:custDataLst>
          </p:nvPr>
        </p:nvCxnSpPr>
        <p:spPr>
          <a:xfrm>
            <a:off x="2251725" y="236313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E79A45-0E5B-E9B5-23C6-DAD20518AE91}"/>
              </a:ext>
            </a:extLst>
          </p:cNvPr>
          <p:cNvCxnSpPr>
            <a:cxnSpLocks/>
          </p:cNvCxnSpPr>
          <p:nvPr>
            <p:custDataLst>
              <p:tags r:id="rId8"/>
            </p:custDataLst>
          </p:nvPr>
        </p:nvCxnSpPr>
        <p:spPr>
          <a:xfrm>
            <a:off x="2251725" y="2682742"/>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C5488C2D-2437-28DE-FF34-776D95E2BA19}"/>
              </a:ext>
            </a:extLst>
          </p:cNvPr>
          <p:cNvCxnSpPr>
            <a:cxnSpLocks/>
          </p:cNvCxnSpPr>
          <p:nvPr>
            <p:custDataLst>
              <p:tags r:id="rId9"/>
            </p:custDataLst>
          </p:nvPr>
        </p:nvCxnSpPr>
        <p:spPr>
          <a:xfrm>
            <a:off x="2251725" y="3002354"/>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7E9F9DED-19A2-E2AE-A8C7-C4BB1BD1C192}"/>
              </a:ext>
            </a:extLst>
          </p:cNvPr>
          <p:cNvCxnSpPr>
            <a:cxnSpLocks/>
          </p:cNvCxnSpPr>
          <p:nvPr>
            <p:custDataLst>
              <p:tags r:id="rId10"/>
            </p:custDataLst>
          </p:nvPr>
        </p:nvCxnSpPr>
        <p:spPr>
          <a:xfrm>
            <a:off x="2251725" y="3321966"/>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0F9B9A3-54FD-2F8C-CE0E-43B63C9E064D}"/>
              </a:ext>
            </a:extLst>
          </p:cNvPr>
          <p:cNvCxnSpPr>
            <a:cxnSpLocks/>
          </p:cNvCxnSpPr>
          <p:nvPr>
            <p:custDataLst>
              <p:tags r:id="rId11"/>
            </p:custDataLst>
          </p:nvPr>
        </p:nvCxnSpPr>
        <p:spPr>
          <a:xfrm>
            <a:off x="2251725" y="3641578"/>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35D76157-D6C1-3F27-728A-EB65E2DCBC11}"/>
              </a:ext>
            </a:extLst>
          </p:cNvPr>
          <p:cNvCxnSpPr>
            <a:cxnSpLocks/>
          </p:cNvCxnSpPr>
          <p:nvPr>
            <p:custDataLst>
              <p:tags r:id="rId12"/>
            </p:custDataLst>
          </p:nvPr>
        </p:nvCxnSpPr>
        <p:spPr>
          <a:xfrm>
            <a:off x="2251725" y="396119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29ECC49-B932-4D81-635E-762DBAC610C3}"/>
              </a:ext>
            </a:extLst>
          </p:cNvPr>
          <p:cNvCxnSpPr>
            <a:cxnSpLocks/>
          </p:cNvCxnSpPr>
          <p:nvPr>
            <p:custDataLst>
              <p:tags r:id="rId13"/>
            </p:custDataLst>
          </p:nvPr>
        </p:nvCxnSpPr>
        <p:spPr>
          <a:xfrm>
            <a:off x="2251725" y="4280802"/>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B1AE225-ECD0-00A7-22BF-F8A9E02C669C}"/>
              </a:ext>
            </a:extLst>
          </p:cNvPr>
          <p:cNvCxnSpPr>
            <a:cxnSpLocks/>
          </p:cNvCxnSpPr>
          <p:nvPr>
            <p:custDataLst>
              <p:tags r:id="rId14"/>
            </p:custDataLst>
          </p:nvPr>
        </p:nvCxnSpPr>
        <p:spPr>
          <a:xfrm>
            <a:off x="2251725" y="4600414"/>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BC37653D-4731-5DE5-AB89-59EC058765ED}"/>
              </a:ext>
            </a:extLst>
          </p:cNvPr>
          <p:cNvCxnSpPr>
            <a:cxnSpLocks/>
          </p:cNvCxnSpPr>
          <p:nvPr>
            <p:custDataLst>
              <p:tags r:id="rId15"/>
            </p:custDataLst>
          </p:nvPr>
        </p:nvCxnSpPr>
        <p:spPr>
          <a:xfrm>
            <a:off x="2251725" y="4920026"/>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9A759C4F-C3F2-E36E-7DA4-44F54607E57C}"/>
              </a:ext>
            </a:extLst>
          </p:cNvPr>
          <p:cNvCxnSpPr>
            <a:cxnSpLocks/>
          </p:cNvCxnSpPr>
          <p:nvPr>
            <p:custDataLst>
              <p:tags r:id="rId16"/>
            </p:custDataLst>
          </p:nvPr>
        </p:nvCxnSpPr>
        <p:spPr>
          <a:xfrm>
            <a:off x="554736" y="5239638"/>
            <a:ext cx="11082528"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EB1FCD73-8B44-0456-3950-2AA71309F7BE}"/>
              </a:ext>
            </a:extLst>
          </p:cNvPr>
          <p:cNvCxnSpPr>
            <a:cxnSpLocks/>
          </p:cNvCxnSpPr>
          <p:nvPr>
            <p:custDataLst>
              <p:tags r:id="rId17"/>
            </p:custDataLst>
          </p:nvPr>
        </p:nvCxnSpPr>
        <p:spPr>
          <a:xfrm>
            <a:off x="2251725" y="555925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106CC923-3A44-C4C0-4865-67ACBDA1DFAF}"/>
              </a:ext>
            </a:extLst>
          </p:cNvPr>
          <p:cNvCxnSpPr>
            <a:cxnSpLocks/>
          </p:cNvCxnSpPr>
          <p:nvPr>
            <p:custDataLst>
              <p:tags r:id="rId18"/>
            </p:custDataLst>
          </p:nvPr>
        </p:nvCxnSpPr>
        <p:spPr>
          <a:xfrm>
            <a:off x="2251725" y="5878862"/>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pic>
        <p:nvPicPr>
          <p:cNvPr id="97" name="CustomIcon">
            <a:extLst>
              <a:ext uri="{FF2B5EF4-FFF2-40B4-BE49-F238E27FC236}">
                <a16:creationId xmlns:a16="http://schemas.microsoft.com/office/drawing/2014/main" id="{2241D528-433D-D907-745E-69BDFDC70766}"/>
              </a:ext>
            </a:extLst>
          </p:cNvPr>
          <p:cNvPicPr>
            <a:picLocks/>
          </p:cNvPicPr>
          <p:nvPr>
            <p:custDataLst>
              <p:tags r:id="rId19"/>
            </p:custDataLst>
          </p:nvPr>
        </p:nvPicPr>
        <p:blipFill>
          <a:blip>
            <a:extLst>
              <a:ext uri="{96DAC541-7B7A-43D3-8B79-37D633B846F1}">
                <asvg:svgBlip xmlns:asvg="http://schemas.microsoft.com/office/drawing/2016/SVG/main" r:embed="rId73"/>
              </a:ext>
            </a:extLst>
          </a:blip>
          <a:stretch>
            <a:fillRect/>
          </a:stretch>
        </p:blipFill>
        <p:spPr>
          <a:xfrm>
            <a:off x="1671953" y="1471768"/>
            <a:ext cx="370207" cy="370207"/>
          </a:xfrm>
          <a:prstGeom prst="rect">
            <a:avLst/>
          </a:prstGeom>
        </p:spPr>
      </p:pic>
      <p:pic>
        <p:nvPicPr>
          <p:cNvPr id="98" name="CustomIcon">
            <a:extLst>
              <a:ext uri="{FF2B5EF4-FFF2-40B4-BE49-F238E27FC236}">
                <a16:creationId xmlns:a16="http://schemas.microsoft.com/office/drawing/2014/main" id="{B8D47D85-9162-A5C8-F455-0100A5BA8A2A}"/>
              </a:ext>
            </a:extLst>
          </p:cNvPr>
          <p:cNvPicPr>
            <a:picLocks/>
          </p:cNvPicPr>
          <p:nvPr>
            <p:custDataLst>
              <p:tags r:id="rId20"/>
            </p:custDataLst>
          </p:nvPr>
        </p:nvPicPr>
        <p:blipFill>
          <a:blip>
            <a:extLst>
              <a:ext uri="{96DAC541-7B7A-43D3-8B79-37D633B846F1}">
                <asvg:svgBlip xmlns:asvg="http://schemas.microsoft.com/office/drawing/2016/SVG/main" r:embed="rId74"/>
              </a:ext>
            </a:extLst>
          </a:blip>
          <a:stretch>
            <a:fillRect/>
          </a:stretch>
        </p:blipFill>
        <p:spPr>
          <a:xfrm>
            <a:off x="1671953" y="5307100"/>
            <a:ext cx="370207" cy="370207"/>
          </a:xfrm>
          <a:prstGeom prst="rect">
            <a:avLst/>
          </a:prstGeom>
        </p:spPr>
      </p:pic>
      <p:sp>
        <p:nvSpPr>
          <p:cNvPr id="12" name="TextBox 11">
            <a:extLst>
              <a:ext uri="{FF2B5EF4-FFF2-40B4-BE49-F238E27FC236}">
                <a16:creationId xmlns:a16="http://schemas.microsoft.com/office/drawing/2014/main" id="{520C8768-49B2-4D11-4F05-1A5469E6E9A8}"/>
              </a:ext>
            </a:extLst>
          </p:cNvPr>
          <p:cNvSpPr txBox="1">
            <a:spLocks/>
          </p:cNvSpPr>
          <p:nvPr>
            <p:custDataLst>
              <p:tags r:id="rId21"/>
            </p:custDataLst>
          </p:nvPr>
        </p:nvSpPr>
        <p:spPr>
          <a:xfrm>
            <a:off x="5254172" y="14717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cloud-based device farms for broad device &amp; configuration testing, integrated into CI/CD</a:t>
            </a:r>
            <a:endParaRPr lang="sv-SE" sz="1200" dirty="0">
              <a:solidFill>
                <a:srgbClr val="000000"/>
              </a:solidFill>
              <a:cs typeface="Arial"/>
            </a:endParaRPr>
          </a:p>
        </p:txBody>
      </p:sp>
      <p:sp>
        <p:nvSpPr>
          <p:cNvPr id="13" name="TextBox 12">
            <a:extLst>
              <a:ext uri="{FF2B5EF4-FFF2-40B4-BE49-F238E27FC236}">
                <a16:creationId xmlns:a16="http://schemas.microsoft.com/office/drawing/2014/main" id="{1990CAE8-6E1D-ED68-B1D9-DC768BAFCA16}"/>
              </a:ext>
            </a:extLst>
          </p:cNvPr>
          <p:cNvSpPr txBox="1">
            <a:spLocks/>
          </p:cNvSpPr>
          <p:nvPr>
            <p:custDataLst>
              <p:tags r:id="rId22"/>
            </p:custDataLst>
          </p:nvPr>
        </p:nvSpPr>
        <p:spPr>
          <a:xfrm>
            <a:off x="5254172" y="1791378"/>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synthetic or anonymized data, &amp; automate test data setup/ teardown</a:t>
            </a:r>
            <a:endParaRPr lang="sv-SE" sz="1200" dirty="0">
              <a:solidFill>
                <a:srgbClr val="000000"/>
              </a:solidFill>
              <a:cs typeface="Arial"/>
            </a:endParaRPr>
          </a:p>
        </p:txBody>
      </p:sp>
      <p:sp>
        <p:nvSpPr>
          <p:cNvPr id="14" name="TextBox 13">
            <a:extLst>
              <a:ext uri="{FF2B5EF4-FFF2-40B4-BE49-F238E27FC236}">
                <a16:creationId xmlns:a16="http://schemas.microsoft.com/office/drawing/2014/main" id="{8F9A5CD8-798E-DB06-01F5-1BF112B84873}"/>
              </a:ext>
            </a:extLst>
          </p:cNvPr>
          <p:cNvSpPr txBox="1">
            <a:spLocks/>
          </p:cNvSpPr>
          <p:nvPr>
            <p:custDataLst>
              <p:tags r:id="rId23"/>
            </p:custDataLst>
          </p:nvPr>
        </p:nvSpPr>
        <p:spPr>
          <a:xfrm>
            <a:off x="5254172" y="2110989"/>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dirty="0">
                <a:solidFill>
                  <a:srgbClr val="000000"/>
                </a:solidFill>
                <a:cs typeface="Arial"/>
              </a:rPr>
              <a:t>Integrate static analysis tools in CI/CD to catch vulnerabilities &amp; code issues early</a:t>
            </a:r>
            <a:endParaRPr lang="sv-SE" sz="1200" dirty="0">
              <a:solidFill>
                <a:srgbClr val="000000"/>
              </a:solidFill>
              <a:cs typeface="Arial"/>
            </a:endParaRPr>
          </a:p>
        </p:txBody>
      </p:sp>
      <p:sp>
        <p:nvSpPr>
          <p:cNvPr id="15" name="TextBox 14">
            <a:extLst>
              <a:ext uri="{FF2B5EF4-FFF2-40B4-BE49-F238E27FC236}">
                <a16:creationId xmlns:a16="http://schemas.microsoft.com/office/drawing/2014/main" id="{99C222DA-9ADD-00B7-734E-8785C0173C48}"/>
              </a:ext>
            </a:extLst>
          </p:cNvPr>
          <p:cNvSpPr txBox="1">
            <a:spLocks/>
          </p:cNvSpPr>
          <p:nvPr>
            <p:custDataLst>
              <p:tags r:id="rId24"/>
            </p:custDataLst>
          </p:nvPr>
        </p:nvSpPr>
        <p:spPr>
          <a:xfrm>
            <a:off x="5254172" y="2430600"/>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automated tools to detect &amp; manage hardcoded secrets, &amp; regularly rotate them</a:t>
            </a:r>
            <a:endParaRPr lang="sv-SE" sz="1200" dirty="0">
              <a:solidFill>
                <a:srgbClr val="000000"/>
              </a:solidFill>
              <a:cs typeface="Arial"/>
            </a:endParaRPr>
          </a:p>
        </p:txBody>
      </p:sp>
      <p:sp>
        <p:nvSpPr>
          <p:cNvPr id="16" name="TextBox 15">
            <a:extLst>
              <a:ext uri="{FF2B5EF4-FFF2-40B4-BE49-F238E27FC236}">
                <a16:creationId xmlns:a16="http://schemas.microsoft.com/office/drawing/2014/main" id="{ADD6774E-D87E-3959-B844-2F05756BEDE4}"/>
              </a:ext>
            </a:extLst>
          </p:cNvPr>
          <p:cNvSpPr txBox="1">
            <a:spLocks/>
          </p:cNvSpPr>
          <p:nvPr>
            <p:custDataLst>
              <p:tags r:id="rId25"/>
            </p:custDataLst>
          </p:nvPr>
        </p:nvSpPr>
        <p:spPr>
          <a:xfrm>
            <a:off x="5254172" y="2750211"/>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dependency license scans to ensure adherence with licensing requirements</a:t>
            </a:r>
            <a:endParaRPr lang="sv-SE" sz="1200" dirty="0">
              <a:solidFill>
                <a:srgbClr val="000000"/>
              </a:solidFill>
              <a:cs typeface="Arial"/>
            </a:endParaRPr>
          </a:p>
        </p:txBody>
      </p:sp>
      <p:sp>
        <p:nvSpPr>
          <p:cNvPr id="17" name="TextBox 16">
            <a:extLst>
              <a:ext uri="{FF2B5EF4-FFF2-40B4-BE49-F238E27FC236}">
                <a16:creationId xmlns:a16="http://schemas.microsoft.com/office/drawing/2014/main" id="{6984A577-DC95-CC84-7A1E-46D2540CDAEE}"/>
              </a:ext>
            </a:extLst>
          </p:cNvPr>
          <p:cNvSpPr txBox="1">
            <a:spLocks/>
          </p:cNvSpPr>
          <p:nvPr>
            <p:custDataLst>
              <p:tags r:id="rId26"/>
            </p:custDataLst>
          </p:nvPr>
        </p:nvSpPr>
        <p:spPr>
          <a:xfrm>
            <a:off x="5254172" y="3069822"/>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functional tests &amp; integrate them into the CI/CD pipeline for continuous validation</a:t>
            </a:r>
            <a:endParaRPr lang="sv-SE" sz="1200" dirty="0">
              <a:solidFill>
                <a:srgbClr val="000000"/>
              </a:solidFill>
              <a:cs typeface="Arial"/>
            </a:endParaRPr>
          </a:p>
        </p:txBody>
      </p:sp>
      <p:sp>
        <p:nvSpPr>
          <p:cNvPr id="18" name="TextBox 17">
            <a:extLst>
              <a:ext uri="{FF2B5EF4-FFF2-40B4-BE49-F238E27FC236}">
                <a16:creationId xmlns:a16="http://schemas.microsoft.com/office/drawing/2014/main" id="{5FA7F4E6-8FF3-C505-1591-4A42B9776D7A}"/>
              </a:ext>
            </a:extLst>
          </p:cNvPr>
          <p:cNvSpPr txBox="1">
            <a:spLocks/>
          </p:cNvSpPr>
          <p:nvPr>
            <p:custDataLst>
              <p:tags r:id="rId27"/>
            </p:custDataLst>
          </p:nvPr>
        </p:nvSpPr>
        <p:spPr>
          <a:xfrm>
            <a:off x="5254172" y="3389433"/>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Run smoke tests on every build to quickly verify critical functionalities</a:t>
            </a:r>
            <a:endParaRPr lang="sv-SE" sz="1200" dirty="0">
              <a:solidFill>
                <a:srgbClr val="000000"/>
              </a:solidFill>
              <a:cs typeface="Arial"/>
            </a:endParaRPr>
          </a:p>
        </p:txBody>
      </p:sp>
      <p:sp>
        <p:nvSpPr>
          <p:cNvPr id="19" name="TextBox 18">
            <a:extLst>
              <a:ext uri="{FF2B5EF4-FFF2-40B4-BE49-F238E27FC236}">
                <a16:creationId xmlns:a16="http://schemas.microsoft.com/office/drawing/2014/main" id="{A4CE671C-5CD1-DE29-9E96-E9512F096E7D}"/>
              </a:ext>
            </a:extLst>
          </p:cNvPr>
          <p:cNvSpPr txBox="1">
            <a:spLocks/>
          </p:cNvSpPr>
          <p:nvPr>
            <p:custDataLst>
              <p:tags r:id="rId28"/>
            </p:custDataLst>
          </p:nvPr>
        </p:nvSpPr>
        <p:spPr>
          <a:xfrm>
            <a:off x="5254172" y="3709044"/>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integration tests to ensure modules/services work together in tandem</a:t>
            </a:r>
            <a:endParaRPr lang="sv-SE" sz="1200" dirty="0">
              <a:solidFill>
                <a:srgbClr val="000000"/>
              </a:solidFill>
              <a:cs typeface="Arial"/>
            </a:endParaRPr>
          </a:p>
        </p:txBody>
      </p:sp>
      <p:sp>
        <p:nvSpPr>
          <p:cNvPr id="20" name="TextBox 19">
            <a:extLst>
              <a:ext uri="{FF2B5EF4-FFF2-40B4-BE49-F238E27FC236}">
                <a16:creationId xmlns:a16="http://schemas.microsoft.com/office/drawing/2014/main" id="{364809CD-7EC3-A7D1-03CA-1B5D1F3277A3}"/>
              </a:ext>
            </a:extLst>
          </p:cNvPr>
          <p:cNvSpPr txBox="1">
            <a:spLocks/>
          </p:cNvSpPr>
          <p:nvPr>
            <p:custDataLst>
              <p:tags r:id="rId29"/>
            </p:custDataLst>
          </p:nvPr>
        </p:nvSpPr>
        <p:spPr>
          <a:xfrm>
            <a:off x="5254172" y="402865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end-to-end tests to validate workflows, and run them regularly</a:t>
            </a:r>
            <a:endParaRPr lang="sv-SE" sz="1200" dirty="0">
              <a:solidFill>
                <a:srgbClr val="000000"/>
              </a:solidFill>
              <a:cs typeface="Arial"/>
            </a:endParaRPr>
          </a:p>
        </p:txBody>
      </p:sp>
      <p:sp>
        <p:nvSpPr>
          <p:cNvPr id="21" name="TextBox 20">
            <a:extLst>
              <a:ext uri="{FF2B5EF4-FFF2-40B4-BE49-F238E27FC236}">
                <a16:creationId xmlns:a16="http://schemas.microsoft.com/office/drawing/2014/main" id="{B778534E-422C-05FA-996B-14156BE9CC7E}"/>
              </a:ext>
            </a:extLst>
          </p:cNvPr>
          <p:cNvSpPr txBox="1">
            <a:spLocks/>
          </p:cNvSpPr>
          <p:nvPr>
            <p:custDataLst>
              <p:tags r:id="rId30"/>
            </p:custDataLst>
          </p:nvPr>
        </p:nvSpPr>
        <p:spPr>
          <a:xfrm>
            <a:off x="5254172" y="4348266"/>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load tests to assess performance under high traffic, integrated into CI/CD</a:t>
            </a:r>
            <a:endParaRPr lang="sv-SE" sz="1200" dirty="0">
              <a:solidFill>
                <a:srgbClr val="000000"/>
              </a:solidFill>
              <a:cs typeface="Arial"/>
            </a:endParaRPr>
          </a:p>
        </p:txBody>
      </p:sp>
      <p:sp>
        <p:nvSpPr>
          <p:cNvPr id="22" name="TextBox 21">
            <a:extLst>
              <a:ext uri="{FF2B5EF4-FFF2-40B4-BE49-F238E27FC236}">
                <a16:creationId xmlns:a16="http://schemas.microsoft.com/office/drawing/2014/main" id="{1EF36840-5172-523C-CE37-902E899309F4}"/>
              </a:ext>
            </a:extLst>
          </p:cNvPr>
          <p:cNvSpPr txBox="1">
            <a:spLocks/>
          </p:cNvSpPr>
          <p:nvPr>
            <p:custDataLst>
              <p:tags r:id="rId31"/>
            </p:custDataLst>
          </p:nvPr>
        </p:nvSpPr>
        <p:spPr>
          <a:xfrm>
            <a:off x="5254172" y="466787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DAST tools to scan running applications for vulnerabilities, integrated into the build</a:t>
            </a:r>
            <a:endParaRPr lang="sv-SE" sz="1200" dirty="0">
              <a:solidFill>
                <a:srgbClr val="000000"/>
              </a:solidFill>
              <a:cs typeface="Arial"/>
            </a:endParaRPr>
          </a:p>
        </p:txBody>
      </p:sp>
      <p:sp>
        <p:nvSpPr>
          <p:cNvPr id="23" name="TextBox 22">
            <a:extLst>
              <a:ext uri="{FF2B5EF4-FFF2-40B4-BE49-F238E27FC236}">
                <a16:creationId xmlns:a16="http://schemas.microsoft.com/office/drawing/2014/main" id="{70D599A2-9A60-682F-7E66-16ACB2A7FBE1}"/>
              </a:ext>
            </a:extLst>
          </p:cNvPr>
          <p:cNvSpPr txBox="1">
            <a:spLocks/>
          </p:cNvSpPr>
          <p:nvPr>
            <p:custDataLst>
              <p:tags r:id="rId32"/>
            </p:custDataLst>
          </p:nvPr>
        </p:nvSpPr>
        <p:spPr>
          <a:xfrm>
            <a:off x="5254172" y="4987488"/>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Automate container image scans for vulnerabilities before deployment, as part of CI/CD</a:t>
            </a:r>
            <a:endParaRPr lang="sv-SE" sz="1200" dirty="0">
              <a:solidFill>
                <a:srgbClr val="000000"/>
              </a:solidFill>
              <a:cs typeface="Arial"/>
            </a:endParaRPr>
          </a:p>
        </p:txBody>
      </p:sp>
      <p:sp>
        <p:nvSpPr>
          <p:cNvPr id="24" name="TextBox 23">
            <a:extLst>
              <a:ext uri="{FF2B5EF4-FFF2-40B4-BE49-F238E27FC236}">
                <a16:creationId xmlns:a16="http://schemas.microsoft.com/office/drawing/2014/main" id="{FAA729FA-F279-6E65-67D7-8ED43265B815}"/>
              </a:ext>
            </a:extLst>
          </p:cNvPr>
          <p:cNvSpPr txBox="1">
            <a:spLocks/>
          </p:cNvSpPr>
          <p:nvPr>
            <p:custDataLst>
              <p:tags r:id="rId33"/>
            </p:custDataLst>
          </p:nvPr>
        </p:nvSpPr>
        <p:spPr>
          <a:xfrm>
            <a:off x="5254172" y="5307099"/>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CI/CD tools to automate builds, ensuring consistency &amp; quick feedback on code changes</a:t>
            </a:r>
            <a:endParaRPr lang="sv-SE" sz="1200" dirty="0">
              <a:solidFill>
                <a:srgbClr val="000000"/>
              </a:solidFill>
              <a:cs typeface="Arial"/>
            </a:endParaRPr>
          </a:p>
        </p:txBody>
      </p:sp>
      <p:sp>
        <p:nvSpPr>
          <p:cNvPr id="25" name="TextBox 24">
            <a:extLst>
              <a:ext uri="{FF2B5EF4-FFF2-40B4-BE49-F238E27FC236}">
                <a16:creationId xmlns:a16="http://schemas.microsoft.com/office/drawing/2014/main" id="{7E98B72C-4611-B225-9648-E11C9FC5B7FF}"/>
              </a:ext>
            </a:extLst>
          </p:cNvPr>
          <p:cNvSpPr txBox="1">
            <a:spLocks/>
          </p:cNvSpPr>
          <p:nvPr>
            <p:custDataLst>
              <p:tags r:id="rId34"/>
            </p:custDataLst>
          </p:nvPr>
        </p:nvSpPr>
        <p:spPr>
          <a:xfrm>
            <a:off x="5254172" y="5626710"/>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Store build artifacts in a centralized repository to manage versions and facilitate rollbacks</a:t>
            </a:r>
            <a:endParaRPr lang="sv-SE" sz="1200" dirty="0">
              <a:solidFill>
                <a:srgbClr val="000000"/>
              </a:solidFill>
              <a:cs typeface="Arial"/>
            </a:endParaRPr>
          </a:p>
        </p:txBody>
      </p:sp>
      <p:sp>
        <p:nvSpPr>
          <p:cNvPr id="26" name="TextBox 25">
            <a:extLst>
              <a:ext uri="{FF2B5EF4-FFF2-40B4-BE49-F238E27FC236}">
                <a16:creationId xmlns:a16="http://schemas.microsoft.com/office/drawing/2014/main" id="{6B655A31-EFCD-50AC-3687-2DCD38218A4F}"/>
              </a:ext>
            </a:extLst>
          </p:cNvPr>
          <p:cNvSpPr txBox="1">
            <a:spLocks/>
          </p:cNvSpPr>
          <p:nvPr>
            <p:custDataLst>
              <p:tags r:id="rId35"/>
            </p:custDataLst>
          </p:nvPr>
        </p:nvSpPr>
        <p:spPr>
          <a:xfrm>
            <a:off x="5254172" y="594632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dirty="0">
                <a:solidFill>
                  <a:srgbClr val="000000"/>
                </a:solidFill>
                <a:cs typeface="Arial"/>
              </a:rPr>
              <a:t>Run automated smoke tests on every build to quickly verify critical functionalities</a:t>
            </a:r>
            <a:endParaRPr lang="sv-SE" sz="1200" dirty="0">
              <a:solidFill>
                <a:srgbClr val="000000"/>
              </a:solidFill>
              <a:cs typeface="Arial"/>
            </a:endParaRPr>
          </a:p>
        </p:txBody>
      </p:sp>
      <p:sp>
        <p:nvSpPr>
          <p:cNvPr id="27" name="TextBox 26">
            <a:extLst>
              <a:ext uri="{FF2B5EF4-FFF2-40B4-BE49-F238E27FC236}">
                <a16:creationId xmlns:a16="http://schemas.microsoft.com/office/drawing/2014/main" id="{51CAE018-C6CC-6262-24A7-44C46232234E}"/>
              </a:ext>
            </a:extLst>
          </p:cNvPr>
          <p:cNvSpPr txBox="1">
            <a:spLocks/>
          </p:cNvSpPr>
          <p:nvPr>
            <p:custDataLst>
              <p:tags r:id="rId36"/>
            </p:custDataLst>
          </p:nvPr>
        </p:nvSpPr>
        <p:spPr>
          <a:xfrm>
            <a:off x="2542290" y="1471767"/>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Device Farms</a:t>
            </a:r>
            <a:endParaRPr lang="sv-SE" sz="1200" dirty="0">
              <a:solidFill>
                <a:srgbClr val="000000"/>
              </a:solidFill>
              <a:cs typeface="Arial"/>
            </a:endParaRPr>
          </a:p>
        </p:txBody>
      </p:sp>
      <p:sp>
        <p:nvSpPr>
          <p:cNvPr id="28" name="TextBox 27">
            <a:extLst>
              <a:ext uri="{FF2B5EF4-FFF2-40B4-BE49-F238E27FC236}">
                <a16:creationId xmlns:a16="http://schemas.microsoft.com/office/drawing/2014/main" id="{76BDA822-3B2A-2EF1-D470-500633756291}"/>
              </a:ext>
            </a:extLst>
          </p:cNvPr>
          <p:cNvSpPr txBox="1">
            <a:spLocks/>
          </p:cNvSpPr>
          <p:nvPr>
            <p:custDataLst>
              <p:tags r:id="rId37"/>
            </p:custDataLst>
          </p:nvPr>
        </p:nvSpPr>
        <p:spPr>
          <a:xfrm>
            <a:off x="2542290" y="1791378"/>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Test Data Management</a:t>
            </a:r>
            <a:endParaRPr lang="sv-SE" sz="1200" dirty="0">
              <a:solidFill>
                <a:srgbClr val="000000"/>
              </a:solidFill>
              <a:cs typeface="Arial"/>
            </a:endParaRPr>
          </a:p>
        </p:txBody>
      </p:sp>
      <p:sp>
        <p:nvSpPr>
          <p:cNvPr id="29" name="TextBox 28">
            <a:extLst>
              <a:ext uri="{FF2B5EF4-FFF2-40B4-BE49-F238E27FC236}">
                <a16:creationId xmlns:a16="http://schemas.microsoft.com/office/drawing/2014/main" id="{702ED35B-F639-79BE-6300-905A4D4AEDCF}"/>
              </a:ext>
            </a:extLst>
          </p:cNvPr>
          <p:cNvSpPr txBox="1">
            <a:spLocks/>
          </p:cNvSpPr>
          <p:nvPr>
            <p:custDataLst>
              <p:tags r:id="rId38"/>
            </p:custDataLst>
          </p:nvPr>
        </p:nvSpPr>
        <p:spPr>
          <a:xfrm>
            <a:off x="2542290" y="2110989"/>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Static Code Analysis</a:t>
            </a:r>
            <a:endParaRPr lang="sv-SE" sz="1200" dirty="0">
              <a:solidFill>
                <a:srgbClr val="000000"/>
              </a:solidFill>
              <a:cs typeface="Arial"/>
            </a:endParaRPr>
          </a:p>
        </p:txBody>
      </p:sp>
      <p:sp>
        <p:nvSpPr>
          <p:cNvPr id="30" name="TextBox 29">
            <a:extLst>
              <a:ext uri="{FF2B5EF4-FFF2-40B4-BE49-F238E27FC236}">
                <a16:creationId xmlns:a16="http://schemas.microsoft.com/office/drawing/2014/main" id="{6E79C347-B46C-A4A6-A469-AAE8AEDC415D}"/>
              </a:ext>
            </a:extLst>
          </p:cNvPr>
          <p:cNvSpPr txBox="1">
            <a:spLocks/>
          </p:cNvSpPr>
          <p:nvPr>
            <p:custDataLst>
              <p:tags r:id="rId39"/>
            </p:custDataLst>
          </p:nvPr>
        </p:nvSpPr>
        <p:spPr>
          <a:xfrm>
            <a:off x="2542290" y="2430600"/>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Secret Scanning</a:t>
            </a:r>
            <a:endParaRPr lang="sv-SE" sz="1200" dirty="0">
              <a:solidFill>
                <a:srgbClr val="000000"/>
              </a:solidFill>
              <a:cs typeface="Arial"/>
            </a:endParaRPr>
          </a:p>
        </p:txBody>
      </p:sp>
      <p:sp>
        <p:nvSpPr>
          <p:cNvPr id="31" name="TextBox 30">
            <a:extLst>
              <a:ext uri="{FF2B5EF4-FFF2-40B4-BE49-F238E27FC236}">
                <a16:creationId xmlns:a16="http://schemas.microsoft.com/office/drawing/2014/main" id="{5597FC17-291D-F18C-F79F-8387C43BD161}"/>
              </a:ext>
            </a:extLst>
          </p:cNvPr>
          <p:cNvSpPr txBox="1">
            <a:spLocks/>
          </p:cNvSpPr>
          <p:nvPr>
            <p:custDataLst>
              <p:tags r:id="rId40"/>
            </p:custDataLst>
          </p:nvPr>
        </p:nvSpPr>
        <p:spPr>
          <a:xfrm>
            <a:off x="2542290" y="2750211"/>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License Scanning</a:t>
            </a:r>
            <a:endParaRPr lang="sv-SE" sz="1200" dirty="0">
              <a:solidFill>
                <a:srgbClr val="000000"/>
              </a:solidFill>
              <a:cs typeface="Arial"/>
            </a:endParaRPr>
          </a:p>
        </p:txBody>
      </p:sp>
      <p:sp>
        <p:nvSpPr>
          <p:cNvPr id="32" name="TextBox 31">
            <a:extLst>
              <a:ext uri="{FF2B5EF4-FFF2-40B4-BE49-F238E27FC236}">
                <a16:creationId xmlns:a16="http://schemas.microsoft.com/office/drawing/2014/main" id="{BBC9035C-335D-DD15-DEE4-A4E59B5BEFA1}"/>
              </a:ext>
            </a:extLst>
          </p:cNvPr>
          <p:cNvSpPr txBox="1">
            <a:spLocks/>
          </p:cNvSpPr>
          <p:nvPr>
            <p:custDataLst>
              <p:tags r:id="rId41"/>
            </p:custDataLst>
          </p:nvPr>
        </p:nvSpPr>
        <p:spPr>
          <a:xfrm>
            <a:off x="2542290" y="3069822"/>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Functional Testing</a:t>
            </a:r>
            <a:endParaRPr lang="sv-SE" sz="1200" dirty="0">
              <a:solidFill>
                <a:srgbClr val="000000"/>
              </a:solidFill>
              <a:cs typeface="Arial"/>
            </a:endParaRPr>
          </a:p>
        </p:txBody>
      </p:sp>
      <p:sp>
        <p:nvSpPr>
          <p:cNvPr id="33" name="TextBox 32">
            <a:extLst>
              <a:ext uri="{FF2B5EF4-FFF2-40B4-BE49-F238E27FC236}">
                <a16:creationId xmlns:a16="http://schemas.microsoft.com/office/drawing/2014/main" id="{00102EE5-06F4-41B5-FCA8-832D71E67AF2}"/>
              </a:ext>
            </a:extLst>
          </p:cNvPr>
          <p:cNvSpPr txBox="1">
            <a:spLocks/>
          </p:cNvSpPr>
          <p:nvPr>
            <p:custDataLst>
              <p:tags r:id="rId42"/>
            </p:custDataLst>
          </p:nvPr>
        </p:nvSpPr>
        <p:spPr>
          <a:xfrm>
            <a:off x="2542290" y="3389433"/>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Smoke Testing</a:t>
            </a:r>
            <a:endParaRPr lang="sv-SE" sz="1200" dirty="0">
              <a:solidFill>
                <a:srgbClr val="000000"/>
              </a:solidFill>
              <a:cs typeface="Arial"/>
            </a:endParaRPr>
          </a:p>
        </p:txBody>
      </p:sp>
      <p:sp>
        <p:nvSpPr>
          <p:cNvPr id="34" name="TextBox 33">
            <a:extLst>
              <a:ext uri="{FF2B5EF4-FFF2-40B4-BE49-F238E27FC236}">
                <a16:creationId xmlns:a16="http://schemas.microsoft.com/office/drawing/2014/main" id="{95FA6030-506B-7AD5-FA6D-AE8CD931DCDC}"/>
              </a:ext>
            </a:extLst>
          </p:cNvPr>
          <p:cNvSpPr txBox="1">
            <a:spLocks/>
          </p:cNvSpPr>
          <p:nvPr>
            <p:custDataLst>
              <p:tags r:id="rId43"/>
            </p:custDataLst>
          </p:nvPr>
        </p:nvSpPr>
        <p:spPr>
          <a:xfrm>
            <a:off x="2542290" y="3709044"/>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Integration Testing</a:t>
            </a:r>
            <a:endParaRPr lang="sv-SE" sz="1200" dirty="0">
              <a:solidFill>
                <a:srgbClr val="000000"/>
              </a:solidFill>
              <a:cs typeface="Arial"/>
            </a:endParaRPr>
          </a:p>
        </p:txBody>
      </p:sp>
      <p:sp>
        <p:nvSpPr>
          <p:cNvPr id="35" name="TextBox 34">
            <a:extLst>
              <a:ext uri="{FF2B5EF4-FFF2-40B4-BE49-F238E27FC236}">
                <a16:creationId xmlns:a16="http://schemas.microsoft.com/office/drawing/2014/main" id="{5DEC3A34-7CBB-E4FE-2E67-547CC25149C2}"/>
              </a:ext>
            </a:extLst>
          </p:cNvPr>
          <p:cNvSpPr txBox="1">
            <a:spLocks/>
          </p:cNvSpPr>
          <p:nvPr>
            <p:custDataLst>
              <p:tags r:id="rId44"/>
            </p:custDataLst>
          </p:nvPr>
        </p:nvSpPr>
        <p:spPr>
          <a:xfrm>
            <a:off x="2542290" y="4028655"/>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E2E Testing</a:t>
            </a:r>
            <a:endParaRPr lang="sv-SE" sz="1200" dirty="0">
              <a:solidFill>
                <a:srgbClr val="000000"/>
              </a:solidFill>
              <a:cs typeface="Arial"/>
            </a:endParaRPr>
          </a:p>
        </p:txBody>
      </p:sp>
      <p:sp>
        <p:nvSpPr>
          <p:cNvPr id="36" name="TextBox 35">
            <a:extLst>
              <a:ext uri="{FF2B5EF4-FFF2-40B4-BE49-F238E27FC236}">
                <a16:creationId xmlns:a16="http://schemas.microsoft.com/office/drawing/2014/main" id="{EFF3309D-56A8-D89D-42AF-22B210295D15}"/>
              </a:ext>
            </a:extLst>
          </p:cNvPr>
          <p:cNvSpPr txBox="1">
            <a:spLocks/>
          </p:cNvSpPr>
          <p:nvPr>
            <p:custDataLst>
              <p:tags r:id="rId45"/>
            </p:custDataLst>
          </p:nvPr>
        </p:nvSpPr>
        <p:spPr>
          <a:xfrm>
            <a:off x="2542290" y="4348266"/>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Load Testing</a:t>
            </a:r>
            <a:endParaRPr lang="sv-SE" sz="1200" dirty="0">
              <a:solidFill>
                <a:srgbClr val="000000"/>
              </a:solidFill>
              <a:cs typeface="Arial"/>
            </a:endParaRPr>
          </a:p>
        </p:txBody>
      </p:sp>
      <p:sp>
        <p:nvSpPr>
          <p:cNvPr id="37" name="TextBox 36">
            <a:extLst>
              <a:ext uri="{FF2B5EF4-FFF2-40B4-BE49-F238E27FC236}">
                <a16:creationId xmlns:a16="http://schemas.microsoft.com/office/drawing/2014/main" id="{E483A2E3-6528-3F32-FA26-51C51773C7CA}"/>
              </a:ext>
            </a:extLst>
          </p:cNvPr>
          <p:cNvSpPr txBox="1">
            <a:spLocks/>
          </p:cNvSpPr>
          <p:nvPr>
            <p:custDataLst>
              <p:tags r:id="rId46"/>
            </p:custDataLst>
          </p:nvPr>
        </p:nvSpPr>
        <p:spPr>
          <a:xfrm>
            <a:off x="2542290" y="4667877"/>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Dynamic Code Scanning</a:t>
            </a:r>
            <a:endParaRPr lang="sv-SE" sz="1200" dirty="0">
              <a:solidFill>
                <a:srgbClr val="000000"/>
              </a:solidFill>
              <a:cs typeface="Arial"/>
            </a:endParaRPr>
          </a:p>
        </p:txBody>
      </p:sp>
      <p:sp>
        <p:nvSpPr>
          <p:cNvPr id="38" name="TextBox 37">
            <a:extLst>
              <a:ext uri="{FF2B5EF4-FFF2-40B4-BE49-F238E27FC236}">
                <a16:creationId xmlns:a16="http://schemas.microsoft.com/office/drawing/2014/main" id="{7A335AA3-5470-DA7D-EB42-5AF335C5B9D5}"/>
              </a:ext>
            </a:extLst>
          </p:cNvPr>
          <p:cNvSpPr txBox="1">
            <a:spLocks/>
          </p:cNvSpPr>
          <p:nvPr>
            <p:custDataLst>
              <p:tags r:id="rId47"/>
            </p:custDataLst>
          </p:nvPr>
        </p:nvSpPr>
        <p:spPr>
          <a:xfrm>
            <a:off x="2542290" y="4987488"/>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Container Scanning</a:t>
            </a:r>
            <a:endParaRPr lang="sv-SE" sz="1200" dirty="0">
              <a:solidFill>
                <a:srgbClr val="000000"/>
              </a:solidFill>
              <a:cs typeface="Arial"/>
            </a:endParaRPr>
          </a:p>
        </p:txBody>
      </p:sp>
      <p:sp>
        <p:nvSpPr>
          <p:cNvPr id="39" name="TextBox 38">
            <a:extLst>
              <a:ext uri="{FF2B5EF4-FFF2-40B4-BE49-F238E27FC236}">
                <a16:creationId xmlns:a16="http://schemas.microsoft.com/office/drawing/2014/main" id="{00E11BBD-AA22-184C-E833-FCB81EECA088}"/>
              </a:ext>
            </a:extLst>
          </p:cNvPr>
          <p:cNvSpPr txBox="1">
            <a:spLocks/>
          </p:cNvSpPr>
          <p:nvPr>
            <p:custDataLst>
              <p:tags r:id="rId48"/>
            </p:custDataLst>
          </p:nvPr>
        </p:nvSpPr>
        <p:spPr>
          <a:xfrm>
            <a:off x="2542290" y="5307099"/>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Automated Build</a:t>
            </a:r>
            <a:endParaRPr lang="sv-SE" sz="1200" dirty="0">
              <a:solidFill>
                <a:srgbClr val="000000"/>
              </a:solidFill>
              <a:cs typeface="Arial"/>
            </a:endParaRPr>
          </a:p>
        </p:txBody>
      </p:sp>
      <p:sp>
        <p:nvSpPr>
          <p:cNvPr id="40" name="TextBox 39">
            <a:extLst>
              <a:ext uri="{FF2B5EF4-FFF2-40B4-BE49-F238E27FC236}">
                <a16:creationId xmlns:a16="http://schemas.microsoft.com/office/drawing/2014/main" id="{CD467901-6868-8CD4-BE4C-1FDD2AC3A7B0}"/>
              </a:ext>
            </a:extLst>
          </p:cNvPr>
          <p:cNvSpPr txBox="1">
            <a:spLocks/>
          </p:cNvSpPr>
          <p:nvPr>
            <p:custDataLst>
              <p:tags r:id="rId49"/>
            </p:custDataLst>
          </p:nvPr>
        </p:nvSpPr>
        <p:spPr>
          <a:xfrm>
            <a:off x="2542290" y="5626710"/>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Artifact Repository</a:t>
            </a:r>
            <a:endParaRPr lang="sv-SE" sz="1200" dirty="0">
              <a:solidFill>
                <a:srgbClr val="000000"/>
              </a:solidFill>
              <a:cs typeface="Arial"/>
            </a:endParaRPr>
          </a:p>
        </p:txBody>
      </p:sp>
      <p:sp>
        <p:nvSpPr>
          <p:cNvPr id="41" name="TextBox 40">
            <a:extLst>
              <a:ext uri="{FF2B5EF4-FFF2-40B4-BE49-F238E27FC236}">
                <a16:creationId xmlns:a16="http://schemas.microsoft.com/office/drawing/2014/main" id="{D1412F21-8E65-2ED1-E0BE-929C5D18B09C}"/>
              </a:ext>
            </a:extLst>
          </p:cNvPr>
          <p:cNvSpPr txBox="1">
            <a:spLocks/>
          </p:cNvSpPr>
          <p:nvPr>
            <p:custDataLst>
              <p:tags r:id="rId50"/>
            </p:custDataLst>
          </p:nvPr>
        </p:nvSpPr>
        <p:spPr>
          <a:xfrm>
            <a:off x="2542290" y="5946325"/>
            <a:ext cx="2537710"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Automated Smoke Tests</a:t>
            </a:r>
            <a:endParaRPr lang="sv-SE" sz="1200" dirty="0">
              <a:solidFill>
                <a:srgbClr val="000000"/>
              </a:solidFill>
              <a:cs typeface="Arial"/>
            </a:endParaRPr>
          </a:p>
        </p:txBody>
      </p:sp>
      <p:sp>
        <p:nvSpPr>
          <p:cNvPr id="68" name="TrackerNumWhite 90">
            <a:extLst>
              <a:ext uri="{FF2B5EF4-FFF2-40B4-BE49-F238E27FC236}">
                <a16:creationId xmlns:a16="http://schemas.microsoft.com/office/drawing/2014/main" id="{5321D3D5-2E49-EF67-A1B6-C2657CA4E226}"/>
              </a:ext>
            </a:extLst>
          </p:cNvPr>
          <p:cNvSpPr>
            <a:spLocks/>
          </p:cNvSpPr>
          <p:nvPr>
            <p:custDataLst>
              <p:tags r:id="rId51"/>
            </p:custDataLst>
          </p:nvPr>
        </p:nvSpPr>
        <p:spPr>
          <a:xfrm>
            <a:off x="2251725" y="177415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18</a:t>
            </a:r>
            <a:endParaRPr lang="sv-SE" sz="1200" dirty="0" err="1">
              <a:solidFill>
                <a:schemeClr val="accent1"/>
              </a:solidFill>
            </a:endParaRPr>
          </a:p>
        </p:txBody>
      </p:sp>
      <p:sp>
        <p:nvSpPr>
          <p:cNvPr id="69" name="TrackerNumWhite 90">
            <a:extLst>
              <a:ext uri="{FF2B5EF4-FFF2-40B4-BE49-F238E27FC236}">
                <a16:creationId xmlns:a16="http://schemas.microsoft.com/office/drawing/2014/main" id="{8A9F3D01-4CAF-9BBC-660A-B488B923DAF1}"/>
              </a:ext>
            </a:extLst>
          </p:cNvPr>
          <p:cNvSpPr>
            <a:spLocks/>
          </p:cNvSpPr>
          <p:nvPr>
            <p:custDataLst>
              <p:tags r:id="rId52"/>
            </p:custDataLst>
          </p:nvPr>
        </p:nvSpPr>
        <p:spPr>
          <a:xfrm>
            <a:off x="2251725" y="209376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19</a:t>
            </a:r>
            <a:endParaRPr lang="sv-SE" sz="1200" dirty="0" err="1">
              <a:solidFill>
                <a:schemeClr val="accent1"/>
              </a:solidFill>
            </a:endParaRPr>
          </a:p>
        </p:txBody>
      </p:sp>
      <p:sp>
        <p:nvSpPr>
          <p:cNvPr id="70" name="TrackerNumWhite 90">
            <a:extLst>
              <a:ext uri="{FF2B5EF4-FFF2-40B4-BE49-F238E27FC236}">
                <a16:creationId xmlns:a16="http://schemas.microsoft.com/office/drawing/2014/main" id="{28C256CF-5CA6-E9FE-471B-DDBB3D40CD61}"/>
              </a:ext>
            </a:extLst>
          </p:cNvPr>
          <p:cNvSpPr>
            <a:spLocks/>
          </p:cNvSpPr>
          <p:nvPr>
            <p:custDataLst>
              <p:tags r:id="rId53"/>
            </p:custDataLst>
          </p:nvPr>
        </p:nvSpPr>
        <p:spPr>
          <a:xfrm>
            <a:off x="2251725" y="241337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20</a:t>
            </a:r>
            <a:endParaRPr lang="sv-SE" sz="1200" dirty="0" err="1">
              <a:solidFill>
                <a:schemeClr val="accent1"/>
              </a:solidFill>
            </a:endParaRPr>
          </a:p>
        </p:txBody>
      </p:sp>
      <p:sp>
        <p:nvSpPr>
          <p:cNvPr id="71" name="TrackerNumWhite 90">
            <a:extLst>
              <a:ext uri="{FF2B5EF4-FFF2-40B4-BE49-F238E27FC236}">
                <a16:creationId xmlns:a16="http://schemas.microsoft.com/office/drawing/2014/main" id="{C1CF5F0D-22BA-A6FA-C702-2D6649903DB3}"/>
              </a:ext>
            </a:extLst>
          </p:cNvPr>
          <p:cNvSpPr>
            <a:spLocks/>
          </p:cNvSpPr>
          <p:nvPr>
            <p:custDataLst>
              <p:tags r:id="rId54"/>
            </p:custDataLst>
          </p:nvPr>
        </p:nvSpPr>
        <p:spPr>
          <a:xfrm>
            <a:off x="2251725" y="273298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21</a:t>
            </a:r>
            <a:endParaRPr lang="sv-SE" sz="1200" dirty="0" err="1">
              <a:solidFill>
                <a:schemeClr val="accent1"/>
              </a:solidFill>
            </a:endParaRPr>
          </a:p>
        </p:txBody>
      </p:sp>
      <p:sp>
        <p:nvSpPr>
          <p:cNvPr id="72" name="TrackerNumWhite 90">
            <a:extLst>
              <a:ext uri="{FF2B5EF4-FFF2-40B4-BE49-F238E27FC236}">
                <a16:creationId xmlns:a16="http://schemas.microsoft.com/office/drawing/2014/main" id="{5EEA9288-65E8-7BEB-85F9-8538D89611F1}"/>
              </a:ext>
            </a:extLst>
          </p:cNvPr>
          <p:cNvSpPr>
            <a:spLocks/>
          </p:cNvSpPr>
          <p:nvPr>
            <p:custDataLst>
              <p:tags r:id="rId55"/>
            </p:custDataLst>
          </p:nvPr>
        </p:nvSpPr>
        <p:spPr>
          <a:xfrm>
            <a:off x="2251725" y="305260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22</a:t>
            </a:r>
            <a:endParaRPr lang="sv-SE" sz="1200" dirty="0" err="1">
              <a:solidFill>
                <a:schemeClr val="accent1"/>
              </a:solidFill>
            </a:endParaRPr>
          </a:p>
        </p:txBody>
      </p:sp>
      <p:sp>
        <p:nvSpPr>
          <p:cNvPr id="73" name="TrackerNumWhite 90">
            <a:extLst>
              <a:ext uri="{FF2B5EF4-FFF2-40B4-BE49-F238E27FC236}">
                <a16:creationId xmlns:a16="http://schemas.microsoft.com/office/drawing/2014/main" id="{B7CB36D4-EDC2-AFE0-0B5F-97F4E0ECB9DD}"/>
              </a:ext>
            </a:extLst>
          </p:cNvPr>
          <p:cNvSpPr>
            <a:spLocks/>
          </p:cNvSpPr>
          <p:nvPr>
            <p:custDataLst>
              <p:tags r:id="rId56"/>
            </p:custDataLst>
          </p:nvPr>
        </p:nvSpPr>
        <p:spPr>
          <a:xfrm>
            <a:off x="2251725" y="337221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23</a:t>
            </a:r>
            <a:endParaRPr lang="sv-SE" sz="1200" dirty="0" err="1">
              <a:solidFill>
                <a:schemeClr val="accent1"/>
              </a:solidFill>
            </a:endParaRPr>
          </a:p>
        </p:txBody>
      </p:sp>
      <p:sp>
        <p:nvSpPr>
          <p:cNvPr id="74" name="TrackerNumWhite 90">
            <a:extLst>
              <a:ext uri="{FF2B5EF4-FFF2-40B4-BE49-F238E27FC236}">
                <a16:creationId xmlns:a16="http://schemas.microsoft.com/office/drawing/2014/main" id="{A16013AD-335B-2B2A-135A-9252607C63A4}"/>
              </a:ext>
            </a:extLst>
          </p:cNvPr>
          <p:cNvSpPr>
            <a:spLocks/>
          </p:cNvSpPr>
          <p:nvPr>
            <p:custDataLst>
              <p:tags r:id="rId57"/>
            </p:custDataLst>
          </p:nvPr>
        </p:nvSpPr>
        <p:spPr>
          <a:xfrm>
            <a:off x="2251725" y="369182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24</a:t>
            </a:r>
            <a:endParaRPr lang="sv-SE" sz="1200" dirty="0" err="1">
              <a:solidFill>
                <a:schemeClr val="accent1"/>
              </a:solidFill>
            </a:endParaRPr>
          </a:p>
        </p:txBody>
      </p:sp>
      <p:sp>
        <p:nvSpPr>
          <p:cNvPr id="75" name="TrackerNumWhite 90">
            <a:extLst>
              <a:ext uri="{FF2B5EF4-FFF2-40B4-BE49-F238E27FC236}">
                <a16:creationId xmlns:a16="http://schemas.microsoft.com/office/drawing/2014/main" id="{1442F04F-47F6-FB8E-84DE-4002A3C57A80}"/>
              </a:ext>
            </a:extLst>
          </p:cNvPr>
          <p:cNvSpPr>
            <a:spLocks/>
          </p:cNvSpPr>
          <p:nvPr>
            <p:custDataLst>
              <p:tags r:id="rId58"/>
            </p:custDataLst>
          </p:nvPr>
        </p:nvSpPr>
        <p:spPr>
          <a:xfrm>
            <a:off x="2251725" y="401143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25</a:t>
            </a:r>
            <a:endParaRPr lang="sv-SE" sz="1200" dirty="0" err="1">
              <a:solidFill>
                <a:schemeClr val="accent1"/>
              </a:solidFill>
            </a:endParaRPr>
          </a:p>
        </p:txBody>
      </p:sp>
      <p:sp>
        <p:nvSpPr>
          <p:cNvPr id="76" name="TrackerNumWhite 90">
            <a:extLst>
              <a:ext uri="{FF2B5EF4-FFF2-40B4-BE49-F238E27FC236}">
                <a16:creationId xmlns:a16="http://schemas.microsoft.com/office/drawing/2014/main" id="{F67C8568-317E-3248-32F9-FEB4E320C7DF}"/>
              </a:ext>
            </a:extLst>
          </p:cNvPr>
          <p:cNvSpPr>
            <a:spLocks/>
          </p:cNvSpPr>
          <p:nvPr>
            <p:custDataLst>
              <p:tags r:id="rId59"/>
            </p:custDataLst>
          </p:nvPr>
        </p:nvSpPr>
        <p:spPr>
          <a:xfrm>
            <a:off x="2251725" y="433104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26</a:t>
            </a:r>
            <a:endParaRPr lang="sv-SE" sz="1200" dirty="0" err="1">
              <a:solidFill>
                <a:schemeClr val="accent1"/>
              </a:solidFill>
            </a:endParaRPr>
          </a:p>
        </p:txBody>
      </p:sp>
      <p:sp>
        <p:nvSpPr>
          <p:cNvPr id="77" name="TrackerNumWhite 90">
            <a:extLst>
              <a:ext uri="{FF2B5EF4-FFF2-40B4-BE49-F238E27FC236}">
                <a16:creationId xmlns:a16="http://schemas.microsoft.com/office/drawing/2014/main" id="{D25A79C3-4FE5-39F9-2A2A-6C1A918F910C}"/>
              </a:ext>
            </a:extLst>
          </p:cNvPr>
          <p:cNvSpPr>
            <a:spLocks/>
          </p:cNvSpPr>
          <p:nvPr>
            <p:custDataLst>
              <p:tags r:id="rId60"/>
            </p:custDataLst>
          </p:nvPr>
        </p:nvSpPr>
        <p:spPr>
          <a:xfrm>
            <a:off x="2251725" y="465066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27</a:t>
            </a:r>
            <a:endParaRPr lang="sv-SE" sz="1200" dirty="0" err="1">
              <a:solidFill>
                <a:schemeClr val="accent1"/>
              </a:solidFill>
            </a:endParaRPr>
          </a:p>
        </p:txBody>
      </p:sp>
      <p:sp>
        <p:nvSpPr>
          <p:cNvPr id="67" name="TrackerNumWhite 90">
            <a:extLst>
              <a:ext uri="{FF2B5EF4-FFF2-40B4-BE49-F238E27FC236}">
                <a16:creationId xmlns:a16="http://schemas.microsoft.com/office/drawing/2014/main" id="{83FBAEA4-18CB-1F6E-BC91-86ACAC2A1531}"/>
              </a:ext>
            </a:extLst>
          </p:cNvPr>
          <p:cNvSpPr>
            <a:spLocks/>
          </p:cNvSpPr>
          <p:nvPr>
            <p:custDataLst>
              <p:tags r:id="rId61"/>
            </p:custDataLst>
          </p:nvPr>
        </p:nvSpPr>
        <p:spPr>
          <a:xfrm>
            <a:off x="2251725" y="14545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17</a:t>
            </a:r>
          </a:p>
        </p:txBody>
      </p:sp>
      <p:sp>
        <p:nvSpPr>
          <p:cNvPr id="78" name="TrackerNumWhite 90">
            <a:extLst>
              <a:ext uri="{FF2B5EF4-FFF2-40B4-BE49-F238E27FC236}">
                <a16:creationId xmlns:a16="http://schemas.microsoft.com/office/drawing/2014/main" id="{1945A91C-1E37-D603-4ACB-ECE290A45B08}"/>
              </a:ext>
            </a:extLst>
          </p:cNvPr>
          <p:cNvSpPr>
            <a:spLocks/>
          </p:cNvSpPr>
          <p:nvPr>
            <p:custDataLst>
              <p:tags r:id="rId62"/>
            </p:custDataLst>
          </p:nvPr>
        </p:nvSpPr>
        <p:spPr>
          <a:xfrm>
            <a:off x="2251725" y="4970272"/>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28</a:t>
            </a:r>
            <a:endParaRPr lang="sv-SE" sz="1200" dirty="0" err="1">
              <a:solidFill>
                <a:schemeClr val="accent1"/>
              </a:solidFill>
            </a:endParaRPr>
          </a:p>
        </p:txBody>
      </p:sp>
      <p:sp>
        <p:nvSpPr>
          <p:cNvPr id="80" name="TrackerNumWhite 90">
            <a:extLst>
              <a:ext uri="{FF2B5EF4-FFF2-40B4-BE49-F238E27FC236}">
                <a16:creationId xmlns:a16="http://schemas.microsoft.com/office/drawing/2014/main" id="{A3611C22-F201-BDE1-7863-60A964C4BBA3}"/>
              </a:ext>
            </a:extLst>
          </p:cNvPr>
          <p:cNvSpPr>
            <a:spLocks/>
          </p:cNvSpPr>
          <p:nvPr>
            <p:custDataLst>
              <p:tags r:id="rId63"/>
            </p:custDataLst>
          </p:nvPr>
        </p:nvSpPr>
        <p:spPr>
          <a:xfrm>
            <a:off x="2251725" y="5609496"/>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30</a:t>
            </a:r>
            <a:endParaRPr lang="sv-SE" sz="1200" dirty="0" err="1">
              <a:solidFill>
                <a:schemeClr val="accent1"/>
              </a:solidFill>
            </a:endParaRPr>
          </a:p>
        </p:txBody>
      </p:sp>
      <p:sp>
        <p:nvSpPr>
          <p:cNvPr id="79" name="TrackerNumWhite 90">
            <a:extLst>
              <a:ext uri="{FF2B5EF4-FFF2-40B4-BE49-F238E27FC236}">
                <a16:creationId xmlns:a16="http://schemas.microsoft.com/office/drawing/2014/main" id="{7859FE74-5ACC-FB05-2169-7B0C6F707FDF}"/>
              </a:ext>
            </a:extLst>
          </p:cNvPr>
          <p:cNvSpPr>
            <a:spLocks/>
          </p:cNvSpPr>
          <p:nvPr>
            <p:custDataLst>
              <p:tags r:id="rId64"/>
            </p:custDataLst>
          </p:nvPr>
        </p:nvSpPr>
        <p:spPr>
          <a:xfrm>
            <a:off x="2251725" y="5289884"/>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29</a:t>
            </a:r>
          </a:p>
        </p:txBody>
      </p:sp>
      <p:sp>
        <p:nvSpPr>
          <p:cNvPr id="81" name="TrackerNumWhite 90">
            <a:extLst>
              <a:ext uri="{FF2B5EF4-FFF2-40B4-BE49-F238E27FC236}">
                <a16:creationId xmlns:a16="http://schemas.microsoft.com/office/drawing/2014/main" id="{62B09EE5-1774-2124-DF4A-9E6F4C88F5AE}"/>
              </a:ext>
            </a:extLst>
          </p:cNvPr>
          <p:cNvSpPr>
            <a:spLocks/>
          </p:cNvSpPr>
          <p:nvPr>
            <p:custDataLst>
              <p:tags r:id="rId65"/>
            </p:custDataLst>
          </p:nvPr>
        </p:nvSpPr>
        <p:spPr>
          <a:xfrm>
            <a:off x="2251725" y="592909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31</a:t>
            </a:r>
            <a:endParaRPr lang="sv-SE" sz="1200" dirty="0" err="1">
              <a:solidFill>
                <a:schemeClr val="accent1"/>
              </a:solidFill>
            </a:endParaRPr>
          </a:p>
        </p:txBody>
      </p:sp>
      <p:sp>
        <p:nvSpPr>
          <p:cNvPr id="100" name="TextBox 99">
            <a:extLst>
              <a:ext uri="{FF2B5EF4-FFF2-40B4-BE49-F238E27FC236}">
                <a16:creationId xmlns:a16="http://schemas.microsoft.com/office/drawing/2014/main" id="{EAA9DF8D-8C70-9813-BFA4-FAEC62E0F123}"/>
              </a:ext>
            </a:extLst>
          </p:cNvPr>
          <p:cNvSpPr txBox="1">
            <a:spLocks/>
          </p:cNvSpPr>
          <p:nvPr>
            <p:custDataLst>
              <p:tags r:id="rId66"/>
            </p:custDataLst>
          </p:nvPr>
        </p:nvSpPr>
        <p:spPr>
          <a:xfrm>
            <a:off x="5254172" y="1167049"/>
            <a:ext cx="6383092" cy="215444"/>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Best practices</a:t>
            </a:r>
          </a:p>
        </p:txBody>
      </p:sp>
      <p:sp>
        <p:nvSpPr>
          <p:cNvPr id="101" name="TextBox 100">
            <a:extLst>
              <a:ext uri="{FF2B5EF4-FFF2-40B4-BE49-F238E27FC236}">
                <a16:creationId xmlns:a16="http://schemas.microsoft.com/office/drawing/2014/main" id="{005F797C-03E5-F99B-49F4-0E896E8074EE}"/>
              </a:ext>
            </a:extLst>
          </p:cNvPr>
          <p:cNvSpPr txBox="1">
            <a:spLocks/>
          </p:cNvSpPr>
          <p:nvPr>
            <p:custDataLst>
              <p:tags r:id="rId67"/>
            </p:custDataLst>
          </p:nvPr>
        </p:nvSpPr>
        <p:spPr>
          <a:xfrm>
            <a:off x="2251725" y="1197827"/>
            <a:ext cx="2828275"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Subcomponent</a:t>
            </a:r>
          </a:p>
        </p:txBody>
      </p:sp>
      <p:sp>
        <p:nvSpPr>
          <p:cNvPr id="107" name="Rectangle 106">
            <a:extLst>
              <a:ext uri="{FF2B5EF4-FFF2-40B4-BE49-F238E27FC236}">
                <a16:creationId xmlns:a16="http://schemas.microsoft.com/office/drawing/2014/main" id="{E3D531DD-3A38-9726-CB0F-6EE46695761F}"/>
              </a:ext>
            </a:extLst>
          </p:cNvPr>
          <p:cNvSpPr>
            <a:spLocks/>
          </p:cNvSpPr>
          <p:nvPr/>
        </p:nvSpPr>
        <p:spPr>
          <a:xfrm>
            <a:off x="2143774" y="1454540"/>
            <a:ext cx="45719" cy="3734852"/>
          </a:xfrm>
          <a:prstGeom prst="rect">
            <a:avLst/>
          </a:prstGeom>
          <a:solidFill>
            <a:schemeClr val="accent3">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09" name="Rectangle 108">
            <a:extLst>
              <a:ext uri="{FF2B5EF4-FFF2-40B4-BE49-F238E27FC236}">
                <a16:creationId xmlns:a16="http://schemas.microsoft.com/office/drawing/2014/main" id="{8120B23B-9EF4-390C-E9FD-3623708CA349}"/>
              </a:ext>
            </a:extLst>
          </p:cNvPr>
          <p:cNvSpPr>
            <a:spLocks/>
          </p:cNvSpPr>
          <p:nvPr/>
        </p:nvSpPr>
        <p:spPr>
          <a:xfrm>
            <a:off x="2143774" y="5289884"/>
            <a:ext cx="45719" cy="858334"/>
          </a:xfrm>
          <a:prstGeom prst="rect">
            <a:avLst/>
          </a:prstGeom>
          <a:solidFill>
            <a:schemeClr val="accent4">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Tree>
    <p:extLst>
      <p:ext uri="{BB962C8B-B14F-4D97-AF65-F5344CB8AC3E}">
        <p14:creationId xmlns:p14="http://schemas.microsoft.com/office/powerpoint/2010/main" val="2927837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FD308-DB4D-9A27-6970-5101B697D15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7A3ED18-6C9A-4682-1AD6-ABC30D2D1065}"/>
              </a:ext>
            </a:extLst>
          </p:cNvPr>
          <p:cNvGraphicFramePr>
            <a:graphicFrameLocks noChangeAspect="1"/>
          </p:cNvGraphicFramePr>
          <p:nvPr>
            <p:custDataLst>
              <p:tags r:id="rId1"/>
            </p:custDataLst>
            <p:extLst>
              <p:ext uri="{D42A27DB-BD31-4B8C-83A1-F6EECF244321}">
                <p14:modId xmlns:p14="http://schemas.microsoft.com/office/powerpoint/2010/main" val="1173097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1" imgW="484" imgH="486" progId="TCLayout.ActiveDocument.1">
                  <p:embed/>
                </p:oleObj>
              </mc:Choice>
              <mc:Fallback>
                <p:oleObj name="think-cell Slide" r:id="rId81" imgW="484" imgH="486" progId="TCLayout.ActiveDocument.1">
                  <p:embed/>
                  <p:pic>
                    <p:nvPicPr>
                      <p:cNvPr id="5" name="think-cell data - do not delete" hidden="1">
                        <a:extLst>
                          <a:ext uri="{FF2B5EF4-FFF2-40B4-BE49-F238E27FC236}">
                            <a16:creationId xmlns:a16="http://schemas.microsoft.com/office/drawing/2014/main" id="{87A3ED18-6C9A-4682-1AD6-ABC30D2D1065}"/>
                          </a:ext>
                        </a:extLst>
                      </p:cNvPr>
                      <p:cNvPicPr/>
                      <p:nvPr/>
                    </p:nvPicPr>
                    <p:blipFill>
                      <a:blip r:embed="rId82"/>
                      <a:stretch>
                        <a:fillRect/>
                      </a:stretch>
                    </p:blipFill>
                    <p:spPr>
                      <a:xfrm>
                        <a:off x="1588" y="1588"/>
                        <a:ext cx="1588" cy="1588"/>
                      </a:xfrm>
                      <a:prstGeom prst="rect">
                        <a:avLst/>
                      </a:prstGeom>
                    </p:spPr>
                  </p:pic>
                </p:oleObj>
              </mc:Fallback>
            </mc:AlternateContent>
          </a:graphicData>
        </a:graphic>
      </p:graphicFrame>
      <p:sp>
        <p:nvSpPr>
          <p:cNvPr id="217" name="Rectangle 216">
            <a:extLst>
              <a:ext uri="{FF2B5EF4-FFF2-40B4-BE49-F238E27FC236}">
                <a16:creationId xmlns:a16="http://schemas.microsoft.com/office/drawing/2014/main" id="{EC957FB2-9D5D-FD5E-DB91-18DDCCE36197}"/>
              </a:ext>
            </a:extLst>
          </p:cNvPr>
          <p:cNvSpPr>
            <a:spLocks/>
          </p:cNvSpPr>
          <p:nvPr/>
        </p:nvSpPr>
        <p:spPr>
          <a:xfrm>
            <a:off x="2251725" y="170393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19" name="Rectangle 218">
            <a:extLst>
              <a:ext uri="{FF2B5EF4-FFF2-40B4-BE49-F238E27FC236}">
                <a16:creationId xmlns:a16="http://schemas.microsoft.com/office/drawing/2014/main" id="{2B85EAB3-1737-13AD-8FCD-58F8EF26DBDD}"/>
              </a:ext>
            </a:extLst>
          </p:cNvPr>
          <p:cNvSpPr>
            <a:spLocks/>
          </p:cNvSpPr>
          <p:nvPr/>
        </p:nvSpPr>
        <p:spPr>
          <a:xfrm>
            <a:off x="2251725" y="226325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0" name="Rectangle 219">
            <a:extLst>
              <a:ext uri="{FF2B5EF4-FFF2-40B4-BE49-F238E27FC236}">
                <a16:creationId xmlns:a16="http://schemas.microsoft.com/office/drawing/2014/main" id="{97766D5C-E60A-43E3-F5D6-0ADB2C424602}"/>
              </a:ext>
            </a:extLst>
          </p:cNvPr>
          <p:cNvSpPr>
            <a:spLocks/>
          </p:cNvSpPr>
          <p:nvPr/>
        </p:nvSpPr>
        <p:spPr>
          <a:xfrm>
            <a:off x="2251725" y="282257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1" name="Rectangle 220">
            <a:extLst>
              <a:ext uri="{FF2B5EF4-FFF2-40B4-BE49-F238E27FC236}">
                <a16:creationId xmlns:a16="http://schemas.microsoft.com/office/drawing/2014/main" id="{4F8C9B7C-B5DB-CBE8-2311-AFA24D960458}"/>
              </a:ext>
            </a:extLst>
          </p:cNvPr>
          <p:cNvSpPr>
            <a:spLocks/>
          </p:cNvSpPr>
          <p:nvPr/>
        </p:nvSpPr>
        <p:spPr>
          <a:xfrm>
            <a:off x="2251725" y="338189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2" name="Rectangle 221">
            <a:extLst>
              <a:ext uri="{FF2B5EF4-FFF2-40B4-BE49-F238E27FC236}">
                <a16:creationId xmlns:a16="http://schemas.microsoft.com/office/drawing/2014/main" id="{BBB6BB41-00AB-FF90-A267-B4DA5D80002C}"/>
              </a:ext>
            </a:extLst>
          </p:cNvPr>
          <p:cNvSpPr>
            <a:spLocks/>
          </p:cNvSpPr>
          <p:nvPr/>
        </p:nvSpPr>
        <p:spPr>
          <a:xfrm>
            <a:off x="2251725" y="394121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3" name="Rectangle 222">
            <a:extLst>
              <a:ext uri="{FF2B5EF4-FFF2-40B4-BE49-F238E27FC236}">
                <a16:creationId xmlns:a16="http://schemas.microsoft.com/office/drawing/2014/main" id="{F7B158BE-54E1-3706-9779-3167D730E10A}"/>
              </a:ext>
            </a:extLst>
          </p:cNvPr>
          <p:cNvSpPr>
            <a:spLocks/>
          </p:cNvSpPr>
          <p:nvPr/>
        </p:nvSpPr>
        <p:spPr>
          <a:xfrm>
            <a:off x="2251725" y="450053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4" name="Rectangle 223">
            <a:extLst>
              <a:ext uri="{FF2B5EF4-FFF2-40B4-BE49-F238E27FC236}">
                <a16:creationId xmlns:a16="http://schemas.microsoft.com/office/drawing/2014/main" id="{AE7B7208-33CF-49F8-79AD-E5351002F12F}"/>
              </a:ext>
            </a:extLst>
          </p:cNvPr>
          <p:cNvSpPr>
            <a:spLocks/>
          </p:cNvSpPr>
          <p:nvPr/>
        </p:nvSpPr>
        <p:spPr>
          <a:xfrm>
            <a:off x="2251725" y="505985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25" name="Rectangle 224">
            <a:extLst>
              <a:ext uri="{FF2B5EF4-FFF2-40B4-BE49-F238E27FC236}">
                <a16:creationId xmlns:a16="http://schemas.microsoft.com/office/drawing/2014/main" id="{EB1159A0-5CE3-7651-A2D1-A14428A91629}"/>
              </a:ext>
            </a:extLst>
          </p:cNvPr>
          <p:cNvSpPr>
            <a:spLocks/>
          </p:cNvSpPr>
          <p:nvPr/>
        </p:nvSpPr>
        <p:spPr>
          <a:xfrm>
            <a:off x="2251725" y="5619170"/>
            <a:ext cx="9385539" cy="279660"/>
          </a:xfrm>
          <a:prstGeom prst="rect">
            <a:avLst/>
          </a:prstGeom>
          <a:solidFill>
            <a:schemeClr val="accent4">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 name="2. Slide Title">
            <a:extLst>
              <a:ext uri="{FF2B5EF4-FFF2-40B4-BE49-F238E27FC236}">
                <a16:creationId xmlns:a16="http://schemas.microsoft.com/office/drawing/2014/main" id="{0B2BC9B0-4319-A6F2-3AFC-6DFDBABEA7EA}"/>
              </a:ext>
            </a:extLst>
          </p:cNvPr>
          <p:cNvSpPr>
            <a:spLocks noGrp="1"/>
          </p:cNvSpPr>
          <p:nvPr>
            <p:ph type="title"/>
            <p:custDataLst>
              <p:tags r:id="rId2"/>
            </p:custDataLst>
          </p:nvPr>
        </p:nvSpPr>
        <p:spPr/>
        <p:txBody>
          <a:bodyPr vert="horz"/>
          <a:lstStyle/>
          <a:p>
            <a:r>
              <a:rPr lang="en-US" dirty="0">
                <a:solidFill>
                  <a:schemeClr val="accent2"/>
                </a:solidFill>
              </a:rPr>
              <a:t>A. </a:t>
            </a:r>
            <a:r>
              <a:rPr lang="en-US" dirty="0"/>
              <a:t>Engineering best practices across parameters for phases of client SDLC (3/3)</a:t>
            </a:r>
            <a:endParaRPr lang="sv-SE" dirty="0"/>
          </a:p>
        </p:txBody>
      </p:sp>
      <p:sp>
        <p:nvSpPr>
          <p:cNvPr id="11" name="Subtitle 10">
            <a:extLst>
              <a:ext uri="{FF2B5EF4-FFF2-40B4-BE49-F238E27FC236}">
                <a16:creationId xmlns:a16="http://schemas.microsoft.com/office/drawing/2014/main" id="{71649564-415E-46D7-5B22-8B0F6F79CAB4}"/>
              </a:ext>
            </a:extLst>
          </p:cNvPr>
          <p:cNvSpPr>
            <a:spLocks noGrp="1"/>
          </p:cNvSpPr>
          <p:nvPr>
            <p:ph type="subTitle" idx="1"/>
          </p:nvPr>
        </p:nvSpPr>
        <p:spPr/>
        <p:txBody>
          <a:bodyPr/>
          <a:lstStyle/>
          <a:p>
            <a:endParaRPr lang="sv-SE"/>
          </a:p>
        </p:txBody>
      </p:sp>
      <p:sp>
        <p:nvSpPr>
          <p:cNvPr id="12" name="Text Placeholder 11">
            <a:extLst>
              <a:ext uri="{FF2B5EF4-FFF2-40B4-BE49-F238E27FC236}">
                <a16:creationId xmlns:a16="http://schemas.microsoft.com/office/drawing/2014/main" id="{19CB69BE-AC97-9BCF-DD14-F1142856831F}"/>
              </a:ext>
            </a:extLst>
          </p:cNvPr>
          <p:cNvSpPr>
            <a:spLocks noGrp="1"/>
          </p:cNvSpPr>
          <p:nvPr>
            <p:ph type="body" sz="quarter" idx="10"/>
          </p:nvPr>
        </p:nvSpPr>
        <p:spPr/>
        <p:txBody>
          <a:bodyPr/>
          <a:lstStyle/>
          <a:p>
            <a:endParaRPr lang="sv-SE"/>
          </a:p>
        </p:txBody>
      </p:sp>
      <p:sp>
        <p:nvSpPr>
          <p:cNvPr id="89" name="TextBox 88">
            <a:extLst>
              <a:ext uri="{FF2B5EF4-FFF2-40B4-BE49-F238E27FC236}">
                <a16:creationId xmlns:a16="http://schemas.microsoft.com/office/drawing/2014/main" id="{79F5281A-8405-7BFF-C24E-ED7747486FF1}"/>
              </a:ext>
            </a:extLst>
          </p:cNvPr>
          <p:cNvSpPr txBox="1"/>
          <p:nvPr>
            <p:custDataLst>
              <p:tags r:id="rId3"/>
            </p:custDataLst>
          </p:nvPr>
        </p:nvSpPr>
        <p:spPr>
          <a:xfrm>
            <a:off x="554736" y="1471767"/>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5. Release</a:t>
            </a:r>
          </a:p>
        </p:txBody>
      </p:sp>
      <p:sp>
        <p:nvSpPr>
          <p:cNvPr id="101" name="TextBox 100">
            <a:extLst>
              <a:ext uri="{FF2B5EF4-FFF2-40B4-BE49-F238E27FC236}">
                <a16:creationId xmlns:a16="http://schemas.microsoft.com/office/drawing/2014/main" id="{EBDE18C1-4E1D-1EDE-136E-E66D6B87E213}"/>
              </a:ext>
            </a:extLst>
          </p:cNvPr>
          <p:cNvSpPr txBox="1"/>
          <p:nvPr>
            <p:custDataLst>
              <p:tags r:id="rId4"/>
            </p:custDataLst>
          </p:nvPr>
        </p:nvSpPr>
        <p:spPr>
          <a:xfrm>
            <a:off x="554736" y="2590407"/>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6. Configure</a:t>
            </a:r>
          </a:p>
        </p:txBody>
      </p:sp>
      <p:sp>
        <p:nvSpPr>
          <p:cNvPr id="107" name="TextBox 106">
            <a:extLst>
              <a:ext uri="{FF2B5EF4-FFF2-40B4-BE49-F238E27FC236}">
                <a16:creationId xmlns:a16="http://schemas.microsoft.com/office/drawing/2014/main" id="{27AE3408-4F40-291D-A015-42B11DA55181}"/>
              </a:ext>
            </a:extLst>
          </p:cNvPr>
          <p:cNvSpPr txBox="1"/>
          <p:nvPr>
            <p:custDataLst>
              <p:tags r:id="rId5"/>
            </p:custDataLst>
          </p:nvPr>
        </p:nvSpPr>
        <p:spPr>
          <a:xfrm>
            <a:off x="554736" y="3149727"/>
            <a:ext cx="1361253" cy="200055"/>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300" b="1" dirty="0">
                <a:solidFill>
                  <a:srgbClr val="000000"/>
                </a:solidFill>
                <a:cs typeface="Arial"/>
              </a:rPr>
              <a:t>7. Monitor</a:t>
            </a:r>
          </a:p>
        </p:txBody>
      </p:sp>
      <p:cxnSp>
        <p:nvCxnSpPr>
          <p:cNvPr id="143" name="Straight Arrow Connector 142">
            <a:extLst>
              <a:ext uri="{FF2B5EF4-FFF2-40B4-BE49-F238E27FC236}">
                <a16:creationId xmlns:a16="http://schemas.microsoft.com/office/drawing/2014/main" id="{9D4739DF-69D8-55BF-078B-B132453D4027}"/>
              </a:ext>
            </a:extLst>
          </p:cNvPr>
          <p:cNvCxnSpPr/>
          <p:nvPr>
            <p:custDataLst>
              <p:tags r:id="rId6"/>
            </p:custDataLst>
          </p:nvPr>
        </p:nvCxnSpPr>
        <p:spPr>
          <a:xfrm>
            <a:off x="554736" y="2542910"/>
            <a:ext cx="11082528"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5464AF54-21C2-C65A-6D56-997FEA8A7149}"/>
              </a:ext>
            </a:extLst>
          </p:cNvPr>
          <p:cNvCxnSpPr/>
          <p:nvPr>
            <p:custDataLst>
              <p:tags r:id="rId7"/>
            </p:custDataLst>
          </p:nvPr>
        </p:nvCxnSpPr>
        <p:spPr>
          <a:xfrm>
            <a:off x="554736" y="3102230"/>
            <a:ext cx="11082528"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DADDEBFA-6FC4-ADCA-56DC-16E46F632AFF}"/>
              </a:ext>
            </a:extLst>
          </p:cNvPr>
          <p:cNvSpPr txBox="1">
            <a:spLocks/>
          </p:cNvSpPr>
          <p:nvPr>
            <p:custDataLst>
              <p:tags r:id="rId8"/>
            </p:custDataLst>
          </p:nvPr>
        </p:nvSpPr>
        <p:spPr>
          <a:xfrm>
            <a:off x="554736" y="1197827"/>
            <a:ext cx="1361253"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a:solidFill>
                  <a:srgbClr val="000000"/>
                </a:solidFill>
                <a:cs typeface="Arial"/>
              </a:rPr>
              <a:t>Phase</a:t>
            </a:r>
            <a:endParaRPr lang="sv-SE" sz="1400" b="1" dirty="0">
              <a:solidFill>
                <a:srgbClr val="000000"/>
              </a:solidFill>
              <a:cs typeface="Arial"/>
            </a:endParaRPr>
          </a:p>
        </p:txBody>
      </p:sp>
      <p:cxnSp>
        <p:nvCxnSpPr>
          <p:cNvPr id="167" name="Straight Arrow Connector 166">
            <a:extLst>
              <a:ext uri="{FF2B5EF4-FFF2-40B4-BE49-F238E27FC236}">
                <a16:creationId xmlns:a16="http://schemas.microsoft.com/office/drawing/2014/main" id="{627B16CE-73E6-AAC2-63D8-2E7CDF4DD5CE}"/>
              </a:ext>
            </a:extLst>
          </p:cNvPr>
          <p:cNvCxnSpPr/>
          <p:nvPr>
            <p:custDataLst>
              <p:tags r:id="rId9"/>
            </p:custDataLst>
          </p:nvPr>
        </p:nvCxnSpPr>
        <p:spPr>
          <a:xfrm>
            <a:off x="554736" y="1406503"/>
            <a:ext cx="11082528" cy="0"/>
          </a:xfrm>
          <a:prstGeom prst="straightConnector1">
            <a:avLst/>
          </a:prstGeom>
          <a:ln w="1270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EB8B768A-EC14-5014-B93B-C4A99195B804}"/>
              </a:ext>
            </a:extLst>
          </p:cNvPr>
          <p:cNvCxnSpPr>
            <a:cxnSpLocks/>
          </p:cNvCxnSpPr>
          <p:nvPr>
            <p:custDataLst>
              <p:tags r:id="rId10"/>
            </p:custDataLst>
          </p:nvPr>
        </p:nvCxnSpPr>
        <p:spPr>
          <a:xfrm>
            <a:off x="2251725" y="226325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756CC4DC-635D-F632-5812-049583B6ED7C}"/>
              </a:ext>
            </a:extLst>
          </p:cNvPr>
          <p:cNvCxnSpPr>
            <a:cxnSpLocks/>
          </p:cNvCxnSpPr>
          <p:nvPr>
            <p:custDataLst>
              <p:tags r:id="rId11"/>
            </p:custDataLst>
          </p:nvPr>
        </p:nvCxnSpPr>
        <p:spPr>
          <a:xfrm>
            <a:off x="2251725" y="282257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16FB3B77-4415-0AD4-667F-0A443F0B6E02}"/>
              </a:ext>
            </a:extLst>
          </p:cNvPr>
          <p:cNvCxnSpPr>
            <a:cxnSpLocks/>
          </p:cNvCxnSpPr>
          <p:nvPr>
            <p:custDataLst>
              <p:tags r:id="rId12"/>
            </p:custDataLst>
          </p:nvPr>
        </p:nvCxnSpPr>
        <p:spPr>
          <a:xfrm>
            <a:off x="2251725" y="338189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8E1CA913-192F-70C7-53B6-DEC9A3C52050}"/>
              </a:ext>
            </a:extLst>
          </p:cNvPr>
          <p:cNvCxnSpPr>
            <a:cxnSpLocks/>
          </p:cNvCxnSpPr>
          <p:nvPr>
            <p:custDataLst>
              <p:tags r:id="rId13"/>
            </p:custDataLst>
          </p:nvPr>
        </p:nvCxnSpPr>
        <p:spPr>
          <a:xfrm>
            <a:off x="2251725" y="366155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E8772B51-EDB4-A987-FEA3-FD017B1C3428}"/>
              </a:ext>
            </a:extLst>
          </p:cNvPr>
          <p:cNvCxnSpPr>
            <a:cxnSpLocks/>
          </p:cNvCxnSpPr>
          <p:nvPr>
            <p:custDataLst>
              <p:tags r:id="rId14"/>
            </p:custDataLst>
          </p:nvPr>
        </p:nvCxnSpPr>
        <p:spPr>
          <a:xfrm>
            <a:off x="2251725" y="394121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148BFB77-09AD-3C26-2DB8-7A0EA8C04D03}"/>
              </a:ext>
            </a:extLst>
          </p:cNvPr>
          <p:cNvCxnSpPr>
            <a:cxnSpLocks/>
          </p:cNvCxnSpPr>
          <p:nvPr>
            <p:custDataLst>
              <p:tags r:id="rId15"/>
            </p:custDataLst>
          </p:nvPr>
        </p:nvCxnSpPr>
        <p:spPr>
          <a:xfrm>
            <a:off x="2251725" y="422087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0DAD0B7B-B3BE-E037-AAA2-9B3D2C396642}"/>
              </a:ext>
            </a:extLst>
          </p:cNvPr>
          <p:cNvCxnSpPr>
            <a:cxnSpLocks/>
          </p:cNvCxnSpPr>
          <p:nvPr>
            <p:custDataLst>
              <p:tags r:id="rId16"/>
            </p:custDataLst>
          </p:nvPr>
        </p:nvCxnSpPr>
        <p:spPr>
          <a:xfrm>
            <a:off x="2251725" y="450053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B2FDE55-BFFC-3EAC-483C-433FFC1D4606}"/>
              </a:ext>
            </a:extLst>
          </p:cNvPr>
          <p:cNvCxnSpPr>
            <a:cxnSpLocks/>
          </p:cNvCxnSpPr>
          <p:nvPr>
            <p:custDataLst>
              <p:tags r:id="rId17"/>
            </p:custDataLst>
          </p:nvPr>
        </p:nvCxnSpPr>
        <p:spPr>
          <a:xfrm>
            <a:off x="2251725" y="478019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01E3F4A9-5967-9119-AB69-CC91576A1D56}"/>
              </a:ext>
            </a:extLst>
          </p:cNvPr>
          <p:cNvCxnSpPr>
            <a:cxnSpLocks/>
          </p:cNvCxnSpPr>
          <p:nvPr>
            <p:custDataLst>
              <p:tags r:id="rId18"/>
            </p:custDataLst>
          </p:nvPr>
        </p:nvCxnSpPr>
        <p:spPr>
          <a:xfrm>
            <a:off x="2251725" y="505985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FA6B33B7-C6A3-89B1-BE4D-23DDC0C0D27A}"/>
              </a:ext>
            </a:extLst>
          </p:cNvPr>
          <p:cNvCxnSpPr>
            <a:cxnSpLocks/>
          </p:cNvCxnSpPr>
          <p:nvPr>
            <p:custDataLst>
              <p:tags r:id="rId19"/>
            </p:custDataLst>
          </p:nvPr>
        </p:nvCxnSpPr>
        <p:spPr>
          <a:xfrm>
            <a:off x="2251725" y="533951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5CBD887F-167B-2AD4-0440-62C750F67D81}"/>
              </a:ext>
            </a:extLst>
          </p:cNvPr>
          <p:cNvCxnSpPr>
            <a:cxnSpLocks/>
          </p:cNvCxnSpPr>
          <p:nvPr>
            <p:custDataLst>
              <p:tags r:id="rId20"/>
            </p:custDataLst>
          </p:nvPr>
        </p:nvCxnSpPr>
        <p:spPr>
          <a:xfrm>
            <a:off x="2251725" y="561917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E67A378D-A8F2-3ABB-F338-DD90D7322839}"/>
              </a:ext>
            </a:extLst>
          </p:cNvPr>
          <p:cNvCxnSpPr>
            <a:cxnSpLocks/>
          </p:cNvCxnSpPr>
          <p:nvPr>
            <p:custDataLst>
              <p:tags r:id="rId21"/>
            </p:custDataLst>
          </p:nvPr>
        </p:nvCxnSpPr>
        <p:spPr>
          <a:xfrm>
            <a:off x="2251725" y="589883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218" name="Group 217">
            <a:extLst>
              <a:ext uri="{FF2B5EF4-FFF2-40B4-BE49-F238E27FC236}">
                <a16:creationId xmlns:a16="http://schemas.microsoft.com/office/drawing/2014/main" id="{F6AF3124-4954-822D-B562-268F884E199E}"/>
              </a:ext>
            </a:extLst>
          </p:cNvPr>
          <p:cNvGrpSpPr>
            <a:grpSpLocks/>
          </p:cNvGrpSpPr>
          <p:nvPr/>
        </p:nvGrpSpPr>
        <p:grpSpPr>
          <a:xfrm>
            <a:off x="2251725" y="1703930"/>
            <a:ext cx="9385539" cy="279660"/>
            <a:chOff x="2251725" y="1703930"/>
            <a:chExt cx="9385539" cy="279660"/>
          </a:xfrm>
        </p:grpSpPr>
        <p:cxnSp>
          <p:nvCxnSpPr>
            <p:cNvPr id="141" name="Straight Arrow Connector 140">
              <a:extLst>
                <a:ext uri="{FF2B5EF4-FFF2-40B4-BE49-F238E27FC236}">
                  <a16:creationId xmlns:a16="http://schemas.microsoft.com/office/drawing/2014/main" id="{68F7017F-6BB4-CE3F-9902-AC33523DB72F}"/>
                </a:ext>
              </a:extLst>
            </p:cNvPr>
            <p:cNvCxnSpPr>
              <a:cxnSpLocks/>
            </p:cNvCxnSpPr>
            <p:nvPr>
              <p:custDataLst>
                <p:tags r:id="rId78"/>
              </p:custDataLst>
            </p:nvPr>
          </p:nvCxnSpPr>
          <p:spPr>
            <a:xfrm>
              <a:off x="2251725" y="198359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FAD7447C-F50D-ECAB-2BA5-C4DEA0EC94EB}"/>
                </a:ext>
              </a:extLst>
            </p:cNvPr>
            <p:cNvCxnSpPr>
              <a:cxnSpLocks/>
            </p:cNvCxnSpPr>
            <p:nvPr>
              <p:custDataLst>
                <p:tags r:id="rId79"/>
              </p:custDataLst>
            </p:nvPr>
          </p:nvCxnSpPr>
          <p:spPr>
            <a:xfrm>
              <a:off x="2251725" y="1703930"/>
              <a:ext cx="9385539" cy="0"/>
            </a:xfrm>
            <a:prstGeom prst="straightConnector1">
              <a:avLst/>
            </a:prstGeom>
            <a:ln w="6350" cap="flat" cmpd="sng" algn="ctr">
              <a:solidFill>
                <a:srgbClr val="808080"/>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pic>
        <p:nvPicPr>
          <p:cNvPr id="196" name="CustomIcon">
            <a:extLst>
              <a:ext uri="{FF2B5EF4-FFF2-40B4-BE49-F238E27FC236}">
                <a16:creationId xmlns:a16="http://schemas.microsoft.com/office/drawing/2014/main" id="{3D043D44-D04D-1AF1-0BB8-A7A8440C724A}"/>
              </a:ext>
            </a:extLst>
          </p:cNvPr>
          <p:cNvPicPr>
            <a:picLocks/>
          </p:cNvPicPr>
          <p:nvPr>
            <p:custDataLst>
              <p:tags r:id="rId22"/>
            </p:custDataLst>
          </p:nvPr>
        </p:nvPicPr>
        <p:blipFill>
          <a:blip>
            <a:extLst>
              <a:ext uri="{96DAC541-7B7A-43D3-8B79-37D633B846F1}">
                <asvg:svgBlip xmlns:asvg="http://schemas.microsoft.com/office/drawing/2016/SVG/main" r:embed="rId83"/>
              </a:ext>
            </a:extLst>
          </a:blip>
          <a:stretch>
            <a:fillRect/>
          </a:stretch>
        </p:blipFill>
        <p:spPr>
          <a:xfrm>
            <a:off x="1671953" y="1471767"/>
            <a:ext cx="370207" cy="370207"/>
          </a:xfrm>
          <a:prstGeom prst="rect">
            <a:avLst/>
          </a:prstGeom>
        </p:spPr>
      </p:pic>
      <p:pic>
        <p:nvPicPr>
          <p:cNvPr id="200" name="CustomIcon">
            <a:extLst>
              <a:ext uri="{FF2B5EF4-FFF2-40B4-BE49-F238E27FC236}">
                <a16:creationId xmlns:a16="http://schemas.microsoft.com/office/drawing/2014/main" id="{E8158A9A-7281-74B7-CFE8-3D750A941AA6}"/>
              </a:ext>
            </a:extLst>
          </p:cNvPr>
          <p:cNvPicPr>
            <a:picLocks/>
          </p:cNvPicPr>
          <p:nvPr>
            <p:custDataLst>
              <p:tags r:id="rId23"/>
            </p:custDataLst>
          </p:nvPr>
        </p:nvPicPr>
        <p:blipFill>
          <a:blip>
            <a:extLst>
              <a:ext uri="{96DAC541-7B7A-43D3-8B79-37D633B846F1}">
                <asvg:svgBlip xmlns:asvg="http://schemas.microsoft.com/office/drawing/2016/SVG/main" r:embed="rId84"/>
              </a:ext>
            </a:extLst>
          </a:blip>
          <a:stretch>
            <a:fillRect/>
          </a:stretch>
        </p:blipFill>
        <p:spPr>
          <a:xfrm>
            <a:off x="1671953" y="2590407"/>
            <a:ext cx="370207" cy="370207"/>
          </a:xfrm>
          <a:prstGeom prst="rect">
            <a:avLst/>
          </a:prstGeom>
        </p:spPr>
      </p:pic>
      <p:pic>
        <p:nvPicPr>
          <p:cNvPr id="204" name="CustomIcon">
            <a:extLst>
              <a:ext uri="{FF2B5EF4-FFF2-40B4-BE49-F238E27FC236}">
                <a16:creationId xmlns:a16="http://schemas.microsoft.com/office/drawing/2014/main" id="{FCB0EA49-40C0-88F4-4957-AC930CD59AC8}"/>
              </a:ext>
            </a:extLst>
          </p:cNvPr>
          <p:cNvPicPr>
            <a:picLocks/>
          </p:cNvPicPr>
          <p:nvPr>
            <p:custDataLst>
              <p:tags r:id="rId24"/>
            </p:custDataLst>
          </p:nvPr>
        </p:nvPicPr>
        <p:blipFill>
          <a:blip>
            <a:extLst>
              <a:ext uri="{96DAC541-7B7A-43D3-8B79-37D633B846F1}">
                <asvg:svgBlip xmlns:asvg="http://schemas.microsoft.com/office/drawing/2016/SVG/main" r:embed="rId85"/>
              </a:ext>
            </a:extLst>
          </a:blip>
          <a:stretch>
            <a:fillRect/>
          </a:stretch>
        </p:blipFill>
        <p:spPr>
          <a:xfrm>
            <a:off x="1671953" y="3149727"/>
            <a:ext cx="370207" cy="370207"/>
          </a:xfrm>
          <a:prstGeom prst="rect">
            <a:avLst/>
          </a:prstGeom>
        </p:spPr>
      </p:pic>
      <p:sp>
        <p:nvSpPr>
          <p:cNvPr id="206" name="Rectangle 205">
            <a:extLst>
              <a:ext uri="{FF2B5EF4-FFF2-40B4-BE49-F238E27FC236}">
                <a16:creationId xmlns:a16="http://schemas.microsoft.com/office/drawing/2014/main" id="{59E88B04-FCCD-4608-5560-620C330AB62F}"/>
              </a:ext>
            </a:extLst>
          </p:cNvPr>
          <p:cNvSpPr>
            <a:spLocks/>
          </p:cNvSpPr>
          <p:nvPr/>
        </p:nvSpPr>
        <p:spPr>
          <a:xfrm>
            <a:off x="2143774" y="2573180"/>
            <a:ext cx="45719" cy="498780"/>
          </a:xfrm>
          <a:prstGeom prst="rect">
            <a:avLst/>
          </a:prstGeom>
          <a:solidFill>
            <a:schemeClr val="accent6">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90" name="TextBox 89">
            <a:extLst>
              <a:ext uri="{FF2B5EF4-FFF2-40B4-BE49-F238E27FC236}">
                <a16:creationId xmlns:a16="http://schemas.microsoft.com/office/drawing/2014/main" id="{A2D1E7D1-E18A-A25B-CF42-73CFC9591563}"/>
              </a:ext>
            </a:extLst>
          </p:cNvPr>
          <p:cNvSpPr txBox="1">
            <a:spLocks/>
          </p:cNvSpPr>
          <p:nvPr>
            <p:custDataLst>
              <p:tags r:id="rId25"/>
            </p:custDataLst>
          </p:nvPr>
        </p:nvSpPr>
        <p:spPr>
          <a:xfrm>
            <a:off x="2542290" y="147176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Automated Deployment</a:t>
            </a:r>
            <a:endParaRPr lang="sv-SE" sz="1200" dirty="0">
              <a:solidFill>
                <a:srgbClr val="000000"/>
              </a:solidFill>
              <a:cs typeface="Arial"/>
            </a:endParaRPr>
          </a:p>
        </p:txBody>
      </p:sp>
      <p:sp>
        <p:nvSpPr>
          <p:cNvPr id="93" name="TextBox 92">
            <a:extLst>
              <a:ext uri="{FF2B5EF4-FFF2-40B4-BE49-F238E27FC236}">
                <a16:creationId xmlns:a16="http://schemas.microsoft.com/office/drawing/2014/main" id="{175CFFF7-9D80-8893-C345-7EC200F75712}"/>
              </a:ext>
            </a:extLst>
          </p:cNvPr>
          <p:cNvSpPr txBox="1">
            <a:spLocks/>
          </p:cNvSpPr>
          <p:nvPr>
            <p:custDataLst>
              <p:tags r:id="rId26"/>
            </p:custDataLst>
          </p:nvPr>
        </p:nvSpPr>
        <p:spPr>
          <a:xfrm>
            <a:off x="2542290" y="175142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Containerization</a:t>
            </a:r>
            <a:endParaRPr lang="sv-SE" sz="1200" dirty="0">
              <a:solidFill>
                <a:srgbClr val="000000"/>
              </a:solidFill>
              <a:cs typeface="Arial"/>
            </a:endParaRPr>
          </a:p>
        </p:txBody>
      </p:sp>
      <p:sp>
        <p:nvSpPr>
          <p:cNvPr id="96" name="TextBox 95">
            <a:extLst>
              <a:ext uri="{FF2B5EF4-FFF2-40B4-BE49-F238E27FC236}">
                <a16:creationId xmlns:a16="http://schemas.microsoft.com/office/drawing/2014/main" id="{ECBCB86A-EEC9-94B9-DD03-C2E27CCD9121}"/>
              </a:ext>
            </a:extLst>
          </p:cNvPr>
          <p:cNvSpPr txBox="1">
            <a:spLocks/>
          </p:cNvSpPr>
          <p:nvPr>
            <p:custDataLst>
              <p:tags r:id="rId27"/>
            </p:custDataLst>
          </p:nvPr>
        </p:nvSpPr>
        <p:spPr>
          <a:xfrm>
            <a:off x="2542290" y="203108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Blue Green Deployment</a:t>
            </a:r>
            <a:endParaRPr lang="sv-SE" sz="1200" dirty="0">
              <a:solidFill>
                <a:srgbClr val="000000"/>
              </a:solidFill>
              <a:cs typeface="Arial"/>
            </a:endParaRPr>
          </a:p>
        </p:txBody>
      </p:sp>
      <p:sp>
        <p:nvSpPr>
          <p:cNvPr id="99" name="TextBox 98">
            <a:extLst>
              <a:ext uri="{FF2B5EF4-FFF2-40B4-BE49-F238E27FC236}">
                <a16:creationId xmlns:a16="http://schemas.microsoft.com/office/drawing/2014/main" id="{DEF9E6A7-C956-9669-CEF4-8C13376A2732}"/>
              </a:ext>
            </a:extLst>
          </p:cNvPr>
          <p:cNvSpPr txBox="1">
            <a:spLocks/>
          </p:cNvSpPr>
          <p:nvPr>
            <p:custDataLst>
              <p:tags r:id="rId28"/>
            </p:custDataLst>
          </p:nvPr>
        </p:nvSpPr>
        <p:spPr>
          <a:xfrm>
            <a:off x="2542290" y="231074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Canary Deployment</a:t>
            </a:r>
            <a:endParaRPr lang="sv-SE" sz="1200" dirty="0">
              <a:solidFill>
                <a:srgbClr val="000000"/>
              </a:solidFill>
              <a:cs typeface="Arial"/>
            </a:endParaRPr>
          </a:p>
        </p:txBody>
      </p:sp>
      <p:sp>
        <p:nvSpPr>
          <p:cNvPr id="102" name="TextBox 101">
            <a:extLst>
              <a:ext uri="{FF2B5EF4-FFF2-40B4-BE49-F238E27FC236}">
                <a16:creationId xmlns:a16="http://schemas.microsoft.com/office/drawing/2014/main" id="{717E6568-C579-FB02-8FD9-E195708CBADF}"/>
              </a:ext>
            </a:extLst>
          </p:cNvPr>
          <p:cNvSpPr txBox="1">
            <a:spLocks/>
          </p:cNvSpPr>
          <p:nvPr>
            <p:custDataLst>
              <p:tags r:id="rId29"/>
            </p:custDataLst>
          </p:nvPr>
        </p:nvSpPr>
        <p:spPr>
          <a:xfrm>
            <a:off x="2542290" y="259040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Configuration Management</a:t>
            </a:r>
            <a:endParaRPr lang="sv-SE" sz="1200" dirty="0">
              <a:solidFill>
                <a:srgbClr val="000000"/>
              </a:solidFill>
              <a:cs typeface="Arial"/>
            </a:endParaRPr>
          </a:p>
        </p:txBody>
      </p:sp>
      <p:sp>
        <p:nvSpPr>
          <p:cNvPr id="105" name="TextBox 104">
            <a:extLst>
              <a:ext uri="{FF2B5EF4-FFF2-40B4-BE49-F238E27FC236}">
                <a16:creationId xmlns:a16="http://schemas.microsoft.com/office/drawing/2014/main" id="{A7C0BFCA-1303-713A-6481-0AFB008EDD35}"/>
              </a:ext>
            </a:extLst>
          </p:cNvPr>
          <p:cNvSpPr txBox="1">
            <a:spLocks/>
          </p:cNvSpPr>
          <p:nvPr>
            <p:custDataLst>
              <p:tags r:id="rId30"/>
            </p:custDataLst>
          </p:nvPr>
        </p:nvSpPr>
        <p:spPr>
          <a:xfrm>
            <a:off x="2542290" y="287006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Configuration Security</a:t>
            </a:r>
            <a:endParaRPr lang="sv-SE" sz="1200" dirty="0">
              <a:solidFill>
                <a:srgbClr val="000000"/>
              </a:solidFill>
              <a:cs typeface="Arial"/>
            </a:endParaRPr>
          </a:p>
        </p:txBody>
      </p:sp>
      <p:sp>
        <p:nvSpPr>
          <p:cNvPr id="108" name="TextBox 107">
            <a:extLst>
              <a:ext uri="{FF2B5EF4-FFF2-40B4-BE49-F238E27FC236}">
                <a16:creationId xmlns:a16="http://schemas.microsoft.com/office/drawing/2014/main" id="{73C07C75-C515-CC1C-CB8E-69321C33E5C2}"/>
              </a:ext>
            </a:extLst>
          </p:cNvPr>
          <p:cNvSpPr txBox="1">
            <a:spLocks/>
          </p:cNvSpPr>
          <p:nvPr>
            <p:custDataLst>
              <p:tags r:id="rId31"/>
            </p:custDataLst>
          </p:nvPr>
        </p:nvSpPr>
        <p:spPr>
          <a:xfrm>
            <a:off x="2542290" y="314972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Incident Management</a:t>
            </a:r>
            <a:endParaRPr lang="sv-SE" sz="1200" dirty="0">
              <a:solidFill>
                <a:srgbClr val="000000"/>
              </a:solidFill>
              <a:cs typeface="Arial"/>
            </a:endParaRPr>
          </a:p>
        </p:txBody>
      </p:sp>
      <p:sp>
        <p:nvSpPr>
          <p:cNvPr id="111" name="TextBox 110">
            <a:extLst>
              <a:ext uri="{FF2B5EF4-FFF2-40B4-BE49-F238E27FC236}">
                <a16:creationId xmlns:a16="http://schemas.microsoft.com/office/drawing/2014/main" id="{F95F9300-94FE-6BF0-40D1-D6BD50E2C0DD}"/>
              </a:ext>
            </a:extLst>
          </p:cNvPr>
          <p:cNvSpPr txBox="1">
            <a:spLocks/>
          </p:cNvSpPr>
          <p:nvPr>
            <p:custDataLst>
              <p:tags r:id="rId32"/>
            </p:custDataLst>
          </p:nvPr>
        </p:nvSpPr>
        <p:spPr>
          <a:xfrm>
            <a:off x="2542290" y="342938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Front-end Monitoring</a:t>
            </a:r>
            <a:endParaRPr lang="sv-SE" sz="1200" dirty="0">
              <a:solidFill>
                <a:srgbClr val="000000"/>
              </a:solidFill>
              <a:cs typeface="Arial"/>
            </a:endParaRPr>
          </a:p>
        </p:txBody>
      </p:sp>
      <p:sp>
        <p:nvSpPr>
          <p:cNvPr id="114" name="TextBox 113">
            <a:extLst>
              <a:ext uri="{FF2B5EF4-FFF2-40B4-BE49-F238E27FC236}">
                <a16:creationId xmlns:a16="http://schemas.microsoft.com/office/drawing/2014/main" id="{3D4C64CA-E5F4-DB36-0FA1-916FC2B9DC60}"/>
              </a:ext>
            </a:extLst>
          </p:cNvPr>
          <p:cNvSpPr txBox="1">
            <a:spLocks/>
          </p:cNvSpPr>
          <p:nvPr>
            <p:custDataLst>
              <p:tags r:id="rId33"/>
            </p:custDataLst>
          </p:nvPr>
        </p:nvSpPr>
        <p:spPr>
          <a:xfrm>
            <a:off x="2542290" y="370904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Application Monitoring</a:t>
            </a:r>
            <a:endParaRPr lang="sv-SE" sz="1200" dirty="0">
              <a:solidFill>
                <a:srgbClr val="000000"/>
              </a:solidFill>
              <a:cs typeface="Arial"/>
            </a:endParaRPr>
          </a:p>
        </p:txBody>
      </p:sp>
      <p:sp>
        <p:nvSpPr>
          <p:cNvPr id="117" name="TextBox 116">
            <a:extLst>
              <a:ext uri="{FF2B5EF4-FFF2-40B4-BE49-F238E27FC236}">
                <a16:creationId xmlns:a16="http://schemas.microsoft.com/office/drawing/2014/main" id="{52B9D2DE-F07F-F441-482F-3EFDDAC15313}"/>
              </a:ext>
            </a:extLst>
          </p:cNvPr>
          <p:cNvSpPr txBox="1">
            <a:spLocks/>
          </p:cNvSpPr>
          <p:nvPr>
            <p:custDataLst>
              <p:tags r:id="rId34"/>
            </p:custDataLst>
          </p:nvPr>
        </p:nvSpPr>
        <p:spPr>
          <a:xfrm>
            <a:off x="2542290" y="398870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Infrastructure Monitoring</a:t>
            </a:r>
            <a:endParaRPr lang="sv-SE" sz="1200" dirty="0">
              <a:solidFill>
                <a:srgbClr val="000000"/>
              </a:solidFill>
              <a:cs typeface="Arial"/>
            </a:endParaRPr>
          </a:p>
        </p:txBody>
      </p:sp>
      <p:sp>
        <p:nvSpPr>
          <p:cNvPr id="120" name="TextBox 119">
            <a:extLst>
              <a:ext uri="{FF2B5EF4-FFF2-40B4-BE49-F238E27FC236}">
                <a16:creationId xmlns:a16="http://schemas.microsoft.com/office/drawing/2014/main" id="{2352BB89-769D-C70D-4B92-8AE94A9E4A18}"/>
              </a:ext>
            </a:extLst>
          </p:cNvPr>
          <p:cNvSpPr txBox="1">
            <a:spLocks/>
          </p:cNvSpPr>
          <p:nvPr>
            <p:custDataLst>
              <p:tags r:id="rId35"/>
            </p:custDataLst>
          </p:nvPr>
        </p:nvSpPr>
        <p:spPr>
          <a:xfrm>
            <a:off x="2542290" y="426836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Observability</a:t>
            </a:r>
            <a:endParaRPr lang="sv-SE" sz="1200" dirty="0">
              <a:solidFill>
                <a:srgbClr val="000000"/>
              </a:solidFill>
              <a:cs typeface="Arial"/>
            </a:endParaRPr>
          </a:p>
        </p:txBody>
      </p:sp>
      <p:sp>
        <p:nvSpPr>
          <p:cNvPr id="123" name="TextBox 122">
            <a:extLst>
              <a:ext uri="{FF2B5EF4-FFF2-40B4-BE49-F238E27FC236}">
                <a16:creationId xmlns:a16="http://schemas.microsoft.com/office/drawing/2014/main" id="{72BA3D55-5C2E-B535-EBC7-EECCDAD7C68E}"/>
              </a:ext>
            </a:extLst>
          </p:cNvPr>
          <p:cNvSpPr txBox="1">
            <a:spLocks/>
          </p:cNvSpPr>
          <p:nvPr>
            <p:custDataLst>
              <p:tags r:id="rId36"/>
            </p:custDataLst>
          </p:nvPr>
        </p:nvSpPr>
        <p:spPr>
          <a:xfrm>
            <a:off x="2542290" y="454802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Log Aggregation</a:t>
            </a:r>
            <a:endParaRPr lang="sv-SE" sz="1200" dirty="0">
              <a:solidFill>
                <a:srgbClr val="000000"/>
              </a:solidFill>
              <a:cs typeface="Arial"/>
            </a:endParaRPr>
          </a:p>
        </p:txBody>
      </p:sp>
      <p:sp>
        <p:nvSpPr>
          <p:cNvPr id="126" name="TextBox 125">
            <a:extLst>
              <a:ext uri="{FF2B5EF4-FFF2-40B4-BE49-F238E27FC236}">
                <a16:creationId xmlns:a16="http://schemas.microsoft.com/office/drawing/2014/main" id="{D25ECBFB-ED96-B024-C68F-7B0293C2D668}"/>
              </a:ext>
            </a:extLst>
          </p:cNvPr>
          <p:cNvSpPr txBox="1">
            <a:spLocks/>
          </p:cNvSpPr>
          <p:nvPr>
            <p:custDataLst>
              <p:tags r:id="rId37"/>
            </p:custDataLst>
          </p:nvPr>
        </p:nvSpPr>
        <p:spPr>
          <a:xfrm>
            <a:off x="2542290" y="482768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Logging</a:t>
            </a:r>
            <a:endParaRPr lang="sv-SE" sz="1200" dirty="0">
              <a:solidFill>
                <a:srgbClr val="000000"/>
              </a:solidFill>
              <a:cs typeface="Arial"/>
            </a:endParaRPr>
          </a:p>
        </p:txBody>
      </p:sp>
      <p:sp>
        <p:nvSpPr>
          <p:cNvPr id="129" name="TextBox 128">
            <a:extLst>
              <a:ext uri="{FF2B5EF4-FFF2-40B4-BE49-F238E27FC236}">
                <a16:creationId xmlns:a16="http://schemas.microsoft.com/office/drawing/2014/main" id="{1AADDCE8-4142-FCBE-5EDB-50B24FE26283}"/>
              </a:ext>
            </a:extLst>
          </p:cNvPr>
          <p:cNvSpPr txBox="1">
            <a:spLocks/>
          </p:cNvSpPr>
          <p:nvPr>
            <p:custDataLst>
              <p:tags r:id="rId38"/>
            </p:custDataLst>
          </p:nvPr>
        </p:nvSpPr>
        <p:spPr>
          <a:xfrm>
            <a:off x="2542290" y="510734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Self-healing Systems</a:t>
            </a:r>
            <a:endParaRPr lang="sv-SE" sz="1200" dirty="0">
              <a:solidFill>
                <a:srgbClr val="000000"/>
              </a:solidFill>
              <a:cs typeface="Arial"/>
            </a:endParaRPr>
          </a:p>
        </p:txBody>
      </p:sp>
      <p:sp>
        <p:nvSpPr>
          <p:cNvPr id="132" name="TextBox 131">
            <a:extLst>
              <a:ext uri="{FF2B5EF4-FFF2-40B4-BE49-F238E27FC236}">
                <a16:creationId xmlns:a16="http://schemas.microsoft.com/office/drawing/2014/main" id="{0BE7C4F2-3609-7071-F0BB-B286CA38A568}"/>
              </a:ext>
            </a:extLst>
          </p:cNvPr>
          <p:cNvSpPr txBox="1">
            <a:spLocks/>
          </p:cNvSpPr>
          <p:nvPr>
            <p:custDataLst>
              <p:tags r:id="rId39"/>
            </p:custDataLst>
          </p:nvPr>
        </p:nvSpPr>
        <p:spPr>
          <a:xfrm>
            <a:off x="2542290" y="538700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Blameless Post-Mortem</a:t>
            </a:r>
            <a:endParaRPr lang="sv-SE" sz="1200" dirty="0">
              <a:solidFill>
                <a:srgbClr val="000000"/>
              </a:solidFill>
              <a:cs typeface="Arial"/>
            </a:endParaRPr>
          </a:p>
        </p:txBody>
      </p:sp>
      <p:sp>
        <p:nvSpPr>
          <p:cNvPr id="135" name="TextBox 134">
            <a:extLst>
              <a:ext uri="{FF2B5EF4-FFF2-40B4-BE49-F238E27FC236}">
                <a16:creationId xmlns:a16="http://schemas.microsoft.com/office/drawing/2014/main" id="{226D05B3-7C48-E2DC-5362-4C3759D62FB0}"/>
              </a:ext>
            </a:extLst>
          </p:cNvPr>
          <p:cNvSpPr txBox="1">
            <a:spLocks/>
          </p:cNvSpPr>
          <p:nvPr>
            <p:custDataLst>
              <p:tags r:id="rId40"/>
            </p:custDataLst>
          </p:nvPr>
        </p:nvSpPr>
        <p:spPr>
          <a:xfrm>
            <a:off x="2542290" y="5666667"/>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Alerting</a:t>
            </a:r>
            <a:endParaRPr lang="sv-SE" sz="1200" dirty="0">
              <a:solidFill>
                <a:srgbClr val="000000"/>
              </a:solidFill>
              <a:cs typeface="Arial"/>
            </a:endParaRPr>
          </a:p>
        </p:txBody>
      </p:sp>
      <p:sp>
        <p:nvSpPr>
          <p:cNvPr id="138" name="TextBox 137">
            <a:extLst>
              <a:ext uri="{FF2B5EF4-FFF2-40B4-BE49-F238E27FC236}">
                <a16:creationId xmlns:a16="http://schemas.microsoft.com/office/drawing/2014/main" id="{9F80B850-3F49-968A-F4EF-624AF467BBCB}"/>
              </a:ext>
            </a:extLst>
          </p:cNvPr>
          <p:cNvSpPr txBox="1">
            <a:spLocks/>
          </p:cNvSpPr>
          <p:nvPr>
            <p:custDataLst>
              <p:tags r:id="rId41"/>
            </p:custDataLst>
          </p:nvPr>
        </p:nvSpPr>
        <p:spPr>
          <a:xfrm>
            <a:off x="2542290" y="5946325"/>
            <a:ext cx="2537710" cy="184666"/>
          </a:xfrm>
          <a:prstGeom prst="rect">
            <a:avLst/>
          </a:prstGeom>
          <a:noFill/>
          <a:ln w="6350">
            <a:noFill/>
            <a:miter lim="800000"/>
          </a:ln>
        </p:spPr>
        <p:txBody>
          <a:bodyPr vertOverflow="overflow" vert="horz" wrap="square" lIns="0" tIns="0" rIns="0" bIns="0" rtlCol="0" anchor="t" anchorCtr="0">
            <a:spAutoFit/>
          </a:bodyPr>
          <a:lstStyle/>
          <a:p>
            <a:pPr>
              <a:spcBef>
                <a:spcPts val="300"/>
              </a:spcBef>
              <a:spcAft>
                <a:spcPts val="300"/>
              </a:spcAft>
              <a:buNone/>
            </a:pPr>
            <a:r>
              <a:rPr lang="sv-SE" sz="1200">
                <a:solidFill>
                  <a:srgbClr val="000000"/>
                </a:solidFill>
                <a:cs typeface="Arial"/>
              </a:rPr>
              <a:t>Incident Recovery</a:t>
            </a:r>
            <a:endParaRPr lang="sv-SE" sz="1200" dirty="0">
              <a:solidFill>
                <a:srgbClr val="000000"/>
              </a:solidFill>
              <a:cs typeface="Arial"/>
            </a:endParaRPr>
          </a:p>
        </p:txBody>
      </p:sp>
      <p:sp>
        <p:nvSpPr>
          <p:cNvPr id="173" name="TrackerNumWhite 90">
            <a:extLst>
              <a:ext uri="{FF2B5EF4-FFF2-40B4-BE49-F238E27FC236}">
                <a16:creationId xmlns:a16="http://schemas.microsoft.com/office/drawing/2014/main" id="{E859C399-19F6-E9CC-B932-7E7628F2A3EA}"/>
              </a:ext>
            </a:extLst>
          </p:cNvPr>
          <p:cNvSpPr>
            <a:spLocks/>
          </p:cNvSpPr>
          <p:nvPr>
            <p:custDataLst>
              <p:tags r:id="rId42"/>
            </p:custDataLst>
          </p:nvPr>
        </p:nvSpPr>
        <p:spPr>
          <a:xfrm>
            <a:off x="2251725" y="173420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33</a:t>
            </a:r>
            <a:endParaRPr lang="sv-SE" sz="1200" dirty="0" err="1">
              <a:solidFill>
                <a:schemeClr val="accent1"/>
              </a:solidFill>
            </a:endParaRPr>
          </a:p>
        </p:txBody>
      </p:sp>
      <p:sp>
        <p:nvSpPr>
          <p:cNvPr id="174" name="TrackerNumWhite 90">
            <a:extLst>
              <a:ext uri="{FF2B5EF4-FFF2-40B4-BE49-F238E27FC236}">
                <a16:creationId xmlns:a16="http://schemas.microsoft.com/office/drawing/2014/main" id="{7B98726A-ADC0-2266-71F8-D40F8F10E28A}"/>
              </a:ext>
            </a:extLst>
          </p:cNvPr>
          <p:cNvSpPr>
            <a:spLocks/>
          </p:cNvSpPr>
          <p:nvPr>
            <p:custDataLst>
              <p:tags r:id="rId43"/>
            </p:custDataLst>
          </p:nvPr>
        </p:nvSpPr>
        <p:spPr>
          <a:xfrm>
            <a:off x="2251725" y="201386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34</a:t>
            </a:r>
            <a:endParaRPr lang="sv-SE" sz="1200" dirty="0" err="1">
              <a:solidFill>
                <a:schemeClr val="accent1"/>
              </a:solidFill>
            </a:endParaRPr>
          </a:p>
        </p:txBody>
      </p:sp>
      <p:sp>
        <p:nvSpPr>
          <p:cNvPr id="172" name="TrackerNumWhite 90">
            <a:extLst>
              <a:ext uri="{FF2B5EF4-FFF2-40B4-BE49-F238E27FC236}">
                <a16:creationId xmlns:a16="http://schemas.microsoft.com/office/drawing/2014/main" id="{ECC0093D-2066-1278-459B-1F41CD7C59B6}"/>
              </a:ext>
            </a:extLst>
          </p:cNvPr>
          <p:cNvSpPr>
            <a:spLocks/>
          </p:cNvSpPr>
          <p:nvPr>
            <p:custDataLst>
              <p:tags r:id="rId44"/>
            </p:custDataLst>
          </p:nvPr>
        </p:nvSpPr>
        <p:spPr>
          <a:xfrm>
            <a:off x="2251725" y="14545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32</a:t>
            </a:r>
          </a:p>
        </p:txBody>
      </p:sp>
      <p:sp>
        <p:nvSpPr>
          <p:cNvPr id="175" name="TrackerNumWhite 90">
            <a:extLst>
              <a:ext uri="{FF2B5EF4-FFF2-40B4-BE49-F238E27FC236}">
                <a16:creationId xmlns:a16="http://schemas.microsoft.com/office/drawing/2014/main" id="{2AA3B9A1-C882-2C78-5ECE-5589C3A20B06}"/>
              </a:ext>
            </a:extLst>
          </p:cNvPr>
          <p:cNvSpPr>
            <a:spLocks/>
          </p:cNvSpPr>
          <p:nvPr>
            <p:custDataLst>
              <p:tags r:id="rId45"/>
            </p:custDataLst>
          </p:nvPr>
        </p:nvSpPr>
        <p:spPr>
          <a:xfrm>
            <a:off x="2251725" y="229352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35</a:t>
            </a:r>
            <a:endParaRPr lang="sv-SE" sz="1200" dirty="0" err="1">
              <a:solidFill>
                <a:schemeClr val="accent1"/>
              </a:solidFill>
            </a:endParaRPr>
          </a:p>
        </p:txBody>
      </p:sp>
      <p:sp>
        <p:nvSpPr>
          <p:cNvPr id="179" name="TrackerNumWhite 90">
            <a:extLst>
              <a:ext uri="{FF2B5EF4-FFF2-40B4-BE49-F238E27FC236}">
                <a16:creationId xmlns:a16="http://schemas.microsoft.com/office/drawing/2014/main" id="{4B7F1F22-03F3-377E-5B5E-D1D331171E43}"/>
              </a:ext>
            </a:extLst>
          </p:cNvPr>
          <p:cNvSpPr>
            <a:spLocks/>
          </p:cNvSpPr>
          <p:nvPr>
            <p:custDataLst>
              <p:tags r:id="rId46"/>
            </p:custDataLst>
          </p:nvPr>
        </p:nvSpPr>
        <p:spPr>
          <a:xfrm>
            <a:off x="2251725" y="341216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39</a:t>
            </a:r>
            <a:endParaRPr lang="sv-SE" sz="1200" dirty="0" err="1">
              <a:solidFill>
                <a:schemeClr val="accent1"/>
              </a:solidFill>
            </a:endParaRPr>
          </a:p>
        </p:txBody>
      </p:sp>
      <p:sp>
        <p:nvSpPr>
          <p:cNvPr id="180" name="TrackerNumWhite 90">
            <a:extLst>
              <a:ext uri="{FF2B5EF4-FFF2-40B4-BE49-F238E27FC236}">
                <a16:creationId xmlns:a16="http://schemas.microsoft.com/office/drawing/2014/main" id="{AF0FF2DE-4A86-C36D-88AE-8CE75AA54CA9}"/>
              </a:ext>
            </a:extLst>
          </p:cNvPr>
          <p:cNvSpPr>
            <a:spLocks/>
          </p:cNvSpPr>
          <p:nvPr>
            <p:custDataLst>
              <p:tags r:id="rId47"/>
            </p:custDataLst>
          </p:nvPr>
        </p:nvSpPr>
        <p:spPr>
          <a:xfrm>
            <a:off x="2251725" y="369182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40</a:t>
            </a:r>
            <a:endParaRPr lang="sv-SE" sz="1200" dirty="0" err="1">
              <a:solidFill>
                <a:schemeClr val="accent1"/>
              </a:solidFill>
            </a:endParaRPr>
          </a:p>
        </p:txBody>
      </p:sp>
      <p:sp>
        <p:nvSpPr>
          <p:cNvPr id="181" name="TrackerNumWhite 90">
            <a:extLst>
              <a:ext uri="{FF2B5EF4-FFF2-40B4-BE49-F238E27FC236}">
                <a16:creationId xmlns:a16="http://schemas.microsoft.com/office/drawing/2014/main" id="{DF1F0AB5-6BC8-6DA8-7BC4-647C9845D517}"/>
              </a:ext>
            </a:extLst>
          </p:cNvPr>
          <p:cNvSpPr>
            <a:spLocks/>
          </p:cNvSpPr>
          <p:nvPr>
            <p:custDataLst>
              <p:tags r:id="rId48"/>
            </p:custDataLst>
          </p:nvPr>
        </p:nvSpPr>
        <p:spPr>
          <a:xfrm>
            <a:off x="2251725" y="397148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41</a:t>
            </a:r>
            <a:endParaRPr lang="sv-SE" sz="1200" dirty="0" err="1">
              <a:solidFill>
                <a:schemeClr val="accent1"/>
              </a:solidFill>
            </a:endParaRPr>
          </a:p>
        </p:txBody>
      </p:sp>
      <p:sp>
        <p:nvSpPr>
          <p:cNvPr id="182" name="TrackerNumWhite 90">
            <a:extLst>
              <a:ext uri="{FF2B5EF4-FFF2-40B4-BE49-F238E27FC236}">
                <a16:creationId xmlns:a16="http://schemas.microsoft.com/office/drawing/2014/main" id="{2849F33B-E9DD-A49C-B332-89E190DDD8B0}"/>
              </a:ext>
            </a:extLst>
          </p:cNvPr>
          <p:cNvSpPr>
            <a:spLocks/>
          </p:cNvSpPr>
          <p:nvPr>
            <p:custDataLst>
              <p:tags r:id="rId49"/>
            </p:custDataLst>
          </p:nvPr>
        </p:nvSpPr>
        <p:spPr>
          <a:xfrm>
            <a:off x="2251725" y="42511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42</a:t>
            </a:r>
            <a:endParaRPr lang="sv-SE" sz="1200" dirty="0" err="1">
              <a:solidFill>
                <a:schemeClr val="accent1"/>
              </a:solidFill>
            </a:endParaRPr>
          </a:p>
        </p:txBody>
      </p:sp>
      <p:sp>
        <p:nvSpPr>
          <p:cNvPr id="183" name="TrackerNumWhite 90">
            <a:extLst>
              <a:ext uri="{FF2B5EF4-FFF2-40B4-BE49-F238E27FC236}">
                <a16:creationId xmlns:a16="http://schemas.microsoft.com/office/drawing/2014/main" id="{20B20DFD-1BD1-C698-FE99-56781AFE6EBB}"/>
              </a:ext>
            </a:extLst>
          </p:cNvPr>
          <p:cNvSpPr>
            <a:spLocks/>
          </p:cNvSpPr>
          <p:nvPr>
            <p:custDataLst>
              <p:tags r:id="rId50"/>
            </p:custDataLst>
          </p:nvPr>
        </p:nvSpPr>
        <p:spPr>
          <a:xfrm>
            <a:off x="2251725" y="453080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43</a:t>
            </a:r>
            <a:endParaRPr lang="sv-SE" sz="1200" dirty="0" err="1">
              <a:solidFill>
                <a:schemeClr val="accent1"/>
              </a:solidFill>
            </a:endParaRPr>
          </a:p>
        </p:txBody>
      </p:sp>
      <p:sp>
        <p:nvSpPr>
          <p:cNvPr id="184" name="TrackerNumWhite 90">
            <a:extLst>
              <a:ext uri="{FF2B5EF4-FFF2-40B4-BE49-F238E27FC236}">
                <a16:creationId xmlns:a16="http://schemas.microsoft.com/office/drawing/2014/main" id="{5F0F223F-4161-5250-9251-763541B0E120}"/>
              </a:ext>
            </a:extLst>
          </p:cNvPr>
          <p:cNvSpPr>
            <a:spLocks/>
          </p:cNvSpPr>
          <p:nvPr>
            <p:custDataLst>
              <p:tags r:id="rId51"/>
            </p:custDataLst>
          </p:nvPr>
        </p:nvSpPr>
        <p:spPr>
          <a:xfrm>
            <a:off x="2251725" y="481046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44</a:t>
            </a:r>
            <a:endParaRPr lang="sv-SE" sz="1200" dirty="0" err="1">
              <a:solidFill>
                <a:schemeClr val="accent1"/>
              </a:solidFill>
            </a:endParaRPr>
          </a:p>
        </p:txBody>
      </p:sp>
      <p:sp>
        <p:nvSpPr>
          <p:cNvPr id="185" name="TrackerNumWhite 90">
            <a:extLst>
              <a:ext uri="{FF2B5EF4-FFF2-40B4-BE49-F238E27FC236}">
                <a16:creationId xmlns:a16="http://schemas.microsoft.com/office/drawing/2014/main" id="{6E3F1C45-DF86-70F4-82DA-00C5736F088D}"/>
              </a:ext>
            </a:extLst>
          </p:cNvPr>
          <p:cNvSpPr>
            <a:spLocks/>
          </p:cNvSpPr>
          <p:nvPr>
            <p:custDataLst>
              <p:tags r:id="rId52"/>
            </p:custDataLst>
          </p:nvPr>
        </p:nvSpPr>
        <p:spPr>
          <a:xfrm>
            <a:off x="2251725" y="509012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45</a:t>
            </a:r>
            <a:endParaRPr lang="sv-SE" sz="1200" dirty="0" err="1">
              <a:solidFill>
                <a:schemeClr val="accent1"/>
              </a:solidFill>
            </a:endParaRPr>
          </a:p>
        </p:txBody>
      </p:sp>
      <p:sp>
        <p:nvSpPr>
          <p:cNvPr id="186" name="TrackerNumWhite 90">
            <a:extLst>
              <a:ext uri="{FF2B5EF4-FFF2-40B4-BE49-F238E27FC236}">
                <a16:creationId xmlns:a16="http://schemas.microsoft.com/office/drawing/2014/main" id="{6B4C5CC8-DE43-9883-12EC-E7D6D9CA97CC}"/>
              </a:ext>
            </a:extLst>
          </p:cNvPr>
          <p:cNvSpPr>
            <a:spLocks/>
          </p:cNvSpPr>
          <p:nvPr>
            <p:custDataLst>
              <p:tags r:id="rId53"/>
            </p:custDataLst>
          </p:nvPr>
        </p:nvSpPr>
        <p:spPr>
          <a:xfrm>
            <a:off x="2251725" y="536978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46</a:t>
            </a:r>
            <a:endParaRPr lang="sv-SE" sz="1200" dirty="0" err="1">
              <a:solidFill>
                <a:schemeClr val="accent1"/>
              </a:solidFill>
            </a:endParaRPr>
          </a:p>
        </p:txBody>
      </p:sp>
      <p:sp>
        <p:nvSpPr>
          <p:cNvPr id="178" name="TrackerNumWhite 90">
            <a:extLst>
              <a:ext uri="{FF2B5EF4-FFF2-40B4-BE49-F238E27FC236}">
                <a16:creationId xmlns:a16="http://schemas.microsoft.com/office/drawing/2014/main" id="{F5C16854-C519-C928-BADD-941D4F3FE234}"/>
              </a:ext>
            </a:extLst>
          </p:cNvPr>
          <p:cNvSpPr>
            <a:spLocks/>
          </p:cNvSpPr>
          <p:nvPr>
            <p:custDataLst>
              <p:tags r:id="rId54"/>
            </p:custDataLst>
          </p:nvPr>
        </p:nvSpPr>
        <p:spPr>
          <a:xfrm>
            <a:off x="2251725" y="313250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38</a:t>
            </a:r>
          </a:p>
        </p:txBody>
      </p:sp>
      <p:sp>
        <p:nvSpPr>
          <p:cNvPr id="187" name="TrackerNumWhite 90">
            <a:extLst>
              <a:ext uri="{FF2B5EF4-FFF2-40B4-BE49-F238E27FC236}">
                <a16:creationId xmlns:a16="http://schemas.microsoft.com/office/drawing/2014/main" id="{8A14203F-E669-B877-094F-0CE7C6893F9B}"/>
              </a:ext>
            </a:extLst>
          </p:cNvPr>
          <p:cNvSpPr>
            <a:spLocks/>
          </p:cNvSpPr>
          <p:nvPr>
            <p:custDataLst>
              <p:tags r:id="rId55"/>
            </p:custDataLst>
          </p:nvPr>
        </p:nvSpPr>
        <p:spPr>
          <a:xfrm>
            <a:off x="2251725" y="5929098"/>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48</a:t>
            </a:r>
            <a:endParaRPr lang="sv-SE" sz="1200" dirty="0" err="1">
              <a:solidFill>
                <a:schemeClr val="accent1"/>
              </a:solidFill>
            </a:endParaRPr>
          </a:p>
        </p:txBody>
      </p:sp>
      <p:sp>
        <p:nvSpPr>
          <p:cNvPr id="188" name="TrackerNumWhite 90">
            <a:extLst>
              <a:ext uri="{FF2B5EF4-FFF2-40B4-BE49-F238E27FC236}">
                <a16:creationId xmlns:a16="http://schemas.microsoft.com/office/drawing/2014/main" id="{D6F07C69-76A6-E292-0597-AD7D64457B92}"/>
              </a:ext>
            </a:extLst>
          </p:cNvPr>
          <p:cNvSpPr>
            <a:spLocks/>
          </p:cNvSpPr>
          <p:nvPr>
            <p:custDataLst>
              <p:tags r:id="rId56"/>
            </p:custDataLst>
          </p:nvPr>
        </p:nvSpPr>
        <p:spPr>
          <a:xfrm>
            <a:off x="2251725" y="56494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47</a:t>
            </a:r>
            <a:endParaRPr lang="sv-SE" sz="1200" dirty="0" err="1">
              <a:solidFill>
                <a:schemeClr val="accent1"/>
              </a:solidFill>
            </a:endParaRPr>
          </a:p>
        </p:txBody>
      </p:sp>
      <p:sp>
        <p:nvSpPr>
          <p:cNvPr id="176" name="TrackerNumWhite 90">
            <a:extLst>
              <a:ext uri="{FF2B5EF4-FFF2-40B4-BE49-F238E27FC236}">
                <a16:creationId xmlns:a16="http://schemas.microsoft.com/office/drawing/2014/main" id="{96854569-0A11-6DB7-6AEA-70A3429B6DCF}"/>
              </a:ext>
            </a:extLst>
          </p:cNvPr>
          <p:cNvSpPr>
            <a:spLocks/>
          </p:cNvSpPr>
          <p:nvPr>
            <p:custDataLst>
              <p:tags r:id="rId57"/>
            </p:custDataLst>
          </p:nvPr>
        </p:nvSpPr>
        <p:spPr>
          <a:xfrm>
            <a:off x="2251725" y="257318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dirty="0">
                <a:solidFill>
                  <a:schemeClr val="accent1"/>
                </a:solidFill>
              </a:rPr>
              <a:t>36</a:t>
            </a:r>
          </a:p>
        </p:txBody>
      </p:sp>
      <p:sp>
        <p:nvSpPr>
          <p:cNvPr id="177" name="TrackerNumWhite 90">
            <a:extLst>
              <a:ext uri="{FF2B5EF4-FFF2-40B4-BE49-F238E27FC236}">
                <a16:creationId xmlns:a16="http://schemas.microsoft.com/office/drawing/2014/main" id="{28D25D73-4CCE-0584-5CF0-1DC0EA8C4603}"/>
              </a:ext>
            </a:extLst>
          </p:cNvPr>
          <p:cNvSpPr>
            <a:spLocks/>
          </p:cNvSpPr>
          <p:nvPr>
            <p:custDataLst>
              <p:tags r:id="rId58"/>
            </p:custDataLst>
          </p:nvPr>
        </p:nvSpPr>
        <p:spPr>
          <a:xfrm>
            <a:off x="2251725" y="2852840"/>
            <a:ext cx="216950" cy="21912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200">
                <a:solidFill>
                  <a:schemeClr val="accent1"/>
                </a:solidFill>
              </a:rPr>
              <a:t>37</a:t>
            </a:r>
            <a:endParaRPr lang="sv-SE" sz="1200" dirty="0" err="1">
              <a:solidFill>
                <a:schemeClr val="accent1"/>
              </a:solidFill>
            </a:endParaRPr>
          </a:p>
        </p:txBody>
      </p:sp>
      <p:sp>
        <p:nvSpPr>
          <p:cNvPr id="91" name="TextBox 90">
            <a:extLst>
              <a:ext uri="{FF2B5EF4-FFF2-40B4-BE49-F238E27FC236}">
                <a16:creationId xmlns:a16="http://schemas.microsoft.com/office/drawing/2014/main" id="{06E8C879-4781-C9ED-0F72-98E7C21B37E1}"/>
              </a:ext>
            </a:extLst>
          </p:cNvPr>
          <p:cNvSpPr txBox="1">
            <a:spLocks/>
          </p:cNvSpPr>
          <p:nvPr>
            <p:custDataLst>
              <p:tags r:id="rId59"/>
            </p:custDataLst>
          </p:nvPr>
        </p:nvSpPr>
        <p:spPr>
          <a:xfrm>
            <a:off x="5254172" y="14717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dirty="0">
                <a:solidFill>
                  <a:srgbClr val="000000"/>
                </a:solidFill>
                <a:cs typeface="Arial"/>
              </a:rPr>
              <a:t>Use CI/CD tools to automate deployments, ensuring consistent &amp; repeatable processes</a:t>
            </a:r>
            <a:endParaRPr lang="sv-SE" sz="1200" dirty="0">
              <a:solidFill>
                <a:srgbClr val="000000"/>
              </a:solidFill>
              <a:cs typeface="Arial"/>
            </a:endParaRPr>
          </a:p>
        </p:txBody>
      </p:sp>
      <p:sp>
        <p:nvSpPr>
          <p:cNvPr id="94" name="TextBox 93">
            <a:extLst>
              <a:ext uri="{FF2B5EF4-FFF2-40B4-BE49-F238E27FC236}">
                <a16:creationId xmlns:a16="http://schemas.microsoft.com/office/drawing/2014/main" id="{E6648D3C-CC4A-3A25-2783-3FA07E436BB1}"/>
              </a:ext>
            </a:extLst>
          </p:cNvPr>
          <p:cNvSpPr txBox="1">
            <a:spLocks/>
          </p:cNvSpPr>
          <p:nvPr>
            <p:custDataLst>
              <p:tags r:id="rId60"/>
            </p:custDataLst>
          </p:nvPr>
        </p:nvSpPr>
        <p:spPr>
          <a:xfrm>
            <a:off x="5254172" y="175142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Package applications in containers for consistency across environments &amp; ease of deployment</a:t>
            </a:r>
            <a:endParaRPr lang="sv-SE" sz="1200" dirty="0">
              <a:solidFill>
                <a:srgbClr val="000000"/>
              </a:solidFill>
              <a:cs typeface="Arial"/>
            </a:endParaRPr>
          </a:p>
        </p:txBody>
      </p:sp>
      <p:sp>
        <p:nvSpPr>
          <p:cNvPr id="97" name="TextBox 96">
            <a:extLst>
              <a:ext uri="{FF2B5EF4-FFF2-40B4-BE49-F238E27FC236}">
                <a16:creationId xmlns:a16="http://schemas.microsoft.com/office/drawing/2014/main" id="{52AD4157-AF9B-919B-DA1D-ED52ED18A1EA}"/>
              </a:ext>
            </a:extLst>
          </p:cNvPr>
          <p:cNvSpPr txBox="1">
            <a:spLocks/>
          </p:cNvSpPr>
          <p:nvPr>
            <p:custDataLst>
              <p:tags r:id="rId61"/>
            </p:custDataLst>
          </p:nvPr>
        </p:nvSpPr>
        <p:spPr>
          <a:xfrm>
            <a:off x="5254172" y="203108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Maintain two environments (blue &amp; green) to switch traffic for zero-downtime deployments</a:t>
            </a:r>
            <a:endParaRPr lang="sv-SE" sz="1200" dirty="0">
              <a:solidFill>
                <a:srgbClr val="000000"/>
              </a:solidFill>
              <a:cs typeface="Arial"/>
            </a:endParaRPr>
          </a:p>
        </p:txBody>
      </p:sp>
      <p:sp>
        <p:nvSpPr>
          <p:cNvPr id="100" name="TextBox 99">
            <a:extLst>
              <a:ext uri="{FF2B5EF4-FFF2-40B4-BE49-F238E27FC236}">
                <a16:creationId xmlns:a16="http://schemas.microsoft.com/office/drawing/2014/main" id="{CA34B30F-3234-FC7D-EFD6-406806B4F04F}"/>
              </a:ext>
            </a:extLst>
          </p:cNvPr>
          <p:cNvSpPr txBox="1">
            <a:spLocks/>
          </p:cNvSpPr>
          <p:nvPr>
            <p:custDataLst>
              <p:tags r:id="rId62"/>
            </p:custDataLst>
          </p:nvPr>
        </p:nvSpPr>
        <p:spPr>
          <a:xfrm>
            <a:off x="5254172" y="231074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Gradually roll out changes to small user subset before full-scale deployment to minimize risk</a:t>
            </a:r>
            <a:endParaRPr lang="sv-SE" sz="1200" dirty="0">
              <a:solidFill>
                <a:srgbClr val="000000"/>
              </a:solidFill>
              <a:cs typeface="Arial"/>
            </a:endParaRPr>
          </a:p>
        </p:txBody>
      </p:sp>
      <p:sp>
        <p:nvSpPr>
          <p:cNvPr id="103" name="TextBox 102">
            <a:extLst>
              <a:ext uri="{FF2B5EF4-FFF2-40B4-BE49-F238E27FC236}">
                <a16:creationId xmlns:a16="http://schemas.microsoft.com/office/drawing/2014/main" id="{F0EF7C18-3E44-11C1-8F0B-4EA269590A08}"/>
              </a:ext>
            </a:extLst>
          </p:cNvPr>
          <p:cNvSpPr txBox="1">
            <a:spLocks/>
          </p:cNvSpPr>
          <p:nvPr>
            <p:custDataLst>
              <p:tags r:id="rId63"/>
            </p:custDataLst>
          </p:nvPr>
        </p:nvSpPr>
        <p:spPr>
          <a:xfrm>
            <a:off x="5254172" y="259040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IaC tools for managing &amp; versioning configurations, for consistency across environments</a:t>
            </a:r>
            <a:endParaRPr lang="sv-SE" sz="1200" dirty="0">
              <a:solidFill>
                <a:srgbClr val="000000"/>
              </a:solidFill>
              <a:cs typeface="Arial"/>
            </a:endParaRPr>
          </a:p>
        </p:txBody>
      </p:sp>
      <p:sp>
        <p:nvSpPr>
          <p:cNvPr id="106" name="TextBox 105">
            <a:extLst>
              <a:ext uri="{FF2B5EF4-FFF2-40B4-BE49-F238E27FC236}">
                <a16:creationId xmlns:a16="http://schemas.microsoft.com/office/drawing/2014/main" id="{AFD0B7DA-993F-1CA4-5A38-949A6D6F6C53}"/>
              </a:ext>
            </a:extLst>
          </p:cNvPr>
          <p:cNvSpPr txBox="1">
            <a:spLocks/>
          </p:cNvSpPr>
          <p:nvPr>
            <p:custDataLst>
              <p:tags r:id="rId64"/>
            </p:custDataLst>
          </p:nvPr>
        </p:nvSpPr>
        <p:spPr>
          <a:xfrm>
            <a:off x="5254172" y="28700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Integrate checks into configuration management to detect &amp; remediate vulnerabilities early</a:t>
            </a:r>
            <a:endParaRPr lang="sv-SE" sz="1200" dirty="0">
              <a:solidFill>
                <a:srgbClr val="000000"/>
              </a:solidFill>
              <a:cs typeface="Arial"/>
            </a:endParaRPr>
          </a:p>
        </p:txBody>
      </p:sp>
      <p:sp>
        <p:nvSpPr>
          <p:cNvPr id="109" name="TextBox 108">
            <a:extLst>
              <a:ext uri="{FF2B5EF4-FFF2-40B4-BE49-F238E27FC236}">
                <a16:creationId xmlns:a16="http://schemas.microsoft.com/office/drawing/2014/main" id="{ECE39341-DD9F-C714-BAC9-E132212D3875}"/>
              </a:ext>
            </a:extLst>
          </p:cNvPr>
          <p:cNvSpPr txBox="1">
            <a:spLocks/>
          </p:cNvSpPr>
          <p:nvPr>
            <p:custDataLst>
              <p:tags r:id="rId65"/>
            </p:custDataLst>
          </p:nvPr>
        </p:nvSpPr>
        <p:spPr>
          <a:xfrm>
            <a:off x="5254172" y="314972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sv-SE" sz="1200">
                <a:solidFill>
                  <a:srgbClr val="000000"/>
                </a:solidFill>
                <a:cs typeface="Arial"/>
              </a:rPr>
              <a:t>Establish incident management process, roles, responsibilities, &amp; communication protocols</a:t>
            </a:r>
            <a:endParaRPr lang="sv-SE" sz="1200" dirty="0">
              <a:solidFill>
                <a:srgbClr val="000000"/>
              </a:solidFill>
              <a:cs typeface="Arial"/>
            </a:endParaRPr>
          </a:p>
        </p:txBody>
      </p:sp>
      <p:sp>
        <p:nvSpPr>
          <p:cNvPr id="112" name="TextBox 111">
            <a:extLst>
              <a:ext uri="{FF2B5EF4-FFF2-40B4-BE49-F238E27FC236}">
                <a16:creationId xmlns:a16="http://schemas.microsoft.com/office/drawing/2014/main" id="{F8007617-0B18-0E4D-A79C-1D8DCAC08314}"/>
              </a:ext>
            </a:extLst>
          </p:cNvPr>
          <p:cNvSpPr txBox="1">
            <a:spLocks/>
          </p:cNvSpPr>
          <p:nvPr>
            <p:custDataLst>
              <p:tags r:id="rId66"/>
            </p:custDataLst>
          </p:nvPr>
        </p:nvSpPr>
        <p:spPr>
          <a:xfrm>
            <a:off x="5254172" y="342938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Utilize tools to monitor front-end user experience &amp; performance to detect &amp; address issues</a:t>
            </a:r>
            <a:endParaRPr lang="sv-SE" sz="1200" dirty="0">
              <a:solidFill>
                <a:srgbClr val="000000"/>
              </a:solidFill>
              <a:cs typeface="Arial"/>
            </a:endParaRPr>
          </a:p>
        </p:txBody>
      </p:sp>
      <p:sp>
        <p:nvSpPr>
          <p:cNvPr id="115" name="TextBox 114">
            <a:extLst>
              <a:ext uri="{FF2B5EF4-FFF2-40B4-BE49-F238E27FC236}">
                <a16:creationId xmlns:a16="http://schemas.microsoft.com/office/drawing/2014/main" id="{1E4A4BE8-FE93-5431-DF93-574CA8C4B3BB}"/>
              </a:ext>
            </a:extLst>
          </p:cNvPr>
          <p:cNvSpPr txBox="1">
            <a:spLocks/>
          </p:cNvSpPr>
          <p:nvPr>
            <p:custDataLst>
              <p:tags r:id="rId67"/>
            </p:custDataLst>
          </p:nvPr>
        </p:nvSpPr>
        <p:spPr>
          <a:xfrm>
            <a:off x="5254172" y="370904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Use APM¹ tools to track application health and performance metrics</a:t>
            </a:r>
            <a:endParaRPr lang="sv-SE" sz="1200" dirty="0">
              <a:solidFill>
                <a:srgbClr val="000000"/>
              </a:solidFill>
              <a:cs typeface="Arial"/>
            </a:endParaRPr>
          </a:p>
        </p:txBody>
      </p:sp>
      <p:sp>
        <p:nvSpPr>
          <p:cNvPr id="118" name="TextBox 117">
            <a:extLst>
              <a:ext uri="{FF2B5EF4-FFF2-40B4-BE49-F238E27FC236}">
                <a16:creationId xmlns:a16="http://schemas.microsoft.com/office/drawing/2014/main" id="{9FDF6DF5-55C0-6CD5-632A-63914B30F30A}"/>
              </a:ext>
            </a:extLst>
          </p:cNvPr>
          <p:cNvSpPr txBox="1">
            <a:spLocks/>
          </p:cNvSpPr>
          <p:nvPr>
            <p:custDataLst>
              <p:tags r:id="rId68"/>
            </p:custDataLst>
          </p:nvPr>
        </p:nvSpPr>
        <p:spPr>
          <a:xfrm>
            <a:off x="5254172" y="398870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Continuously monitor underlying infrastructure to ensure stability, performance, &amp; availability</a:t>
            </a:r>
            <a:endParaRPr lang="sv-SE" sz="1200" dirty="0">
              <a:solidFill>
                <a:srgbClr val="000000"/>
              </a:solidFill>
              <a:cs typeface="Arial"/>
            </a:endParaRPr>
          </a:p>
        </p:txBody>
      </p:sp>
      <p:sp>
        <p:nvSpPr>
          <p:cNvPr id="121" name="TextBox 120">
            <a:extLst>
              <a:ext uri="{FF2B5EF4-FFF2-40B4-BE49-F238E27FC236}">
                <a16:creationId xmlns:a16="http://schemas.microsoft.com/office/drawing/2014/main" id="{D5A723C0-CE3A-3FA9-C331-16542B72EEC7}"/>
              </a:ext>
            </a:extLst>
          </p:cNvPr>
          <p:cNvSpPr txBox="1">
            <a:spLocks/>
          </p:cNvSpPr>
          <p:nvPr>
            <p:custDataLst>
              <p:tags r:id="rId69"/>
            </p:custDataLst>
          </p:nvPr>
        </p:nvSpPr>
        <p:spPr>
          <a:xfrm>
            <a:off x="5254172" y="42683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Develop comprehensive observability strategy with metrics, logs, &amp; traces for E2E visibility</a:t>
            </a:r>
            <a:endParaRPr lang="sv-SE" sz="1200" dirty="0">
              <a:solidFill>
                <a:srgbClr val="000000"/>
              </a:solidFill>
              <a:cs typeface="Arial"/>
            </a:endParaRPr>
          </a:p>
        </p:txBody>
      </p:sp>
      <p:sp>
        <p:nvSpPr>
          <p:cNvPr id="124" name="TextBox 123">
            <a:extLst>
              <a:ext uri="{FF2B5EF4-FFF2-40B4-BE49-F238E27FC236}">
                <a16:creationId xmlns:a16="http://schemas.microsoft.com/office/drawing/2014/main" id="{162819FF-7CAC-5104-021B-8836BC9F29E7}"/>
              </a:ext>
            </a:extLst>
          </p:cNvPr>
          <p:cNvSpPr txBox="1">
            <a:spLocks/>
          </p:cNvSpPr>
          <p:nvPr>
            <p:custDataLst>
              <p:tags r:id="rId70"/>
            </p:custDataLst>
          </p:nvPr>
        </p:nvSpPr>
        <p:spPr>
          <a:xfrm>
            <a:off x="5254172" y="454802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Centralize logs from different sources to one repository for easier analysis &amp; troubleshooting</a:t>
            </a:r>
            <a:endParaRPr lang="sv-SE" sz="1200" dirty="0">
              <a:solidFill>
                <a:srgbClr val="000000"/>
              </a:solidFill>
              <a:cs typeface="Arial"/>
            </a:endParaRPr>
          </a:p>
        </p:txBody>
      </p:sp>
      <p:sp>
        <p:nvSpPr>
          <p:cNvPr id="127" name="TextBox 126">
            <a:extLst>
              <a:ext uri="{FF2B5EF4-FFF2-40B4-BE49-F238E27FC236}">
                <a16:creationId xmlns:a16="http://schemas.microsoft.com/office/drawing/2014/main" id="{63E1B088-F257-E8ED-85AB-9196E68FD2BB}"/>
              </a:ext>
            </a:extLst>
          </p:cNvPr>
          <p:cNvSpPr txBox="1">
            <a:spLocks/>
          </p:cNvSpPr>
          <p:nvPr>
            <p:custDataLst>
              <p:tags r:id="rId71"/>
            </p:custDataLst>
          </p:nvPr>
        </p:nvSpPr>
        <p:spPr>
          <a:xfrm>
            <a:off x="5254172" y="482768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Implement structured logging practices - consistent, searchable, &amp; useful for debugging</a:t>
            </a:r>
            <a:endParaRPr lang="sv-SE" sz="1200" dirty="0">
              <a:solidFill>
                <a:srgbClr val="000000"/>
              </a:solidFill>
              <a:cs typeface="Arial"/>
            </a:endParaRPr>
          </a:p>
        </p:txBody>
      </p:sp>
      <p:sp>
        <p:nvSpPr>
          <p:cNvPr id="130" name="TextBox 129">
            <a:extLst>
              <a:ext uri="{FF2B5EF4-FFF2-40B4-BE49-F238E27FC236}">
                <a16:creationId xmlns:a16="http://schemas.microsoft.com/office/drawing/2014/main" id="{DA0BF1AE-61E5-1BF9-A50A-7E191102C319}"/>
              </a:ext>
            </a:extLst>
          </p:cNvPr>
          <p:cNvSpPr txBox="1">
            <a:spLocks/>
          </p:cNvSpPr>
          <p:nvPr>
            <p:custDataLst>
              <p:tags r:id="rId72"/>
            </p:custDataLst>
          </p:nvPr>
        </p:nvSpPr>
        <p:spPr>
          <a:xfrm>
            <a:off x="5254172" y="510734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Design self-healing capabilities to automatically recover from failures and maintain uptime</a:t>
            </a:r>
            <a:endParaRPr lang="sv-SE" sz="1200" dirty="0">
              <a:solidFill>
                <a:srgbClr val="000000"/>
              </a:solidFill>
              <a:cs typeface="Arial"/>
            </a:endParaRPr>
          </a:p>
        </p:txBody>
      </p:sp>
      <p:sp>
        <p:nvSpPr>
          <p:cNvPr id="133" name="TextBox 132">
            <a:extLst>
              <a:ext uri="{FF2B5EF4-FFF2-40B4-BE49-F238E27FC236}">
                <a16:creationId xmlns:a16="http://schemas.microsoft.com/office/drawing/2014/main" id="{F6C4F372-5254-880F-ED6F-3A59B3DC0CF7}"/>
              </a:ext>
            </a:extLst>
          </p:cNvPr>
          <p:cNvSpPr txBox="1">
            <a:spLocks/>
          </p:cNvSpPr>
          <p:nvPr>
            <p:custDataLst>
              <p:tags r:id="rId73"/>
            </p:custDataLst>
          </p:nvPr>
        </p:nvSpPr>
        <p:spPr>
          <a:xfrm>
            <a:off x="5254172" y="538700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Conduct post-incident reviews in order to identify root causes &amp; improve processes</a:t>
            </a:r>
            <a:endParaRPr lang="sv-SE" sz="1200" dirty="0">
              <a:solidFill>
                <a:srgbClr val="000000"/>
              </a:solidFill>
              <a:cs typeface="Arial"/>
            </a:endParaRPr>
          </a:p>
        </p:txBody>
      </p:sp>
      <p:sp>
        <p:nvSpPr>
          <p:cNvPr id="136" name="TextBox 135">
            <a:extLst>
              <a:ext uri="{FF2B5EF4-FFF2-40B4-BE49-F238E27FC236}">
                <a16:creationId xmlns:a16="http://schemas.microsoft.com/office/drawing/2014/main" id="{408E3783-5239-2F2E-A1FE-16955A15E5E0}"/>
              </a:ext>
            </a:extLst>
          </p:cNvPr>
          <p:cNvSpPr txBox="1">
            <a:spLocks/>
          </p:cNvSpPr>
          <p:nvPr>
            <p:custDataLst>
              <p:tags r:id="rId74"/>
            </p:custDataLst>
          </p:nvPr>
        </p:nvSpPr>
        <p:spPr>
          <a:xfrm>
            <a:off x="5254172" y="5666667"/>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Set up intelligent alerting mechanisms to notify teams of critical issues in a timely manner</a:t>
            </a:r>
            <a:endParaRPr lang="sv-SE" sz="1200" dirty="0">
              <a:solidFill>
                <a:srgbClr val="000000"/>
              </a:solidFill>
              <a:cs typeface="Arial"/>
            </a:endParaRPr>
          </a:p>
        </p:txBody>
      </p:sp>
      <p:sp>
        <p:nvSpPr>
          <p:cNvPr id="139" name="TextBox 138">
            <a:extLst>
              <a:ext uri="{FF2B5EF4-FFF2-40B4-BE49-F238E27FC236}">
                <a16:creationId xmlns:a16="http://schemas.microsoft.com/office/drawing/2014/main" id="{4BA1C54E-5BAB-33C3-0562-59E2C0ADBCE3}"/>
              </a:ext>
            </a:extLst>
          </p:cNvPr>
          <p:cNvSpPr txBox="1">
            <a:spLocks/>
          </p:cNvSpPr>
          <p:nvPr>
            <p:custDataLst>
              <p:tags r:id="rId75"/>
            </p:custDataLst>
          </p:nvPr>
        </p:nvSpPr>
        <p:spPr>
          <a:xfrm>
            <a:off x="5254172" y="5946325"/>
            <a:ext cx="6383092" cy="184666"/>
          </a:xfrm>
          <a:prstGeom prst="rect">
            <a:avLst/>
          </a:prstGeom>
          <a:noFill/>
          <a:ln w="6350">
            <a:noFill/>
            <a:miter lim="800000"/>
          </a:ln>
        </p:spPr>
        <p:txBody>
          <a:bodyPr vertOverflow="overflow" vert="horz" wrap="square" lIns="0" tIns="0" rIns="0" bIns="0" rtlCol="0" anchor="t" anchorCtr="0">
            <a:noAutofit/>
          </a:bodyPr>
          <a:lstStyle/>
          <a:p>
            <a:pPr>
              <a:spcBef>
                <a:spcPts val="300"/>
              </a:spcBef>
              <a:spcAft>
                <a:spcPts val="300"/>
              </a:spcAft>
              <a:buNone/>
            </a:pPr>
            <a:r>
              <a:rPr lang="en-US" sz="1200">
                <a:solidFill>
                  <a:srgbClr val="000000"/>
                </a:solidFill>
                <a:cs typeface="Arial"/>
              </a:rPr>
              <a:t>Develop &amp; test incident recovery plans for quick and effective response to system failures</a:t>
            </a:r>
            <a:endParaRPr lang="sv-SE" sz="1200" dirty="0">
              <a:solidFill>
                <a:srgbClr val="000000"/>
              </a:solidFill>
              <a:cs typeface="Arial"/>
            </a:endParaRPr>
          </a:p>
        </p:txBody>
      </p:sp>
      <p:sp>
        <p:nvSpPr>
          <p:cNvPr id="208" name="TextBox 207">
            <a:extLst>
              <a:ext uri="{FF2B5EF4-FFF2-40B4-BE49-F238E27FC236}">
                <a16:creationId xmlns:a16="http://schemas.microsoft.com/office/drawing/2014/main" id="{A2153B8B-B28B-9CE0-EB67-FA1B3C7800A3}"/>
              </a:ext>
            </a:extLst>
          </p:cNvPr>
          <p:cNvSpPr txBox="1">
            <a:spLocks/>
          </p:cNvSpPr>
          <p:nvPr>
            <p:custDataLst>
              <p:tags r:id="rId76"/>
            </p:custDataLst>
          </p:nvPr>
        </p:nvSpPr>
        <p:spPr>
          <a:xfrm>
            <a:off x="5254172" y="1167049"/>
            <a:ext cx="6383092" cy="215444"/>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Best practices</a:t>
            </a:r>
          </a:p>
        </p:txBody>
      </p:sp>
      <p:sp>
        <p:nvSpPr>
          <p:cNvPr id="210" name="TextBox 209">
            <a:extLst>
              <a:ext uri="{FF2B5EF4-FFF2-40B4-BE49-F238E27FC236}">
                <a16:creationId xmlns:a16="http://schemas.microsoft.com/office/drawing/2014/main" id="{389D50A6-5120-D33E-0B24-DD60C8517278}"/>
              </a:ext>
            </a:extLst>
          </p:cNvPr>
          <p:cNvSpPr txBox="1">
            <a:spLocks/>
          </p:cNvSpPr>
          <p:nvPr>
            <p:custDataLst>
              <p:tags r:id="rId77"/>
            </p:custDataLst>
          </p:nvPr>
        </p:nvSpPr>
        <p:spPr>
          <a:xfrm>
            <a:off x="2251725" y="1197827"/>
            <a:ext cx="2828275" cy="184666"/>
          </a:xfrm>
          <a:prstGeom prst="rect">
            <a:avLst/>
          </a:prstGeom>
          <a:noFill/>
          <a:ln w="6350">
            <a:noFill/>
            <a:miter lim="800000"/>
          </a:ln>
        </p:spPr>
        <p:txBody>
          <a:bodyPr vertOverflow="overflow" vert="horz" wrap="square" lIns="0" tIns="0" rIns="0" bIns="0" rtlCol="0" anchor="b" anchorCtr="0">
            <a:noAutofit/>
          </a:bodyPr>
          <a:lstStyle/>
          <a:p>
            <a:pPr>
              <a:spcBef>
                <a:spcPts val="300"/>
              </a:spcBef>
              <a:spcAft>
                <a:spcPts val="300"/>
              </a:spcAft>
              <a:buNone/>
            </a:pPr>
            <a:r>
              <a:rPr lang="sv-SE" sz="1400" b="1" dirty="0">
                <a:solidFill>
                  <a:srgbClr val="000000"/>
                </a:solidFill>
                <a:cs typeface="Arial"/>
              </a:rPr>
              <a:t>Subcomponent</a:t>
            </a:r>
          </a:p>
        </p:txBody>
      </p:sp>
      <p:sp>
        <p:nvSpPr>
          <p:cNvPr id="213" name="Rectangle 212">
            <a:extLst>
              <a:ext uri="{FF2B5EF4-FFF2-40B4-BE49-F238E27FC236}">
                <a16:creationId xmlns:a16="http://schemas.microsoft.com/office/drawing/2014/main" id="{6FD0285F-09FD-CA48-9A9F-FF3FF0A58732}"/>
              </a:ext>
            </a:extLst>
          </p:cNvPr>
          <p:cNvSpPr>
            <a:spLocks/>
          </p:cNvSpPr>
          <p:nvPr/>
        </p:nvSpPr>
        <p:spPr>
          <a:xfrm>
            <a:off x="2143774" y="1454540"/>
            <a:ext cx="45719" cy="1058100"/>
          </a:xfrm>
          <a:prstGeom prst="rect">
            <a:avLst/>
          </a:prstGeom>
          <a:solidFill>
            <a:schemeClr val="accent5">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15" name="Rectangle 214">
            <a:extLst>
              <a:ext uri="{FF2B5EF4-FFF2-40B4-BE49-F238E27FC236}">
                <a16:creationId xmlns:a16="http://schemas.microsoft.com/office/drawing/2014/main" id="{58D02752-C84D-F8A9-8DEB-ED8EF17E01F1}"/>
              </a:ext>
            </a:extLst>
          </p:cNvPr>
          <p:cNvSpPr>
            <a:spLocks/>
          </p:cNvSpPr>
          <p:nvPr/>
        </p:nvSpPr>
        <p:spPr>
          <a:xfrm>
            <a:off x="2143774" y="3132500"/>
            <a:ext cx="45719" cy="3015718"/>
          </a:xfrm>
          <a:prstGeom prst="rect">
            <a:avLst/>
          </a:prstGeom>
          <a:solidFill>
            <a:srgbClr val="F7D147"/>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Tree>
    <p:extLst>
      <p:ext uri="{BB962C8B-B14F-4D97-AF65-F5344CB8AC3E}">
        <p14:creationId xmlns:p14="http://schemas.microsoft.com/office/powerpoint/2010/main" val="582574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FFFB-61E5-2C38-49FF-B6739A2BE70F}"/>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CE3EFC32-4A22-C347-B0A1-D8EE6C7B2DF5}"/>
              </a:ext>
            </a:extLst>
          </p:cNvPr>
          <p:cNvGraphicFramePr>
            <a:graphicFrameLocks noChangeAspect="1"/>
          </p:cNvGraphicFramePr>
          <p:nvPr>
            <p:custDataLst>
              <p:tags r:id="rId1"/>
            </p:custDataLst>
            <p:extLst>
              <p:ext uri="{D42A27DB-BD31-4B8C-83A1-F6EECF244321}">
                <p14:modId xmlns:p14="http://schemas.microsoft.com/office/powerpoint/2010/main" val="19396126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6" name="Object 6" hidden="1">
                        <a:extLst>
                          <a:ext uri="{FF2B5EF4-FFF2-40B4-BE49-F238E27FC236}">
                            <a16:creationId xmlns:a16="http://schemas.microsoft.com/office/drawing/2014/main" id="{CE3EFC32-4A22-C347-B0A1-D8EE6C7B2DF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B8BDD4-1DF1-936D-8C0F-EAF72848F6D6}"/>
              </a:ext>
            </a:extLst>
          </p:cNvPr>
          <p:cNvSpPr>
            <a:spLocks noGrp="1"/>
          </p:cNvSpPr>
          <p:nvPr>
            <p:ph type="title"/>
          </p:nvPr>
        </p:nvSpPr>
        <p:spPr>
          <a:xfrm>
            <a:off x="554734" y="534400"/>
            <a:ext cx="11082528" cy="369332"/>
          </a:xfrm>
        </p:spPr>
        <p:txBody>
          <a:bodyPr vert="horz"/>
          <a:lstStyle/>
          <a:p>
            <a:fld id="{9E74F744-DFC3-4954-BFB5-3492494D7A61}" type="datetime'Contents'">
              <a:rPr lang="en-US" altLang="en-US" smtClean="0">
                <a:effectLst/>
              </a:rPr>
              <a:pPr/>
              <a:t>Contents</a:t>
            </a:fld>
            <a:endParaRPr lang="en-US"/>
          </a:p>
        </p:txBody>
      </p:sp>
      <p:sp>
        <p:nvSpPr>
          <p:cNvPr id="14" name="Text Placeholder 13">
            <a:extLst>
              <a:ext uri="{FF2B5EF4-FFF2-40B4-BE49-F238E27FC236}">
                <a16:creationId xmlns:a16="http://schemas.microsoft.com/office/drawing/2014/main" id="{4A86C121-7F9A-F348-DCAC-EF717BAE0993}"/>
              </a:ext>
            </a:extLst>
          </p:cNvPr>
          <p:cNvSpPr>
            <a:spLocks noGrp="1"/>
          </p:cNvSpPr>
          <p:nvPr>
            <p:ph type="body" sz="quarter" idx="10"/>
          </p:nvPr>
        </p:nvSpPr>
        <p:spPr/>
        <p:txBody>
          <a:bodyPr/>
          <a:lstStyle/>
          <a:p>
            <a:endParaRPr lang="en-US"/>
          </a:p>
        </p:txBody>
      </p:sp>
      <p:sp>
        <p:nvSpPr>
          <p:cNvPr id="4" name="Text Placeholder 4">
            <a:hlinkClick r:id="rId9" action="ppaction://hlinksldjump"/>
            <a:extLst>
              <a:ext uri="{FF2B5EF4-FFF2-40B4-BE49-F238E27FC236}">
                <a16:creationId xmlns:a16="http://schemas.microsoft.com/office/drawing/2014/main" id="{EA7371D3-B308-A70F-A8C5-534339E7DE68}"/>
              </a:ext>
            </a:extLst>
          </p:cNvPr>
          <p:cNvSpPr>
            <a:spLocks noGrp="1"/>
          </p:cNvSpPr>
          <p:nvPr>
            <p:custDataLst>
              <p:tags r:id="rId2"/>
            </p:custDataLst>
          </p:nvPr>
        </p:nvSpPr>
        <p:spPr bwMode="auto">
          <a:xfrm>
            <a:off x="4578350" y="2614613"/>
            <a:ext cx="3035300" cy="40798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255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Executive </a:t>
            </a:r>
            <a:r>
              <a:rPr lang="en-US" altLang="en-US" sz="1600" dirty="0">
                <a:solidFill>
                  <a:schemeClr val="bg1"/>
                </a:solidFill>
              </a:rPr>
              <a:t>summary</a:t>
            </a:r>
            <a:endParaRPr lang="en-US" sz="1600" dirty="0">
              <a:solidFill>
                <a:schemeClr val="bg1"/>
              </a:solidFill>
            </a:endParaRPr>
          </a:p>
        </p:txBody>
      </p:sp>
      <p:sp>
        <p:nvSpPr>
          <p:cNvPr id="10" name="Text Placeholder 4">
            <a:hlinkClick r:id="rId10" action="ppaction://hlinksldjump"/>
            <a:extLst>
              <a:ext uri="{FF2B5EF4-FFF2-40B4-BE49-F238E27FC236}">
                <a16:creationId xmlns:a16="http://schemas.microsoft.com/office/drawing/2014/main" id="{CFCCDFA8-B71D-6466-83C0-16953EBFF068}"/>
              </a:ext>
            </a:extLst>
          </p:cNvPr>
          <p:cNvSpPr>
            <a:spLocks noGrp="1"/>
          </p:cNvSpPr>
          <p:nvPr>
            <p:custDataLst>
              <p:tags r:id="rId3"/>
            </p:custDataLst>
          </p:nvPr>
        </p:nvSpPr>
        <p:spPr bwMode="auto">
          <a:xfrm>
            <a:off x="4578350" y="3022600"/>
            <a:ext cx="3035300"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a:solidFill>
                  <a:schemeClr val="bg1"/>
                </a:solidFill>
              </a:rPr>
              <a:t>Demand </a:t>
            </a:r>
            <a:r>
              <a:rPr lang="en-US" altLang="en-US" sz="1600" dirty="0">
                <a:solidFill>
                  <a:schemeClr val="bg1"/>
                </a:solidFill>
              </a:rPr>
              <a:t>and portfolio</a:t>
            </a:r>
            <a:endParaRPr lang="en-US" sz="1600" dirty="0">
              <a:solidFill>
                <a:schemeClr val="bg1"/>
              </a:solidFill>
            </a:endParaRPr>
          </a:p>
        </p:txBody>
      </p:sp>
      <p:sp>
        <p:nvSpPr>
          <p:cNvPr id="12" name="Text Placeholder 4">
            <a:hlinkClick r:id="rId11" action="ppaction://hlinksldjump"/>
            <a:extLst>
              <a:ext uri="{FF2B5EF4-FFF2-40B4-BE49-F238E27FC236}">
                <a16:creationId xmlns:a16="http://schemas.microsoft.com/office/drawing/2014/main" id="{2110EA11-252D-C3B9-B826-985AFBE92B60}"/>
              </a:ext>
            </a:extLst>
          </p:cNvPr>
          <p:cNvSpPr>
            <a:spLocks noGrp="1"/>
          </p:cNvSpPr>
          <p:nvPr>
            <p:custDataLst>
              <p:tags r:id="rId4"/>
            </p:custDataLst>
          </p:nvPr>
        </p:nvSpPr>
        <p:spPr bwMode="auto">
          <a:xfrm>
            <a:off x="4578350" y="3429000"/>
            <a:ext cx="3035300" cy="4064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82550" tIns="80963"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None/>
            </a:pPr>
            <a:r>
              <a:rPr lang="en-US" altLang="en-US" sz="1600">
                <a:solidFill>
                  <a:schemeClr val="bg1"/>
                </a:solidFill>
              </a:rPr>
              <a:t>SDLC </a:t>
            </a:r>
            <a:r>
              <a:rPr lang="en-US" altLang="en-US" sz="1600" dirty="0">
                <a:solidFill>
                  <a:schemeClr val="bg1"/>
                </a:solidFill>
              </a:rPr>
              <a:t>and engineering</a:t>
            </a:r>
            <a:endParaRPr lang="en-US" sz="1600" dirty="0">
              <a:solidFill>
                <a:schemeClr val="bg1"/>
              </a:solidFill>
            </a:endParaRPr>
          </a:p>
        </p:txBody>
      </p:sp>
      <p:sp>
        <p:nvSpPr>
          <p:cNvPr id="15" name="Text Placeholder 4">
            <a:extLst>
              <a:ext uri="{FF2B5EF4-FFF2-40B4-BE49-F238E27FC236}">
                <a16:creationId xmlns:a16="http://schemas.microsoft.com/office/drawing/2014/main" id="{5DFA31A9-4995-92A6-526C-AD82804303F1}"/>
              </a:ext>
            </a:extLst>
          </p:cNvPr>
          <p:cNvSpPr>
            <a:spLocks noGrp="1"/>
          </p:cNvSpPr>
          <p:nvPr>
            <p:custDataLst>
              <p:tags r:id="rId5"/>
            </p:custDataLst>
          </p:nvPr>
        </p:nvSpPr>
        <p:spPr bwMode="auto">
          <a:xfrm>
            <a:off x="4578350" y="3835400"/>
            <a:ext cx="3035300" cy="407988"/>
          </a:xfrm>
          <a:prstGeom prst="rect">
            <a:avLst/>
          </a:prstGeom>
          <a:solidFill>
            <a:schemeClr val="accent6"/>
          </a:solidFill>
          <a:ln>
            <a:noFill/>
          </a:ln>
          <a:effectLst/>
        </p:spPr>
        <p:txBody>
          <a:bodyPr vert="horz" wrap="none" lIns="82550" tIns="82550" rIns="0" bIns="80963"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1600" b="1">
                <a:solidFill>
                  <a:schemeClr val="tx1"/>
                </a:solidFill>
              </a:rPr>
              <a:t>Architecture </a:t>
            </a:r>
            <a:r>
              <a:rPr lang="en-US" altLang="en-US" sz="1600" b="1" dirty="0">
                <a:solidFill>
                  <a:schemeClr val="tx1"/>
                </a:solidFill>
              </a:rPr>
              <a:t>and operations</a:t>
            </a:r>
            <a:endParaRPr lang="en-US" sz="1600" b="1" dirty="0">
              <a:solidFill>
                <a:schemeClr val="tx1"/>
              </a:solidFill>
            </a:endParaRPr>
          </a:p>
        </p:txBody>
      </p:sp>
      <p:sp>
        <p:nvSpPr>
          <p:cNvPr id="3" name="Rectangle 1">
            <a:extLst>
              <a:ext uri="{FF2B5EF4-FFF2-40B4-BE49-F238E27FC236}">
                <a16:creationId xmlns:a16="http://schemas.microsoft.com/office/drawing/2014/main" id="{F4AE897A-BD00-9AF1-ADAB-6293FBEEA11E}"/>
              </a:ext>
            </a:extLst>
          </p:cNvPr>
          <p:cNvSpPr/>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Tree>
    <p:extLst>
      <p:ext uri="{BB962C8B-B14F-4D97-AF65-F5344CB8AC3E}">
        <p14:creationId xmlns:p14="http://schemas.microsoft.com/office/powerpoint/2010/main" val="4280653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FDD48-2A8C-88C6-2760-8402C267A9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7082A493-F101-9B03-DAF2-C687DC972DE9}"/>
              </a:ext>
            </a:extLst>
          </p:cNvPr>
          <p:cNvGraphicFramePr>
            <a:graphicFrameLocks noChangeAspect="1"/>
          </p:cNvGraphicFramePr>
          <p:nvPr>
            <p:custDataLst>
              <p:tags r:id="rId1"/>
            </p:custDataLst>
            <p:extLst>
              <p:ext uri="{D42A27DB-BD31-4B8C-83A1-F6EECF244321}">
                <p14:modId xmlns:p14="http://schemas.microsoft.com/office/powerpoint/2010/main" val="9603797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2" imgW="484" imgH="486" progId="TCLayout.ActiveDocument.1">
                  <p:embed/>
                </p:oleObj>
              </mc:Choice>
              <mc:Fallback>
                <p:oleObj name="think-cell Slide" r:id="rId42" imgW="484" imgH="486" progId="TCLayout.ActiveDocument.1">
                  <p:embed/>
                  <p:pic>
                    <p:nvPicPr>
                      <p:cNvPr id="5" name="Object 2" hidden="1">
                        <a:extLst>
                          <a:ext uri="{FF2B5EF4-FFF2-40B4-BE49-F238E27FC236}">
                            <a16:creationId xmlns:a16="http://schemas.microsoft.com/office/drawing/2014/main" id="{7082A493-F101-9B03-DAF2-C687DC972DE9}"/>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26FC3453-667B-0B9A-764D-FD5B5710833F}"/>
              </a:ext>
            </a:extLst>
          </p:cNvPr>
          <p:cNvSpPr>
            <a:spLocks noGrp="1"/>
          </p:cNvSpPr>
          <p:nvPr>
            <p:ph type="title"/>
            <p:custDataLst>
              <p:tags r:id="rId2"/>
            </p:custDataLst>
          </p:nvPr>
        </p:nvSpPr>
        <p:spPr>
          <a:xfrm>
            <a:off x="550863" y="768536"/>
            <a:ext cx="7918704" cy="738664"/>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t>All 9 critical services held ≥99.8% uptime every month of 2025 indicating strong systems availability</a:t>
            </a:r>
          </a:p>
        </p:txBody>
      </p:sp>
      <p:sp>
        <p:nvSpPr>
          <p:cNvPr id="3" name="1. On-page tracker">
            <a:extLst>
              <a:ext uri="{FF2B5EF4-FFF2-40B4-BE49-F238E27FC236}">
                <a16:creationId xmlns:a16="http://schemas.microsoft.com/office/drawing/2014/main" id="{B406C40A-1F61-C4E4-ED57-738C78EF82BE}"/>
              </a:ext>
            </a:extLst>
          </p:cNvPr>
          <p:cNvSpPr>
            <a:spLocks noGrp="1"/>
          </p:cNvSpPr>
          <p:nvPr>
            <p:ph type="body" sz="quarter" idx="10"/>
            <p:custDataLst>
              <p:tags r:id="rId3"/>
            </p:custDataLst>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sv-SE"/>
          </a:p>
        </p:txBody>
      </p:sp>
      <p:cxnSp>
        <p:nvCxnSpPr>
          <p:cNvPr id="11" name="Straight Connector 10">
            <a:extLst>
              <a:ext uri="{FF2B5EF4-FFF2-40B4-BE49-F238E27FC236}">
                <a16:creationId xmlns:a16="http://schemas.microsoft.com/office/drawing/2014/main" id="{E45B10C0-4974-E60D-9A1F-FFA993DB108E}"/>
              </a:ext>
            </a:extLst>
          </p:cNvPr>
          <p:cNvCxnSpPr>
            <a:cxnSpLocks/>
          </p:cNvCxnSpPr>
          <p:nvPr/>
        </p:nvCxnSpPr>
        <p:spPr>
          <a:xfrm>
            <a:off x="9119860" y="1979295"/>
            <a:ext cx="2520451"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D22DBF-8B57-974D-F580-D1FF9E91AE59}"/>
              </a:ext>
            </a:extLst>
          </p:cNvPr>
          <p:cNvCxnSpPr>
            <a:cxnSpLocks/>
          </p:cNvCxnSpPr>
          <p:nvPr/>
        </p:nvCxnSpPr>
        <p:spPr>
          <a:xfrm>
            <a:off x="554736" y="1979295"/>
            <a:ext cx="7918704"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29D82AB-A01C-32E1-4F39-64EB260BBC03}"/>
              </a:ext>
            </a:extLst>
          </p:cNvPr>
          <p:cNvSpPr txBox="1">
            <a:spLocks/>
          </p:cNvSpPr>
          <p:nvPr/>
        </p:nvSpPr>
        <p:spPr>
          <a:xfrm>
            <a:off x="9119860" y="1668478"/>
            <a:ext cx="2520451" cy="246221"/>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600" b="1" dirty="0">
                <a:ea typeface="+mn-ea"/>
                <a:cs typeface="+mn-cs"/>
              </a:rPr>
              <a:t>Key insights</a:t>
            </a:r>
          </a:p>
        </p:txBody>
      </p:sp>
      <p:sp>
        <p:nvSpPr>
          <p:cNvPr id="18" name="TextBox 17">
            <a:extLst>
              <a:ext uri="{FF2B5EF4-FFF2-40B4-BE49-F238E27FC236}">
                <a16:creationId xmlns:a16="http://schemas.microsoft.com/office/drawing/2014/main" id="{1553F154-66EB-E964-DB89-B95B36B68F28}"/>
              </a:ext>
            </a:extLst>
          </p:cNvPr>
          <p:cNvSpPr txBox="1"/>
          <p:nvPr/>
        </p:nvSpPr>
        <p:spPr>
          <a:xfrm>
            <a:off x="554736" y="1699255"/>
            <a:ext cx="7918704"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dirty="0">
                <a:ea typeface="+mn-ea"/>
                <a:cs typeface="+mn-cs"/>
              </a:rPr>
              <a:t>Critical-service availability vs risk thresholds (full-year 2025)</a:t>
            </a:r>
            <a:endParaRPr lang="sv-SE" b="1" dirty="0">
              <a:ea typeface="+mn-ea"/>
              <a:cs typeface="+mn-cs"/>
            </a:endParaRPr>
          </a:p>
        </p:txBody>
      </p:sp>
      <p:sp>
        <p:nvSpPr>
          <p:cNvPr id="21" name="TextBox 20">
            <a:extLst>
              <a:ext uri="{FF2B5EF4-FFF2-40B4-BE49-F238E27FC236}">
                <a16:creationId xmlns:a16="http://schemas.microsoft.com/office/drawing/2014/main" id="{24D6FFAB-9CAA-7E27-9756-7F40304F144E}"/>
              </a:ext>
            </a:extLst>
          </p:cNvPr>
          <p:cNvSpPr txBox="1">
            <a:spLocks/>
          </p:cNvSpPr>
          <p:nvPr>
            <p:custDataLst>
              <p:tags r:id="rId4"/>
            </p:custDataLst>
          </p:nvPr>
        </p:nvSpPr>
        <p:spPr>
          <a:xfrm>
            <a:off x="9119860" y="2060716"/>
            <a:ext cx="2520451" cy="253659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ts val="1000"/>
              </a:spcBef>
            </a:pPr>
            <a:r>
              <a:rPr lang="en-US" dirty="0"/>
              <a:t>Every critical service cleared the bank's own "low-risk" bar (≥99.6%) in all 12 months</a:t>
            </a:r>
          </a:p>
          <a:p>
            <a:pPr lvl="1">
              <a:spcBef>
                <a:spcPts val="1000"/>
              </a:spcBef>
            </a:pPr>
            <a:r>
              <a:rPr lang="en-US" dirty="0"/>
              <a:t>The weakest services are all </a:t>
            </a:r>
            <a:r>
              <a:rPr lang="en-US" b="1" dirty="0"/>
              <a:t>payment rails</a:t>
            </a:r>
            <a:r>
              <a:rPr lang="en-US" dirty="0"/>
              <a:t> (intra-bank, FX, cross-border, domestic), indicating downtime concentration in money movement rather than channels</a:t>
            </a:r>
            <a:endParaRPr lang="sv-SE" dirty="0">
              <a:ea typeface="+mn-ea"/>
              <a:cs typeface="+mn-cs"/>
            </a:endParaRPr>
          </a:p>
        </p:txBody>
      </p:sp>
      <p:cxnSp>
        <p:nvCxnSpPr>
          <p:cNvPr id="228" name="Straight Connector 227">
            <a:extLst>
              <a:ext uri="{FF2B5EF4-FFF2-40B4-BE49-F238E27FC236}">
                <a16:creationId xmlns:a16="http://schemas.microsoft.com/office/drawing/2014/main" id="{883B2A73-15CD-4951-CEC6-25460954BF78}"/>
              </a:ext>
            </a:extLst>
          </p:cNvPr>
          <p:cNvCxnSpPr/>
          <p:nvPr>
            <p:custDataLst>
              <p:tags r:id="rId5"/>
            </p:custDataLst>
          </p:nvPr>
        </p:nvCxnSpPr>
        <p:spPr bwMode="gray">
          <a:xfrm>
            <a:off x="3843338" y="2214563"/>
            <a:ext cx="0" cy="3430588"/>
          </a:xfrm>
          <a:prstGeom prst="line">
            <a:avLst/>
          </a:prstGeom>
          <a:ln w="3175" cap="flat" cmpd="sng" algn="ctr">
            <a:solidFill>
              <a:srgbClr val="A6A6A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8704861E-B84B-3EE3-4F75-78BC84A4F824}"/>
              </a:ext>
            </a:extLst>
          </p:cNvPr>
          <p:cNvCxnSpPr/>
          <p:nvPr>
            <p:custDataLst>
              <p:tags r:id="rId6"/>
            </p:custDataLst>
          </p:nvPr>
        </p:nvCxnSpPr>
        <p:spPr bwMode="gray">
          <a:xfrm>
            <a:off x="4606925" y="2214563"/>
            <a:ext cx="0" cy="3430588"/>
          </a:xfrm>
          <a:prstGeom prst="line">
            <a:avLst/>
          </a:prstGeom>
          <a:ln w="3175" cap="flat" cmpd="sng" algn="ctr">
            <a:solidFill>
              <a:srgbClr val="A6A6A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5CE2DCD5-4E1E-BD63-5E35-22340336AD5C}"/>
              </a:ext>
            </a:extLst>
          </p:cNvPr>
          <p:cNvCxnSpPr/>
          <p:nvPr>
            <p:custDataLst>
              <p:tags r:id="rId7"/>
            </p:custDataLst>
          </p:nvPr>
        </p:nvCxnSpPr>
        <p:spPr bwMode="gray">
          <a:xfrm>
            <a:off x="5370513" y="2214563"/>
            <a:ext cx="0" cy="3430588"/>
          </a:xfrm>
          <a:prstGeom prst="line">
            <a:avLst/>
          </a:prstGeom>
          <a:ln w="3175" cap="flat" cmpd="sng" algn="ctr">
            <a:solidFill>
              <a:srgbClr val="A6A6A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D312423A-0FE1-3A60-7ED4-799D55380759}"/>
              </a:ext>
            </a:extLst>
          </p:cNvPr>
          <p:cNvCxnSpPr/>
          <p:nvPr>
            <p:custDataLst>
              <p:tags r:id="rId8"/>
            </p:custDataLst>
          </p:nvPr>
        </p:nvCxnSpPr>
        <p:spPr bwMode="gray">
          <a:xfrm>
            <a:off x="6132513" y="2214563"/>
            <a:ext cx="0" cy="3430588"/>
          </a:xfrm>
          <a:prstGeom prst="line">
            <a:avLst/>
          </a:prstGeom>
          <a:ln w="3175" cap="flat" cmpd="sng" algn="ctr">
            <a:solidFill>
              <a:srgbClr val="A6A6A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2" name="Straight Connector 231">
            <a:extLst>
              <a:ext uri="{FF2B5EF4-FFF2-40B4-BE49-F238E27FC236}">
                <a16:creationId xmlns:a16="http://schemas.microsoft.com/office/drawing/2014/main" id="{1EDACF4D-757B-79D6-412D-46EB2CE9DDBD}"/>
              </a:ext>
            </a:extLst>
          </p:cNvPr>
          <p:cNvCxnSpPr/>
          <p:nvPr>
            <p:custDataLst>
              <p:tags r:id="rId9"/>
            </p:custDataLst>
          </p:nvPr>
        </p:nvCxnSpPr>
        <p:spPr bwMode="gray">
          <a:xfrm>
            <a:off x="6896100" y="2214563"/>
            <a:ext cx="0" cy="3430588"/>
          </a:xfrm>
          <a:prstGeom prst="line">
            <a:avLst/>
          </a:prstGeom>
          <a:ln w="3175" cap="flat" cmpd="sng" algn="ctr">
            <a:solidFill>
              <a:srgbClr val="A6A6A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3" name="Straight Connector 232">
            <a:extLst>
              <a:ext uri="{FF2B5EF4-FFF2-40B4-BE49-F238E27FC236}">
                <a16:creationId xmlns:a16="http://schemas.microsoft.com/office/drawing/2014/main" id="{BC5917AA-937B-3581-D939-7A4F8DADFD5C}"/>
              </a:ext>
            </a:extLst>
          </p:cNvPr>
          <p:cNvCxnSpPr/>
          <p:nvPr>
            <p:custDataLst>
              <p:tags r:id="rId10"/>
            </p:custDataLst>
          </p:nvPr>
        </p:nvCxnSpPr>
        <p:spPr bwMode="auto">
          <a:xfrm>
            <a:off x="7658100" y="2214563"/>
            <a:ext cx="0" cy="3430588"/>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8" name="Chart 7">
            <a:extLst>
              <a:ext uri="{FF2B5EF4-FFF2-40B4-BE49-F238E27FC236}">
                <a16:creationId xmlns:a16="http://schemas.microsoft.com/office/drawing/2014/main" id="{EF08F257-8D05-CF4F-FCA1-789E1B0E0E49}"/>
              </a:ext>
            </a:extLst>
          </p:cNvPr>
          <p:cNvGraphicFramePr/>
          <p:nvPr>
            <p:custDataLst>
              <p:tags r:id="rId11"/>
            </p:custDataLst>
          </p:nvPr>
        </p:nvGraphicFramePr>
        <p:xfrm>
          <a:off x="2998788" y="2132013"/>
          <a:ext cx="4741862" cy="3595687"/>
        </p:xfrm>
        <a:graphic>
          <a:graphicData uri="http://schemas.openxmlformats.org/drawingml/2006/chart">
            <c:chart xmlns:c="http://schemas.openxmlformats.org/drawingml/2006/chart" xmlns:r="http://schemas.openxmlformats.org/officeDocument/2006/relationships" r:id="rId44"/>
          </a:graphicData>
        </a:graphic>
      </p:graphicFrame>
      <p:sp>
        <p:nvSpPr>
          <p:cNvPr id="154" name="Text Placeholder 4">
            <a:extLst>
              <a:ext uri="{FF2B5EF4-FFF2-40B4-BE49-F238E27FC236}">
                <a16:creationId xmlns:a16="http://schemas.microsoft.com/office/drawing/2014/main" id="{A7C45F53-2C57-8C41-757C-4BDF148A7009}"/>
              </a:ext>
            </a:extLst>
          </p:cNvPr>
          <p:cNvSpPr>
            <a:spLocks noGrp="1"/>
          </p:cNvSpPr>
          <p:nvPr>
            <p:custDataLst>
              <p:tags r:id="rId12"/>
            </p:custDataLst>
          </p:nvPr>
        </p:nvSpPr>
        <p:spPr bwMode="gray">
          <a:xfrm>
            <a:off x="2909888" y="5703888"/>
            <a:ext cx="3444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A276DFFC-60C9-41A5-80A7-B4322E3BB178}" type="datetime'''9''''''''''''''''''''''''''9''''''.''''''''''''''''4'">
              <a:rPr lang="sv-SE" altLang="en-US" smtClean="0">
                <a:effectLst/>
                <a:latin typeface="+mn-lt"/>
              </a:rPr>
              <a:pPr lvl="0" algn="ctr">
                <a:spcBef>
                  <a:spcPct val="0"/>
                </a:spcBef>
                <a:spcAft>
                  <a:spcPct val="0"/>
                </a:spcAft>
              </a:pPr>
              <a:t>99.4</a:t>
            </a:fld>
            <a:endParaRPr lang="sv-SE" dirty="0">
              <a:latin typeface="+mn-lt"/>
            </a:endParaRPr>
          </a:p>
        </p:txBody>
      </p:sp>
      <p:sp>
        <p:nvSpPr>
          <p:cNvPr id="202" name="Text Placeholder 4">
            <a:extLst>
              <a:ext uri="{FF2B5EF4-FFF2-40B4-BE49-F238E27FC236}">
                <a16:creationId xmlns:a16="http://schemas.microsoft.com/office/drawing/2014/main" id="{9F6113F7-3D8B-73A1-198F-DDD987893E17}"/>
              </a:ext>
            </a:extLst>
          </p:cNvPr>
          <p:cNvSpPr>
            <a:spLocks noGrp="1"/>
          </p:cNvSpPr>
          <p:nvPr>
            <p:custDataLst>
              <p:tags r:id="rId13"/>
            </p:custDataLst>
          </p:nvPr>
        </p:nvSpPr>
        <p:spPr bwMode="gray">
          <a:xfrm>
            <a:off x="3671888" y="5703888"/>
            <a:ext cx="3444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28385E9-174D-423B-8D6D-B756A2384E8B}" type="datetime'''''9''''9''''''''''.''''''''''''''''''''''''''''5'''''">
              <a:rPr lang="sv-SE" altLang="en-US" smtClean="0">
                <a:effectLst/>
                <a:latin typeface="+mn-lt"/>
              </a:rPr>
              <a:pPr lvl="0" algn="ctr">
                <a:spcBef>
                  <a:spcPct val="0"/>
                </a:spcBef>
                <a:spcAft>
                  <a:spcPct val="0"/>
                </a:spcAft>
              </a:pPr>
              <a:t>99.5</a:t>
            </a:fld>
            <a:endParaRPr lang="sv-SE" dirty="0">
              <a:latin typeface="+mn-lt"/>
            </a:endParaRPr>
          </a:p>
        </p:txBody>
      </p:sp>
      <p:sp>
        <p:nvSpPr>
          <p:cNvPr id="155" name="Text Placeholder 4">
            <a:extLst>
              <a:ext uri="{FF2B5EF4-FFF2-40B4-BE49-F238E27FC236}">
                <a16:creationId xmlns:a16="http://schemas.microsoft.com/office/drawing/2014/main" id="{1AA1578B-2770-489F-65B4-BD31DFBCCA62}"/>
              </a:ext>
            </a:extLst>
          </p:cNvPr>
          <p:cNvSpPr>
            <a:spLocks noGrp="1"/>
          </p:cNvSpPr>
          <p:nvPr>
            <p:custDataLst>
              <p:tags r:id="rId14"/>
            </p:custDataLst>
          </p:nvPr>
        </p:nvSpPr>
        <p:spPr bwMode="gray">
          <a:xfrm>
            <a:off x="4435475" y="5703888"/>
            <a:ext cx="3444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7900FCC-D873-4288-806C-47E58A02F812}" type="datetime'''''''''''9''''''''''''''''''9''''''''''.''''6'''''''''''">
              <a:rPr lang="sv-SE" altLang="en-US" smtClean="0">
                <a:effectLst/>
                <a:latin typeface="+mn-lt"/>
              </a:rPr>
              <a:pPr lvl="0" algn="ctr">
                <a:spcBef>
                  <a:spcPct val="0"/>
                </a:spcBef>
                <a:spcAft>
                  <a:spcPct val="0"/>
                </a:spcAft>
              </a:pPr>
              <a:t>99.6</a:t>
            </a:fld>
            <a:endParaRPr lang="sv-SE" dirty="0">
              <a:latin typeface="+mn-lt"/>
            </a:endParaRPr>
          </a:p>
        </p:txBody>
      </p:sp>
      <p:sp>
        <p:nvSpPr>
          <p:cNvPr id="203" name="Text Placeholder 4">
            <a:extLst>
              <a:ext uri="{FF2B5EF4-FFF2-40B4-BE49-F238E27FC236}">
                <a16:creationId xmlns:a16="http://schemas.microsoft.com/office/drawing/2014/main" id="{8A295B00-5C2D-1F08-B394-25A7A0017C7C}"/>
              </a:ext>
            </a:extLst>
          </p:cNvPr>
          <p:cNvSpPr>
            <a:spLocks noGrp="1"/>
          </p:cNvSpPr>
          <p:nvPr>
            <p:custDataLst>
              <p:tags r:id="rId15"/>
            </p:custDataLst>
          </p:nvPr>
        </p:nvSpPr>
        <p:spPr bwMode="gray">
          <a:xfrm>
            <a:off x="5200650" y="5703888"/>
            <a:ext cx="3397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6FEC90AD-9969-4272-A624-9A39B3DF999A}" type="datetime'''''''''''9''9.''''''''''7'''''''''''">
              <a:rPr lang="sv-SE" altLang="en-US" smtClean="0">
                <a:effectLst/>
                <a:latin typeface="+mn-lt"/>
              </a:rPr>
              <a:pPr lvl="0" algn="ctr">
                <a:spcBef>
                  <a:spcPct val="0"/>
                </a:spcBef>
                <a:spcAft>
                  <a:spcPct val="0"/>
                </a:spcAft>
              </a:pPr>
              <a:t>99.7</a:t>
            </a:fld>
            <a:endParaRPr lang="sv-SE" dirty="0">
              <a:latin typeface="+mn-lt"/>
            </a:endParaRPr>
          </a:p>
        </p:txBody>
      </p:sp>
      <p:sp>
        <p:nvSpPr>
          <p:cNvPr id="156" name="Text Placeholder 4">
            <a:extLst>
              <a:ext uri="{FF2B5EF4-FFF2-40B4-BE49-F238E27FC236}">
                <a16:creationId xmlns:a16="http://schemas.microsoft.com/office/drawing/2014/main" id="{FA412940-DF62-901E-0C4D-36CFEC6EEB60}"/>
              </a:ext>
            </a:extLst>
          </p:cNvPr>
          <p:cNvSpPr>
            <a:spLocks noGrp="1"/>
          </p:cNvSpPr>
          <p:nvPr>
            <p:custDataLst>
              <p:tags r:id="rId16"/>
            </p:custDataLst>
          </p:nvPr>
        </p:nvSpPr>
        <p:spPr bwMode="gray">
          <a:xfrm>
            <a:off x="5961063" y="5703888"/>
            <a:ext cx="3444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36A4A5B-5FCE-4755-AA19-B683F729FCD8}" type="datetime'''''''''99''''.''''''''''''''''8'''''''''''''''''''''''''">
              <a:rPr lang="sv-SE" altLang="en-US" smtClean="0">
                <a:effectLst/>
                <a:latin typeface="+mn-lt"/>
              </a:rPr>
              <a:pPr lvl="0" algn="ctr">
                <a:spcBef>
                  <a:spcPct val="0"/>
                </a:spcBef>
                <a:spcAft>
                  <a:spcPct val="0"/>
                </a:spcAft>
              </a:pPr>
              <a:t>99.8</a:t>
            </a:fld>
            <a:endParaRPr lang="sv-SE" dirty="0">
              <a:latin typeface="+mn-lt"/>
            </a:endParaRPr>
          </a:p>
        </p:txBody>
      </p:sp>
      <p:sp>
        <p:nvSpPr>
          <p:cNvPr id="204" name="Text Placeholder 4">
            <a:extLst>
              <a:ext uri="{FF2B5EF4-FFF2-40B4-BE49-F238E27FC236}">
                <a16:creationId xmlns:a16="http://schemas.microsoft.com/office/drawing/2014/main" id="{D50EBCF5-A9DB-FEAC-8428-1B5BF5F8A502}"/>
              </a:ext>
            </a:extLst>
          </p:cNvPr>
          <p:cNvSpPr>
            <a:spLocks noGrp="1"/>
          </p:cNvSpPr>
          <p:nvPr>
            <p:custDataLst>
              <p:tags r:id="rId17"/>
            </p:custDataLst>
          </p:nvPr>
        </p:nvSpPr>
        <p:spPr bwMode="gray">
          <a:xfrm>
            <a:off x="6724650" y="5703888"/>
            <a:ext cx="3444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8D0967E-4AE2-4EB4-BE33-B9DE674397DE}" type="datetime'''''''''9''''''''''''''9''''''''.''''9'''''">
              <a:rPr lang="sv-SE" altLang="en-US" smtClean="0">
                <a:effectLst/>
                <a:latin typeface="+mn-lt"/>
              </a:rPr>
              <a:pPr lvl="0" algn="ctr">
                <a:spcBef>
                  <a:spcPct val="0"/>
                </a:spcBef>
                <a:spcAft>
                  <a:spcPct val="0"/>
                </a:spcAft>
              </a:pPr>
              <a:t>99.9</a:t>
            </a:fld>
            <a:endParaRPr lang="sv-SE" dirty="0">
              <a:latin typeface="+mn-lt"/>
            </a:endParaRPr>
          </a:p>
        </p:txBody>
      </p:sp>
      <p:sp>
        <p:nvSpPr>
          <p:cNvPr id="139" name="Text Placeholder 4">
            <a:extLst>
              <a:ext uri="{FF2B5EF4-FFF2-40B4-BE49-F238E27FC236}">
                <a16:creationId xmlns:a16="http://schemas.microsoft.com/office/drawing/2014/main" id="{A0EA6AC5-F56C-93B4-9E66-B712768B779B}"/>
              </a:ext>
            </a:extLst>
          </p:cNvPr>
          <p:cNvSpPr>
            <a:spLocks noGrp="1"/>
          </p:cNvSpPr>
          <p:nvPr>
            <p:custDataLst>
              <p:tags r:id="rId18"/>
            </p:custDataLst>
          </p:nvPr>
        </p:nvSpPr>
        <p:spPr bwMode="gray">
          <a:xfrm>
            <a:off x="7437438" y="5703888"/>
            <a:ext cx="4413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90B9486-8337-4AE6-8946-FC6FEB3FD791}" type="datetime'''''''''''''1''''''''''''''0''''0.''''0'''''">
              <a:rPr lang="sv-SE" altLang="en-US" smtClean="0">
                <a:latin typeface="+mn-lt"/>
              </a:rPr>
              <a:pPr/>
              <a:t>100.0</a:t>
            </a:fld>
            <a:endParaRPr lang="sv-SE" dirty="0">
              <a:latin typeface="+mn-lt"/>
            </a:endParaRPr>
          </a:p>
        </p:txBody>
      </p:sp>
      <p:sp>
        <p:nvSpPr>
          <p:cNvPr id="87" name="Text Placeholder 4">
            <a:extLst>
              <a:ext uri="{FF2B5EF4-FFF2-40B4-BE49-F238E27FC236}">
                <a16:creationId xmlns:a16="http://schemas.microsoft.com/office/drawing/2014/main" id="{0B52C9CF-DE6C-6E6B-05DC-42222BDE5A17}"/>
              </a:ext>
            </a:extLst>
          </p:cNvPr>
          <p:cNvSpPr>
            <a:spLocks noGrp="1"/>
          </p:cNvSpPr>
          <p:nvPr>
            <p:custDataLst>
              <p:tags r:id="rId19"/>
            </p:custDataLst>
          </p:nvPr>
        </p:nvSpPr>
        <p:spPr bwMode="auto">
          <a:xfrm>
            <a:off x="539750" y="2298700"/>
            <a:ext cx="17240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2A562E0-6E34-4619-AF7E-A97C6F3608F1}" type="datetime'''''''''C''''''a''sh oper''''''ation''s (''9''''''x5)'">
              <a:rPr lang="sv-SE" altLang="en-US" smtClean="0">
                <a:latin typeface="+mn-lt"/>
              </a:rPr>
              <a:pPr/>
              <a:t>Cash operations (9x5)</a:t>
            </a:fld>
            <a:endParaRPr lang="sv-SE" dirty="0">
              <a:latin typeface="+mn-lt"/>
            </a:endParaRPr>
          </a:p>
        </p:txBody>
      </p:sp>
      <p:sp>
        <p:nvSpPr>
          <p:cNvPr id="89" name="Text Placeholder 4">
            <a:extLst>
              <a:ext uri="{FF2B5EF4-FFF2-40B4-BE49-F238E27FC236}">
                <a16:creationId xmlns:a16="http://schemas.microsoft.com/office/drawing/2014/main" id="{95C25A78-FF4E-C5A5-AF38-CD89B6E9AE9B}"/>
              </a:ext>
            </a:extLst>
          </p:cNvPr>
          <p:cNvSpPr>
            <a:spLocks noGrp="1"/>
          </p:cNvSpPr>
          <p:nvPr>
            <p:custDataLst>
              <p:tags r:id="rId20"/>
            </p:custDataLst>
          </p:nvPr>
        </p:nvSpPr>
        <p:spPr bwMode="auto">
          <a:xfrm>
            <a:off x="539750" y="2679700"/>
            <a:ext cx="15271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24C6564-B716-4594-890E-DCDA92E30A3B}" type="datetime'''T''''r''''''''a''d''''e'' fina''n''''c''e ''(9x''''5'')'''''">
              <a:rPr lang="sv-SE" altLang="en-US" smtClean="0">
                <a:latin typeface="+mn-lt"/>
              </a:rPr>
              <a:pPr/>
              <a:t>Trade finance (9x5)</a:t>
            </a:fld>
            <a:endParaRPr lang="sv-SE" dirty="0">
              <a:latin typeface="+mn-lt"/>
            </a:endParaRPr>
          </a:p>
        </p:txBody>
      </p:sp>
      <p:sp>
        <p:nvSpPr>
          <p:cNvPr id="90" name="Text Placeholder 4">
            <a:extLst>
              <a:ext uri="{FF2B5EF4-FFF2-40B4-BE49-F238E27FC236}">
                <a16:creationId xmlns:a16="http://schemas.microsoft.com/office/drawing/2014/main" id="{77B9FEE1-AC45-B376-5938-B750FA47DA35}"/>
              </a:ext>
            </a:extLst>
          </p:cNvPr>
          <p:cNvSpPr>
            <a:spLocks noGrp="1"/>
          </p:cNvSpPr>
          <p:nvPr>
            <p:custDataLst>
              <p:tags r:id="rId21"/>
            </p:custDataLst>
          </p:nvPr>
        </p:nvSpPr>
        <p:spPr bwMode="auto">
          <a:xfrm>
            <a:off x="539750" y="3060700"/>
            <a:ext cx="19002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F5DCD81-3CFF-4263-B381-56C207527662}" type="datetime'PO''S-''termin''a''''''''l'''' op''''''er''a''t''''i''ons'">
              <a:rPr lang="sv-SE" altLang="en-US" smtClean="0">
                <a:latin typeface="+mn-lt"/>
              </a:rPr>
              <a:pPr/>
              <a:t>POS-terminal operations</a:t>
            </a:fld>
            <a:endParaRPr lang="sv-SE" dirty="0">
              <a:latin typeface="+mn-lt"/>
            </a:endParaRPr>
          </a:p>
        </p:txBody>
      </p:sp>
      <p:sp>
        <p:nvSpPr>
          <p:cNvPr id="102" name="Text Placeholder 4">
            <a:extLst>
              <a:ext uri="{FF2B5EF4-FFF2-40B4-BE49-F238E27FC236}">
                <a16:creationId xmlns:a16="http://schemas.microsoft.com/office/drawing/2014/main" id="{915C2FBD-F088-22FE-74EB-FC81F90BE81C}"/>
              </a:ext>
            </a:extLst>
          </p:cNvPr>
          <p:cNvSpPr>
            <a:spLocks noGrp="1"/>
          </p:cNvSpPr>
          <p:nvPr>
            <p:custDataLst>
              <p:tags r:id="rId22"/>
            </p:custDataLst>
          </p:nvPr>
        </p:nvSpPr>
        <p:spPr bwMode="auto">
          <a:xfrm>
            <a:off x="539750" y="3441700"/>
            <a:ext cx="16986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12F98C1-9A8D-4FB0-9173-3961E3316C51}" type="datetime'''''A''g''en''t ''b''''an''kin''''g ''(''''24x''7)'''''''">
              <a:rPr lang="sv-SE" altLang="en-US" smtClean="0">
                <a:latin typeface="+mn-lt"/>
              </a:rPr>
              <a:pPr/>
              <a:t>Agent banking (24x7)</a:t>
            </a:fld>
            <a:endParaRPr lang="sv-SE" dirty="0">
              <a:latin typeface="+mn-lt"/>
            </a:endParaRPr>
          </a:p>
        </p:txBody>
      </p:sp>
      <p:sp>
        <p:nvSpPr>
          <p:cNvPr id="103" name="Text Placeholder 4">
            <a:extLst>
              <a:ext uri="{FF2B5EF4-FFF2-40B4-BE49-F238E27FC236}">
                <a16:creationId xmlns:a16="http://schemas.microsoft.com/office/drawing/2014/main" id="{BCE6DCDB-6607-E726-9A22-F0C247308E2B}"/>
              </a:ext>
            </a:extLst>
          </p:cNvPr>
          <p:cNvSpPr>
            <a:spLocks noGrp="1"/>
          </p:cNvSpPr>
          <p:nvPr>
            <p:custDataLst>
              <p:tags r:id="rId23"/>
            </p:custDataLst>
          </p:nvPr>
        </p:nvSpPr>
        <p:spPr bwMode="auto">
          <a:xfrm>
            <a:off x="539750" y="3822700"/>
            <a:ext cx="24241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866D10A-3C2F-4D39-B620-936811D702EB}" type="datetime'C''''a''''rd o''p''''e''''rat''''ions'' ''(PASHA c''ar''''ds)'">
              <a:rPr lang="sv-SE" altLang="en-US" smtClean="0">
                <a:latin typeface="+mn-lt"/>
              </a:rPr>
              <a:pPr/>
              <a:t>Card operations (PASHA cards)</a:t>
            </a:fld>
            <a:endParaRPr lang="sv-SE" dirty="0">
              <a:latin typeface="+mn-lt"/>
            </a:endParaRPr>
          </a:p>
        </p:txBody>
      </p:sp>
      <p:sp>
        <p:nvSpPr>
          <p:cNvPr id="104" name="Text Placeholder 4">
            <a:extLst>
              <a:ext uri="{FF2B5EF4-FFF2-40B4-BE49-F238E27FC236}">
                <a16:creationId xmlns:a16="http://schemas.microsoft.com/office/drawing/2014/main" id="{EB2F2046-B98E-24EF-CF48-5D268E33AA15}"/>
              </a:ext>
            </a:extLst>
          </p:cNvPr>
          <p:cNvSpPr>
            <a:spLocks noGrp="1"/>
          </p:cNvSpPr>
          <p:nvPr>
            <p:custDataLst>
              <p:tags r:id="rId24"/>
            </p:custDataLst>
          </p:nvPr>
        </p:nvSpPr>
        <p:spPr bwMode="auto">
          <a:xfrm>
            <a:off x="539750" y="4205288"/>
            <a:ext cx="15367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2E1DA05-4887-4743-B747-88B84926DBE0}" type="datetime'''Do''me''''s''t''''ic ''''p''''''aym''e''n''''t''s'''">
              <a:rPr lang="sv-SE" altLang="en-US" smtClean="0">
                <a:latin typeface="+mn-lt"/>
              </a:rPr>
              <a:pPr/>
              <a:t>Domestic payments</a:t>
            </a:fld>
            <a:endParaRPr lang="sv-SE" dirty="0">
              <a:latin typeface="+mn-lt"/>
            </a:endParaRPr>
          </a:p>
        </p:txBody>
      </p:sp>
      <p:sp>
        <p:nvSpPr>
          <p:cNvPr id="105" name="Text Placeholder 4">
            <a:extLst>
              <a:ext uri="{FF2B5EF4-FFF2-40B4-BE49-F238E27FC236}">
                <a16:creationId xmlns:a16="http://schemas.microsoft.com/office/drawing/2014/main" id="{0CD0F9F8-46C3-B79A-224E-0512C0353F9F}"/>
              </a:ext>
            </a:extLst>
          </p:cNvPr>
          <p:cNvSpPr>
            <a:spLocks noGrp="1"/>
          </p:cNvSpPr>
          <p:nvPr>
            <p:custDataLst>
              <p:tags r:id="rId25"/>
            </p:custDataLst>
          </p:nvPr>
        </p:nvSpPr>
        <p:spPr bwMode="auto">
          <a:xfrm>
            <a:off x="539750" y="4586288"/>
            <a:ext cx="18176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955C954-6029-42BE-84FB-11C2C0511AD6}" type="datetime'Cross''''-''bord''''e''r'' pa''''''y''''m''''''e''''''n''ts'">
              <a:rPr lang="sv-SE" altLang="en-US" smtClean="0">
                <a:latin typeface="+mn-lt"/>
              </a:rPr>
              <a:pPr/>
              <a:t>Cross-border payments</a:t>
            </a:fld>
            <a:endParaRPr lang="sv-SE" dirty="0">
              <a:latin typeface="+mn-lt"/>
            </a:endParaRPr>
          </a:p>
        </p:txBody>
      </p:sp>
      <p:sp>
        <p:nvSpPr>
          <p:cNvPr id="106" name="Text Placeholder 4">
            <a:extLst>
              <a:ext uri="{FF2B5EF4-FFF2-40B4-BE49-F238E27FC236}">
                <a16:creationId xmlns:a16="http://schemas.microsoft.com/office/drawing/2014/main" id="{BF3B2470-22D8-68D1-EB2A-B87903725C90}"/>
              </a:ext>
            </a:extLst>
          </p:cNvPr>
          <p:cNvSpPr>
            <a:spLocks noGrp="1"/>
          </p:cNvSpPr>
          <p:nvPr>
            <p:custDataLst>
              <p:tags r:id="rId26"/>
            </p:custDataLst>
          </p:nvPr>
        </p:nvSpPr>
        <p:spPr bwMode="auto">
          <a:xfrm>
            <a:off x="539750" y="4967288"/>
            <a:ext cx="1541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9311A21-7150-4733-B7AF-68D98664F0BA}" type="datetime'''FX ''op''erat''i''''o''n''s'''''''''''' ''''''(9x5)'''''''''">
              <a:rPr lang="sv-SE" altLang="en-US" smtClean="0">
                <a:latin typeface="+mn-lt"/>
              </a:rPr>
              <a:pPr/>
              <a:t>FX operations (9x5)</a:t>
            </a:fld>
            <a:endParaRPr lang="sv-SE" dirty="0">
              <a:latin typeface="+mn-lt"/>
            </a:endParaRPr>
          </a:p>
        </p:txBody>
      </p:sp>
      <p:sp>
        <p:nvSpPr>
          <p:cNvPr id="107" name="Text Placeholder 4">
            <a:extLst>
              <a:ext uri="{FF2B5EF4-FFF2-40B4-BE49-F238E27FC236}">
                <a16:creationId xmlns:a16="http://schemas.microsoft.com/office/drawing/2014/main" id="{C86C7FE3-F6BC-94C4-3E1C-9B50723203BB}"/>
              </a:ext>
            </a:extLst>
          </p:cNvPr>
          <p:cNvSpPr>
            <a:spLocks noGrp="1"/>
          </p:cNvSpPr>
          <p:nvPr>
            <p:custDataLst>
              <p:tags r:id="rId27"/>
            </p:custDataLst>
          </p:nvPr>
        </p:nvSpPr>
        <p:spPr bwMode="auto">
          <a:xfrm>
            <a:off x="539750" y="5348288"/>
            <a:ext cx="1636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C20940AA-4E4F-4C56-A080-8F7C1CF24D5F}" type="datetime'I''nt''''r''''a-''''''b''a''n''''''k'' p''a''y''m''''en''ts'">
              <a:rPr lang="sv-SE" altLang="en-US" smtClean="0">
                <a:latin typeface="+mn-lt"/>
              </a:rPr>
              <a:pPr/>
              <a:t>Intra-bank payments</a:t>
            </a:fld>
            <a:endParaRPr lang="sv-SE" dirty="0">
              <a:latin typeface="+mn-lt"/>
            </a:endParaRPr>
          </a:p>
        </p:txBody>
      </p:sp>
      <p:sp>
        <p:nvSpPr>
          <p:cNvPr id="115" name="Text Placeholder 4">
            <a:extLst>
              <a:ext uri="{FF2B5EF4-FFF2-40B4-BE49-F238E27FC236}">
                <a16:creationId xmlns:a16="http://schemas.microsoft.com/office/drawing/2014/main" id="{6FA5C1D0-1A78-02D5-E529-D169AE0DDD0B}"/>
              </a:ext>
            </a:extLst>
          </p:cNvPr>
          <p:cNvSpPr>
            <a:spLocks noGrp="1"/>
          </p:cNvSpPr>
          <p:nvPr>
            <p:custDataLst>
              <p:tags r:id="rId28"/>
            </p:custDataLst>
          </p:nvPr>
        </p:nvSpPr>
        <p:spPr bwMode="gray">
          <a:xfrm>
            <a:off x="7683500" y="2298700"/>
            <a:ext cx="8588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48C7225-FA3A-4260-BDEF-94AF0697D565}" type="datetime'1''0''0''''''''''''''''''.00''''0%'''''''''">
              <a:rPr lang="sv-SE" altLang="en-US" smtClean="0">
                <a:latin typeface="+mn-lt"/>
              </a:rPr>
              <a:pPr/>
              <a:t>100.000%</a:t>
            </a:fld>
            <a:endParaRPr lang="sv-SE" dirty="0">
              <a:latin typeface="+mn-lt"/>
            </a:endParaRPr>
          </a:p>
        </p:txBody>
      </p:sp>
      <p:sp useBgFill="1">
        <p:nvSpPr>
          <p:cNvPr id="116" name="Text Placeholder 4">
            <a:extLst>
              <a:ext uri="{FF2B5EF4-FFF2-40B4-BE49-F238E27FC236}">
                <a16:creationId xmlns:a16="http://schemas.microsoft.com/office/drawing/2014/main" id="{4426C92B-4716-3795-17FD-13415BE3678B}"/>
              </a:ext>
            </a:extLst>
          </p:cNvPr>
          <p:cNvSpPr>
            <a:spLocks noGrp="1"/>
          </p:cNvSpPr>
          <p:nvPr>
            <p:custDataLst>
              <p:tags r:id="rId29"/>
            </p:custDataLst>
          </p:nvPr>
        </p:nvSpPr>
        <p:spPr bwMode="gray">
          <a:xfrm>
            <a:off x="7500937" y="2679700"/>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162D29F-7E89-4BE5-8DBC-7B617C11E115}" type="datetime'''''''''9''''''''''9''.''9''7''''''6''''''%'''">
              <a:rPr lang="sv-SE" altLang="en-US" smtClean="0">
                <a:effectLst/>
                <a:latin typeface="+mn-lt"/>
              </a:rPr>
              <a:pPr/>
              <a:t>99.976%</a:t>
            </a:fld>
            <a:endParaRPr lang="sv-SE" dirty="0">
              <a:latin typeface="+mn-lt"/>
            </a:endParaRPr>
          </a:p>
        </p:txBody>
      </p:sp>
      <p:sp useBgFill="1">
        <p:nvSpPr>
          <p:cNvPr id="117" name="Text Placeholder 4">
            <a:extLst>
              <a:ext uri="{FF2B5EF4-FFF2-40B4-BE49-F238E27FC236}">
                <a16:creationId xmlns:a16="http://schemas.microsoft.com/office/drawing/2014/main" id="{87926B0B-CC91-EF6F-F35D-1D61084BEC6A}"/>
              </a:ext>
            </a:extLst>
          </p:cNvPr>
          <p:cNvSpPr>
            <a:spLocks noGrp="1"/>
          </p:cNvSpPr>
          <p:nvPr>
            <p:custDataLst>
              <p:tags r:id="rId30"/>
            </p:custDataLst>
          </p:nvPr>
        </p:nvSpPr>
        <p:spPr bwMode="gray">
          <a:xfrm>
            <a:off x="7150099" y="3060700"/>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FFC0501-4CA7-48B3-9014-F7DF6DF61F5F}" type="datetime'''9''''''''''9''''.9''''''''3''''''''''''''''''''''0%'">
              <a:rPr lang="sv-SE" altLang="en-US" smtClean="0">
                <a:effectLst/>
                <a:latin typeface="+mn-lt"/>
              </a:rPr>
              <a:pPr/>
              <a:t>99.930%</a:t>
            </a:fld>
            <a:endParaRPr lang="sv-SE" dirty="0">
              <a:latin typeface="+mn-lt"/>
            </a:endParaRPr>
          </a:p>
        </p:txBody>
      </p:sp>
      <p:sp useBgFill="1">
        <p:nvSpPr>
          <p:cNvPr id="118" name="Text Placeholder 4">
            <a:extLst>
              <a:ext uri="{FF2B5EF4-FFF2-40B4-BE49-F238E27FC236}">
                <a16:creationId xmlns:a16="http://schemas.microsoft.com/office/drawing/2014/main" id="{1A8A5C3A-47E8-622F-950A-29FCE1E07B4D}"/>
              </a:ext>
            </a:extLst>
          </p:cNvPr>
          <p:cNvSpPr>
            <a:spLocks noGrp="1"/>
          </p:cNvSpPr>
          <p:nvPr>
            <p:custDataLst>
              <p:tags r:id="rId31"/>
            </p:custDataLst>
          </p:nvPr>
        </p:nvSpPr>
        <p:spPr bwMode="gray">
          <a:xfrm>
            <a:off x="7096124" y="3441700"/>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671540E-A2BD-4240-9F17-7E6FDF9E5CF0}" type="datetime'''99''.''''''9''''''2''''''''''''''''''3''''''''%'''">
              <a:rPr lang="sv-SE" altLang="en-US" smtClean="0">
                <a:effectLst/>
                <a:latin typeface="+mn-lt"/>
              </a:rPr>
              <a:pPr/>
              <a:t>99.923%</a:t>
            </a:fld>
            <a:endParaRPr lang="sv-SE" dirty="0">
              <a:latin typeface="+mn-lt"/>
            </a:endParaRPr>
          </a:p>
        </p:txBody>
      </p:sp>
      <p:sp>
        <p:nvSpPr>
          <p:cNvPr id="119" name="Text Placeholder 4">
            <a:extLst>
              <a:ext uri="{FF2B5EF4-FFF2-40B4-BE49-F238E27FC236}">
                <a16:creationId xmlns:a16="http://schemas.microsoft.com/office/drawing/2014/main" id="{A0C8F756-7BA8-013F-2E03-AD593AAA8A56}"/>
              </a:ext>
            </a:extLst>
          </p:cNvPr>
          <p:cNvSpPr>
            <a:spLocks noGrp="1"/>
          </p:cNvSpPr>
          <p:nvPr>
            <p:custDataLst>
              <p:tags r:id="rId32"/>
            </p:custDataLst>
          </p:nvPr>
        </p:nvSpPr>
        <p:spPr bwMode="gray">
          <a:xfrm>
            <a:off x="6889749" y="3822700"/>
            <a:ext cx="7620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3702005-A659-4CEF-A44A-F913FF6E1F4C}" type="datetime'''''''99''.''''''''89''''''''''''''''''''''6''''''''''%'''''''">
              <a:rPr lang="sv-SE" altLang="en-US" smtClean="0">
                <a:latin typeface="+mn-lt"/>
              </a:rPr>
              <a:pPr/>
              <a:t>99.896%</a:t>
            </a:fld>
            <a:endParaRPr lang="sv-SE" dirty="0">
              <a:latin typeface="+mn-lt"/>
            </a:endParaRPr>
          </a:p>
        </p:txBody>
      </p:sp>
      <p:sp useBgFill="1">
        <p:nvSpPr>
          <p:cNvPr id="120" name="Text Placeholder 4">
            <a:extLst>
              <a:ext uri="{FF2B5EF4-FFF2-40B4-BE49-F238E27FC236}">
                <a16:creationId xmlns:a16="http://schemas.microsoft.com/office/drawing/2014/main" id="{74CA44B0-C3B4-010B-288D-15957E30BB42}"/>
              </a:ext>
            </a:extLst>
          </p:cNvPr>
          <p:cNvSpPr>
            <a:spLocks noGrp="1"/>
          </p:cNvSpPr>
          <p:nvPr>
            <p:custDataLst>
              <p:tags r:id="rId33"/>
            </p:custDataLst>
          </p:nvPr>
        </p:nvSpPr>
        <p:spPr bwMode="gray">
          <a:xfrm>
            <a:off x="6569074" y="4205288"/>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ABEF937-C514-4DBC-B774-63ED60571BF7}" type="datetime'''''''''9''''9''''.''''''''''''8''''''''5''''4''''''''''''%'">
              <a:rPr lang="sv-SE" altLang="en-US" smtClean="0">
                <a:effectLst/>
                <a:latin typeface="+mn-lt"/>
              </a:rPr>
              <a:pPr/>
              <a:t>99.854%</a:t>
            </a:fld>
            <a:endParaRPr lang="sv-SE" dirty="0">
              <a:latin typeface="+mn-lt"/>
            </a:endParaRPr>
          </a:p>
        </p:txBody>
      </p:sp>
      <p:sp useBgFill="1">
        <p:nvSpPr>
          <p:cNvPr id="121" name="Text Placeholder 4">
            <a:extLst>
              <a:ext uri="{FF2B5EF4-FFF2-40B4-BE49-F238E27FC236}">
                <a16:creationId xmlns:a16="http://schemas.microsoft.com/office/drawing/2014/main" id="{B55ACC45-8762-DD6C-4DD2-37B2D4E8B5D0}"/>
              </a:ext>
            </a:extLst>
          </p:cNvPr>
          <p:cNvSpPr>
            <a:spLocks noGrp="1"/>
          </p:cNvSpPr>
          <p:nvPr>
            <p:custDataLst>
              <p:tags r:id="rId34"/>
            </p:custDataLst>
          </p:nvPr>
        </p:nvSpPr>
        <p:spPr bwMode="gray">
          <a:xfrm>
            <a:off x="6508749" y="4586288"/>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B3C9859-463E-49B9-854F-F3E4D6A29745}" type="datetime'''''9''9.''''''8''''''4''''''6''''''''%'''''''''''''''''''''''">
              <a:rPr lang="sv-SE" altLang="en-US" smtClean="0">
                <a:effectLst/>
                <a:latin typeface="+mn-lt"/>
              </a:rPr>
              <a:pPr/>
              <a:t>99.846%</a:t>
            </a:fld>
            <a:endParaRPr lang="sv-SE" dirty="0">
              <a:latin typeface="+mn-lt"/>
            </a:endParaRPr>
          </a:p>
        </p:txBody>
      </p:sp>
      <p:sp useBgFill="1">
        <p:nvSpPr>
          <p:cNvPr id="122" name="Text Placeholder 4">
            <a:extLst>
              <a:ext uri="{FF2B5EF4-FFF2-40B4-BE49-F238E27FC236}">
                <a16:creationId xmlns:a16="http://schemas.microsoft.com/office/drawing/2014/main" id="{F9402B41-7EB9-A68D-E1D7-BBDD63663BF9}"/>
              </a:ext>
            </a:extLst>
          </p:cNvPr>
          <p:cNvSpPr>
            <a:spLocks noGrp="1"/>
          </p:cNvSpPr>
          <p:nvPr>
            <p:custDataLst>
              <p:tags r:id="rId35"/>
            </p:custDataLst>
          </p:nvPr>
        </p:nvSpPr>
        <p:spPr bwMode="gray">
          <a:xfrm>
            <a:off x="6372224" y="4967288"/>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9185FD3-6212-4D66-989E-30D7D12856F8}" type="datetime'''''''''''''9''9.8''''''''''2''8''''''''''''''''''''%'''''">
              <a:rPr lang="sv-SE" altLang="en-US" smtClean="0">
                <a:effectLst/>
                <a:latin typeface="+mn-lt"/>
              </a:rPr>
              <a:pPr/>
              <a:t>99.828%</a:t>
            </a:fld>
            <a:endParaRPr lang="sv-SE" dirty="0">
              <a:latin typeface="+mn-lt"/>
            </a:endParaRPr>
          </a:p>
        </p:txBody>
      </p:sp>
      <p:sp useBgFill="1">
        <p:nvSpPr>
          <p:cNvPr id="123" name="Text Placeholder 4">
            <a:extLst>
              <a:ext uri="{FF2B5EF4-FFF2-40B4-BE49-F238E27FC236}">
                <a16:creationId xmlns:a16="http://schemas.microsoft.com/office/drawing/2014/main" id="{8B5BB6A5-2F8E-8558-DAFA-6345F0130FFD}"/>
              </a:ext>
            </a:extLst>
          </p:cNvPr>
          <p:cNvSpPr>
            <a:spLocks noGrp="1"/>
          </p:cNvSpPr>
          <p:nvPr>
            <p:custDataLst>
              <p:tags r:id="rId36"/>
            </p:custDataLst>
          </p:nvPr>
        </p:nvSpPr>
        <p:spPr bwMode="gray">
          <a:xfrm>
            <a:off x="6340474" y="5348288"/>
            <a:ext cx="762000" cy="212725"/>
          </a:xfrm>
          <a:prstGeom prst="rect">
            <a:avLst/>
          </a:prstGeom>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D17206C-7AC2-43AB-B409-18DE6749E722}" type="datetime'9''''9''''''''''''''''''''''''''''''.''''8''''''2''''''4%'''''">
              <a:rPr lang="sv-SE" altLang="en-US" smtClean="0">
                <a:effectLst/>
                <a:latin typeface="+mn-lt"/>
              </a:rPr>
              <a:pPr/>
              <a:t>99.824%</a:t>
            </a:fld>
            <a:endParaRPr lang="sv-SE" dirty="0">
              <a:latin typeface="+mn-lt"/>
            </a:endParaRPr>
          </a:p>
        </p:txBody>
      </p:sp>
      <p:sp>
        <p:nvSpPr>
          <p:cNvPr id="210" name="5. Source">
            <a:extLst>
              <a:ext uri="{FF2B5EF4-FFF2-40B4-BE49-F238E27FC236}">
                <a16:creationId xmlns:a16="http://schemas.microsoft.com/office/drawing/2014/main" id="{6515C710-757B-E57F-1ED7-251AF1131358}"/>
              </a:ext>
            </a:extLst>
          </p:cNvPr>
          <p:cNvSpPr txBox="1">
            <a:spLocks/>
          </p:cNvSpPr>
          <p:nvPr>
            <p:custDataLst>
              <p:tags r:id="rId37"/>
            </p:custDataLst>
          </p:nvPr>
        </p:nvSpPr>
        <p:spPr>
          <a:xfrm>
            <a:off x="554736" y="6409970"/>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PRTG up/down monitoring of ~9 critical business services (full-year 2025). Outages only — excludes performance degradations &amp; change-failures; </a:t>
            </a:r>
            <a:br>
              <a:rPr lang="en-US" sz="800" dirty="0"/>
            </a:br>
            <a:r>
              <a:rPr lang="en-US" sz="800" dirty="0"/>
              <a:t>no RTO/RPO/DR-test data.</a:t>
            </a:r>
          </a:p>
        </p:txBody>
      </p:sp>
      <p:sp>
        <p:nvSpPr>
          <p:cNvPr id="213" name="TextBox 212">
            <a:extLst>
              <a:ext uri="{FF2B5EF4-FFF2-40B4-BE49-F238E27FC236}">
                <a16:creationId xmlns:a16="http://schemas.microsoft.com/office/drawing/2014/main" id="{10BBD5FB-3B5E-A60C-1202-6ECF0346F918}"/>
              </a:ext>
            </a:extLst>
          </p:cNvPr>
          <p:cNvSpPr txBox="1">
            <a:spLocks/>
          </p:cNvSpPr>
          <p:nvPr>
            <p:custDataLst>
              <p:tags r:id="rId38"/>
            </p:custDataLst>
          </p:nvPr>
        </p:nvSpPr>
        <p:spPr>
          <a:xfrm>
            <a:off x="4510215" y="6050257"/>
            <a:ext cx="1495175" cy="16158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0"/>
              </a:spcBef>
            </a:pPr>
            <a:r>
              <a:rPr lang="en-US" sz="1050" b="1" dirty="0">
                <a:ea typeface="+mn-ea"/>
                <a:cs typeface="+mn-cs"/>
              </a:rPr>
              <a:t>2025 uptime %</a:t>
            </a:r>
            <a:endParaRPr lang="sv-SE" sz="1050" b="1" dirty="0">
              <a:ea typeface="+mn-ea"/>
              <a:cs typeface="+mn-cs"/>
            </a:endParaRPr>
          </a:p>
        </p:txBody>
      </p:sp>
      <p:cxnSp>
        <p:nvCxnSpPr>
          <p:cNvPr id="239" name="Straight Connector 238">
            <a:extLst>
              <a:ext uri="{FF2B5EF4-FFF2-40B4-BE49-F238E27FC236}">
                <a16:creationId xmlns:a16="http://schemas.microsoft.com/office/drawing/2014/main" id="{0C4C36D6-52C2-FA5D-8A03-A5FCCC90A84B}"/>
              </a:ext>
            </a:extLst>
          </p:cNvPr>
          <p:cNvCxnSpPr>
            <a:cxnSpLocks/>
          </p:cNvCxnSpPr>
          <p:nvPr/>
        </p:nvCxnSpPr>
        <p:spPr>
          <a:xfrm>
            <a:off x="4601845" y="2046288"/>
            <a:ext cx="15875" cy="3598863"/>
          </a:xfrm>
          <a:prstGeom prst="line">
            <a:avLst/>
          </a:prstGeom>
          <a:ln w="12700" cap="sq">
            <a:solidFill>
              <a:schemeClr val="accent2"/>
            </a:solidFill>
            <a:prstDash val="lgDash"/>
            <a:miter lim="800000"/>
            <a:tailEnd type="none"/>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DD4DE3D-53E5-75BA-FFB5-2498962C3148}"/>
              </a:ext>
            </a:extLst>
          </p:cNvPr>
          <p:cNvCxnSpPr>
            <a:cxnSpLocks/>
          </p:cNvCxnSpPr>
          <p:nvPr/>
        </p:nvCxnSpPr>
        <p:spPr>
          <a:xfrm>
            <a:off x="4220749" y="2046288"/>
            <a:ext cx="15875" cy="3598863"/>
          </a:xfrm>
          <a:prstGeom prst="line">
            <a:avLst/>
          </a:prstGeom>
          <a:ln w="12700" cap="sq">
            <a:solidFill>
              <a:srgbClr val="FF0000"/>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E0B844B1-2F5A-38A8-AAC9-E5A74A8559CC}"/>
              </a:ext>
            </a:extLst>
          </p:cNvPr>
          <p:cNvSpPr txBox="1">
            <a:spLocks/>
          </p:cNvSpPr>
          <p:nvPr>
            <p:custDataLst>
              <p:tags r:id="rId39"/>
            </p:custDataLst>
          </p:nvPr>
        </p:nvSpPr>
        <p:spPr>
          <a:xfrm>
            <a:off x="3274359" y="2030236"/>
            <a:ext cx="90704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spcBef>
                <a:spcPts val="1000"/>
              </a:spcBef>
              <a:buClr>
                <a:schemeClr val="tx1"/>
              </a:buClr>
            </a:pPr>
            <a:r>
              <a:rPr lang="en-US" sz="1000" dirty="0">
                <a:solidFill>
                  <a:srgbClr val="FF0000"/>
                </a:solidFill>
                <a:ea typeface="+mn-ea"/>
                <a:cs typeface="+mn-cs"/>
              </a:rPr>
              <a:t>High 99.55</a:t>
            </a:r>
            <a:endParaRPr lang="sv-SE" sz="1000" dirty="0">
              <a:solidFill>
                <a:srgbClr val="FF0000"/>
              </a:solidFill>
              <a:ea typeface="+mn-ea"/>
              <a:cs typeface="+mn-cs"/>
            </a:endParaRPr>
          </a:p>
        </p:txBody>
      </p:sp>
      <p:sp>
        <p:nvSpPr>
          <p:cNvPr id="244" name="TextBox 243">
            <a:extLst>
              <a:ext uri="{FF2B5EF4-FFF2-40B4-BE49-F238E27FC236}">
                <a16:creationId xmlns:a16="http://schemas.microsoft.com/office/drawing/2014/main" id="{B0D7769B-1310-A2D7-5096-2297692AFAD8}"/>
              </a:ext>
            </a:extLst>
          </p:cNvPr>
          <p:cNvSpPr txBox="1">
            <a:spLocks/>
          </p:cNvSpPr>
          <p:nvPr>
            <p:custDataLst>
              <p:tags r:id="rId40"/>
            </p:custDataLst>
          </p:nvPr>
        </p:nvSpPr>
        <p:spPr>
          <a:xfrm>
            <a:off x="4638436" y="2030236"/>
            <a:ext cx="90704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spcBef>
                <a:spcPts val="1000"/>
              </a:spcBef>
              <a:buClr>
                <a:schemeClr val="tx1"/>
              </a:buClr>
            </a:pPr>
            <a:r>
              <a:rPr lang="en-US" sz="1000" dirty="0">
                <a:solidFill>
                  <a:schemeClr val="accent2"/>
                </a:solidFill>
                <a:ea typeface="+mn-ea"/>
                <a:cs typeface="+mn-cs"/>
              </a:rPr>
              <a:t>Low-Med 99.60</a:t>
            </a:r>
            <a:endParaRPr lang="sv-SE" sz="1000" dirty="0">
              <a:solidFill>
                <a:schemeClr val="accent2"/>
              </a:solidFill>
              <a:ea typeface="+mn-ea"/>
              <a:cs typeface="+mn-cs"/>
            </a:endParaRPr>
          </a:p>
        </p:txBody>
      </p:sp>
    </p:spTree>
    <p:extLst>
      <p:ext uri="{BB962C8B-B14F-4D97-AF65-F5344CB8AC3E}">
        <p14:creationId xmlns:p14="http://schemas.microsoft.com/office/powerpoint/2010/main" val="271865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FD3E-1BF8-AD38-1A19-715F6A19C7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BFFD5F96-E45D-D905-94F5-A0053DF13A3A}"/>
              </a:ext>
            </a:extLst>
          </p:cNvPr>
          <p:cNvGraphicFramePr>
            <a:graphicFrameLocks noChangeAspect="1"/>
          </p:cNvGraphicFramePr>
          <p:nvPr>
            <p:custDataLst>
              <p:tags r:id="rId1"/>
            </p:custDataLst>
            <p:extLst>
              <p:ext uri="{D42A27DB-BD31-4B8C-83A1-F6EECF244321}">
                <p14:modId xmlns:p14="http://schemas.microsoft.com/office/powerpoint/2010/main" val="5477434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84" imgH="486" progId="TCLayout.ActiveDocument.1">
                  <p:embed/>
                </p:oleObj>
              </mc:Choice>
              <mc:Fallback>
                <p:oleObj name="think-cell Slide" r:id="rId26" imgW="484" imgH="486" progId="TCLayout.ActiveDocument.1">
                  <p:embed/>
                  <p:pic>
                    <p:nvPicPr>
                      <p:cNvPr id="5" name="Object 2" hidden="1">
                        <a:extLst>
                          <a:ext uri="{FF2B5EF4-FFF2-40B4-BE49-F238E27FC236}">
                            <a16:creationId xmlns:a16="http://schemas.microsoft.com/office/drawing/2014/main" id="{BFFD5F96-E45D-D905-94F5-A0053DF13A3A}"/>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5E407060-89CB-EB3D-4C94-AF6ADDFE6F02}"/>
              </a:ext>
            </a:extLst>
          </p:cNvPr>
          <p:cNvSpPr>
            <a:spLocks noGrp="1"/>
          </p:cNvSpPr>
          <p:nvPr>
            <p:ph type="title"/>
            <p:custDataLst>
              <p:tags r:id="rId2"/>
            </p:custDataLst>
          </p:nvPr>
        </p:nvSpPr>
        <p:spPr>
          <a:xfrm>
            <a:off x="552260" y="658190"/>
            <a:ext cx="11082528" cy="738664"/>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~8 of 20 systems drive 80% of downtime, cascading across business services</a:t>
            </a:r>
          </a:p>
        </p:txBody>
      </p:sp>
      <p:sp>
        <p:nvSpPr>
          <p:cNvPr id="7" name="Text Placeholder 6">
            <a:extLst>
              <a:ext uri="{FF2B5EF4-FFF2-40B4-BE49-F238E27FC236}">
                <a16:creationId xmlns:a16="http://schemas.microsoft.com/office/drawing/2014/main" id="{660AE922-7DC8-3AB1-A25A-0EFBD75C17EF}"/>
              </a:ext>
            </a:extLst>
          </p:cNvPr>
          <p:cNvSpPr>
            <a:spLocks noGrp="1"/>
          </p:cNvSpPr>
          <p:nvPr>
            <p:ph type="body" sz="quarter" idx="10"/>
          </p:nvPr>
        </p:nvSpPr>
        <p:spPr/>
        <p:txBody>
          <a:bodyPr/>
          <a:lstStyle/>
          <a:p>
            <a:endParaRPr lang="sv-SE"/>
          </a:p>
        </p:txBody>
      </p:sp>
      <p:cxnSp>
        <p:nvCxnSpPr>
          <p:cNvPr id="29" name="Straight Connector 28">
            <a:extLst>
              <a:ext uri="{FF2B5EF4-FFF2-40B4-BE49-F238E27FC236}">
                <a16:creationId xmlns:a16="http://schemas.microsoft.com/office/drawing/2014/main" id="{4123CFD2-20DB-51C2-C6EB-EA26EA16CAB7}"/>
              </a:ext>
            </a:extLst>
          </p:cNvPr>
          <p:cNvCxnSpPr>
            <a:cxnSpLocks/>
          </p:cNvCxnSpPr>
          <p:nvPr/>
        </p:nvCxnSpPr>
        <p:spPr>
          <a:xfrm>
            <a:off x="554736" y="1979295"/>
            <a:ext cx="7918704"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41B2D8A-3399-D09C-43AD-B75B14984870}"/>
              </a:ext>
            </a:extLst>
          </p:cNvPr>
          <p:cNvSpPr txBox="1">
            <a:spLocks/>
          </p:cNvSpPr>
          <p:nvPr/>
        </p:nvSpPr>
        <p:spPr>
          <a:xfrm>
            <a:off x="570626" y="1514589"/>
            <a:ext cx="3774118" cy="400110"/>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b="1" dirty="0">
                <a:ea typeface="+mn-ea"/>
                <a:cs typeface="+mn-cs"/>
              </a:rPr>
              <a:t>Downtime concentrates in a few IT systems</a:t>
            </a:r>
          </a:p>
        </p:txBody>
      </p:sp>
      <p:sp>
        <p:nvSpPr>
          <p:cNvPr id="33" name="5. Source">
            <a:extLst>
              <a:ext uri="{FF2B5EF4-FFF2-40B4-BE49-F238E27FC236}">
                <a16:creationId xmlns:a16="http://schemas.microsoft.com/office/drawing/2014/main" id="{9607576F-D190-2EE9-1EBE-CA8F988A5C8C}"/>
              </a:ext>
            </a:extLst>
          </p:cNvPr>
          <p:cNvSpPr txBox="1">
            <a:spLocks/>
          </p:cNvSpPr>
          <p:nvPr>
            <p:custDataLst>
              <p:tags r:id="rId3"/>
            </p:custDataLst>
          </p:nvPr>
        </p:nvSpPr>
        <p:spPr>
          <a:xfrm>
            <a:off x="554736" y="6409970"/>
            <a:ext cx="7918704" cy="36933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1. PRTG uptime monitoring – CI critical business services (full-year 2025). Outages only – excludes performance degradations &amp; change-failures; </a:t>
            </a:r>
            <a:br>
              <a:rPr lang="en-US" sz="800" dirty="0"/>
            </a:br>
            <a:r>
              <a:rPr lang="en-US" sz="800" dirty="0"/>
              <a:t>no TMON/PRT-test data. 2. “Downtime per service </a:t>
            </a:r>
            <a:r>
              <a:rPr lang="en-US" sz="800" dirty="0" err="1"/>
              <a:t>nw</a:t>
            </a:r>
            <a:r>
              <a:rPr lang="en-US" sz="800" dirty="0"/>
              <a:t>” dependency matrix, summed over 2025. Cell = downtime minutes attributed to that IT system within a business service; “–” = not applicable.</a:t>
            </a:r>
          </a:p>
        </p:txBody>
      </p:sp>
      <p:graphicFrame>
        <p:nvGraphicFramePr>
          <p:cNvPr id="9" name="Chart 8">
            <a:extLst>
              <a:ext uri="{FF2B5EF4-FFF2-40B4-BE49-F238E27FC236}">
                <a16:creationId xmlns:a16="http://schemas.microsoft.com/office/drawing/2014/main" id="{62B8378A-79A3-FA76-C339-C9A0B10E7F2F}"/>
              </a:ext>
            </a:extLst>
          </p:cNvPr>
          <p:cNvGraphicFramePr/>
          <p:nvPr>
            <p:custDataLst>
              <p:tags r:id="rId4"/>
            </p:custDataLst>
            <p:extLst>
              <p:ext uri="{D42A27DB-BD31-4B8C-83A1-F6EECF244321}">
                <p14:modId xmlns:p14="http://schemas.microsoft.com/office/powerpoint/2010/main" val="206695363"/>
              </p:ext>
            </p:extLst>
          </p:nvPr>
        </p:nvGraphicFramePr>
        <p:xfrm>
          <a:off x="1090613" y="2020888"/>
          <a:ext cx="10385425" cy="3762375"/>
        </p:xfrm>
        <a:graphic>
          <a:graphicData uri="http://schemas.openxmlformats.org/drawingml/2006/chart">
            <c:chart xmlns:c="http://schemas.openxmlformats.org/drawingml/2006/chart" xmlns:r="http://schemas.openxmlformats.org/officeDocument/2006/relationships" r:id="rId28"/>
          </a:graphicData>
        </a:graphic>
      </p:graphicFrame>
      <p:sp>
        <p:nvSpPr>
          <p:cNvPr id="44" name="Text Placeholder 4">
            <a:extLst>
              <a:ext uri="{FF2B5EF4-FFF2-40B4-BE49-F238E27FC236}">
                <a16:creationId xmlns:a16="http://schemas.microsoft.com/office/drawing/2014/main" id="{4C1F3293-4EFE-461D-940D-7EE66BAE31C5}"/>
              </a:ext>
            </a:extLst>
          </p:cNvPr>
          <p:cNvSpPr>
            <a:spLocks noGrp="1"/>
          </p:cNvSpPr>
          <p:nvPr>
            <p:custDataLst>
              <p:tags r:id="rId5"/>
            </p:custDataLst>
          </p:nvPr>
        </p:nvSpPr>
        <p:spPr bwMode="gray">
          <a:xfrm>
            <a:off x="1017588" y="5481638"/>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5DB67751-B589-4435-9BE5-7C1EDC52D9B4}" type="datetime'''''''''''''''''''''''''''''''''''''''''''''''''''''''''''''0'">
              <a:rPr lang="sv-SE" altLang="en-US" sz="1000" smtClean="0">
                <a:effectLst/>
                <a:latin typeface="+mn-lt"/>
              </a:rPr>
              <a:pPr lvl="0" algn="r">
                <a:spcBef>
                  <a:spcPct val="0"/>
                </a:spcBef>
                <a:spcAft>
                  <a:spcPct val="0"/>
                </a:spcAft>
              </a:pPr>
              <a:t>0</a:t>
            </a:fld>
            <a:endParaRPr lang="sv-SE" sz="1000" dirty="0">
              <a:latin typeface="+mn-lt"/>
            </a:endParaRPr>
          </a:p>
        </p:txBody>
      </p:sp>
      <p:sp>
        <p:nvSpPr>
          <p:cNvPr id="326" name="Text Placeholder 4">
            <a:extLst>
              <a:ext uri="{FF2B5EF4-FFF2-40B4-BE49-F238E27FC236}">
                <a16:creationId xmlns:a16="http://schemas.microsoft.com/office/drawing/2014/main" id="{4C1F3293-4EFE-461D-940D-7EE66BAE31C5}"/>
              </a:ext>
            </a:extLst>
          </p:cNvPr>
          <p:cNvSpPr>
            <a:spLocks noGrp="1"/>
          </p:cNvSpPr>
          <p:nvPr>
            <p:custDataLst>
              <p:tags r:id="rId6"/>
            </p:custDataLst>
          </p:nvPr>
        </p:nvSpPr>
        <p:spPr bwMode="gray">
          <a:xfrm>
            <a:off x="877888" y="4929188"/>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288F67C3-A826-46CF-84F0-A46B62B39D96}" type="datetime'''''''5''''''''''''''''''''''''''''0''''''''0'''''">
              <a:rPr lang="sv-SE" altLang="en-US" sz="1000" smtClean="0">
                <a:effectLst/>
                <a:latin typeface="+mn-lt"/>
              </a:rPr>
              <a:pPr lvl="0" algn="r">
                <a:spcBef>
                  <a:spcPct val="0"/>
                </a:spcBef>
                <a:spcAft>
                  <a:spcPct val="0"/>
                </a:spcAft>
              </a:pPr>
              <a:t>500</a:t>
            </a:fld>
            <a:endParaRPr lang="sv-SE" sz="1000" dirty="0">
              <a:latin typeface="+mn-lt"/>
            </a:endParaRPr>
          </a:p>
        </p:txBody>
      </p:sp>
      <p:sp>
        <p:nvSpPr>
          <p:cNvPr id="94" name="Text Placeholder 4">
            <a:extLst>
              <a:ext uri="{FF2B5EF4-FFF2-40B4-BE49-F238E27FC236}">
                <a16:creationId xmlns:a16="http://schemas.microsoft.com/office/drawing/2014/main" id="{4C1F3293-4EFE-461D-940D-7EE66BAE31C5}"/>
              </a:ext>
            </a:extLst>
          </p:cNvPr>
          <p:cNvSpPr>
            <a:spLocks noGrp="1"/>
          </p:cNvSpPr>
          <p:nvPr>
            <p:custDataLst>
              <p:tags r:id="rId7"/>
            </p:custDataLst>
          </p:nvPr>
        </p:nvSpPr>
        <p:spPr bwMode="gray">
          <a:xfrm>
            <a:off x="769938" y="4378325"/>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13370F29-1D46-4800-A492-9608725CD3D4}" type="datetime'1'''''''''''''''''''''',''''''0''''''''''''''''''''''''0''0'">
              <a:rPr lang="sv-SE" altLang="en-US" sz="1000" smtClean="0">
                <a:effectLst/>
                <a:latin typeface="+mn-lt"/>
              </a:rPr>
              <a:pPr lvl="0" algn="r">
                <a:spcBef>
                  <a:spcPct val="0"/>
                </a:spcBef>
                <a:spcAft>
                  <a:spcPct val="0"/>
                </a:spcAft>
              </a:pPr>
              <a:t>1,000</a:t>
            </a:fld>
            <a:endParaRPr lang="sv-SE" sz="1000" dirty="0">
              <a:latin typeface="+mn-lt"/>
            </a:endParaRPr>
          </a:p>
        </p:txBody>
      </p:sp>
      <p:sp>
        <p:nvSpPr>
          <p:cNvPr id="327" name="Text Placeholder 4">
            <a:extLst>
              <a:ext uri="{FF2B5EF4-FFF2-40B4-BE49-F238E27FC236}">
                <a16:creationId xmlns:a16="http://schemas.microsoft.com/office/drawing/2014/main" id="{4C1F3293-4EFE-461D-940D-7EE66BAE31C5}"/>
              </a:ext>
            </a:extLst>
          </p:cNvPr>
          <p:cNvSpPr>
            <a:spLocks noGrp="1"/>
          </p:cNvSpPr>
          <p:nvPr>
            <p:custDataLst>
              <p:tags r:id="rId8"/>
            </p:custDataLst>
          </p:nvPr>
        </p:nvSpPr>
        <p:spPr bwMode="gray">
          <a:xfrm>
            <a:off x="769938" y="3825875"/>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27A3E259-E3E7-4552-AFAE-A3DE714DC65F}" type="datetime'''''1'''''''''''''''''''''''''',''''''5''00'''">
              <a:rPr lang="sv-SE" altLang="en-US" sz="1000" smtClean="0">
                <a:effectLst/>
                <a:latin typeface="+mn-lt"/>
              </a:rPr>
              <a:pPr lvl="0" algn="r">
                <a:spcBef>
                  <a:spcPct val="0"/>
                </a:spcBef>
                <a:spcAft>
                  <a:spcPct val="0"/>
                </a:spcAft>
              </a:pPr>
              <a:t>1,500</a:t>
            </a:fld>
            <a:endParaRPr lang="sv-SE" sz="1000" dirty="0">
              <a:latin typeface="+mn-lt"/>
            </a:endParaRPr>
          </a:p>
        </p:txBody>
      </p:sp>
      <p:sp>
        <p:nvSpPr>
          <p:cNvPr id="96" name="Text Placeholder 4">
            <a:extLst>
              <a:ext uri="{FF2B5EF4-FFF2-40B4-BE49-F238E27FC236}">
                <a16:creationId xmlns:a16="http://schemas.microsoft.com/office/drawing/2014/main" id="{4C1F3293-4EFE-461D-940D-7EE66BAE31C5}"/>
              </a:ext>
            </a:extLst>
          </p:cNvPr>
          <p:cNvSpPr>
            <a:spLocks noGrp="1"/>
          </p:cNvSpPr>
          <p:nvPr>
            <p:custDataLst>
              <p:tags r:id="rId9"/>
            </p:custDataLst>
          </p:nvPr>
        </p:nvSpPr>
        <p:spPr bwMode="gray">
          <a:xfrm>
            <a:off x="769938" y="3273425"/>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6E03878A-B4C6-407B-95FE-5E669365D45D}" type="datetime'''2'''',''0''0''''''''''''0'''''''''''''''">
              <a:rPr lang="sv-SE" altLang="en-US" sz="1000" smtClean="0">
                <a:effectLst/>
                <a:latin typeface="+mn-lt"/>
              </a:rPr>
              <a:pPr lvl="0" algn="r">
                <a:spcBef>
                  <a:spcPct val="0"/>
                </a:spcBef>
                <a:spcAft>
                  <a:spcPct val="0"/>
                </a:spcAft>
              </a:pPr>
              <a:t>2,000</a:t>
            </a:fld>
            <a:endParaRPr lang="sv-SE" sz="1000" dirty="0">
              <a:latin typeface="+mn-lt"/>
            </a:endParaRPr>
          </a:p>
        </p:txBody>
      </p:sp>
      <p:sp>
        <p:nvSpPr>
          <p:cNvPr id="328" name="Text Placeholder 4">
            <a:extLst>
              <a:ext uri="{FF2B5EF4-FFF2-40B4-BE49-F238E27FC236}">
                <a16:creationId xmlns:a16="http://schemas.microsoft.com/office/drawing/2014/main" id="{4C1F3293-4EFE-461D-940D-7EE66BAE31C5}"/>
              </a:ext>
            </a:extLst>
          </p:cNvPr>
          <p:cNvSpPr>
            <a:spLocks noGrp="1"/>
          </p:cNvSpPr>
          <p:nvPr>
            <p:custDataLst>
              <p:tags r:id="rId10"/>
            </p:custDataLst>
          </p:nvPr>
        </p:nvSpPr>
        <p:spPr bwMode="gray">
          <a:xfrm>
            <a:off x="769938" y="2722563"/>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AF98FF6D-3387-4A8D-8F7D-78C213F7C04B}" type="datetime'''''2'',''''5''''''0''''''''''''''''0'''''''''''''''''''">
              <a:rPr lang="sv-SE" altLang="en-US" sz="1000" smtClean="0">
                <a:effectLst/>
                <a:latin typeface="+mn-lt"/>
              </a:rPr>
              <a:pPr lvl="0" algn="r">
                <a:spcBef>
                  <a:spcPct val="0"/>
                </a:spcBef>
                <a:spcAft>
                  <a:spcPct val="0"/>
                </a:spcAft>
              </a:pPr>
              <a:t>2,500</a:t>
            </a:fld>
            <a:endParaRPr lang="sv-SE" sz="1000" dirty="0">
              <a:latin typeface="+mn-lt"/>
            </a:endParaRPr>
          </a:p>
        </p:txBody>
      </p:sp>
      <p:sp>
        <p:nvSpPr>
          <p:cNvPr id="329" name="Text Placeholder 4">
            <a:extLst>
              <a:ext uri="{FF2B5EF4-FFF2-40B4-BE49-F238E27FC236}">
                <a16:creationId xmlns:a16="http://schemas.microsoft.com/office/drawing/2014/main" id="{4C1F3293-4EFE-461D-940D-7EE66BAE31C5}"/>
              </a:ext>
            </a:extLst>
          </p:cNvPr>
          <p:cNvSpPr>
            <a:spLocks noGrp="1"/>
          </p:cNvSpPr>
          <p:nvPr>
            <p:custDataLst>
              <p:tags r:id="rId11"/>
            </p:custDataLst>
          </p:nvPr>
        </p:nvSpPr>
        <p:spPr bwMode="gray">
          <a:xfrm>
            <a:off x="769938" y="2170113"/>
            <a:ext cx="317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A2DA15C8-A114-4344-8D93-F95FA19D7648}" type="datetime'3'',''''''''0''''''''''0''''''''''''''''''''''0'''''">
              <a:rPr lang="sv-SE" altLang="en-US" sz="1000" smtClean="0">
                <a:effectLst/>
                <a:latin typeface="+mn-lt"/>
              </a:rPr>
              <a:pPr lvl="0" algn="r">
                <a:spcBef>
                  <a:spcPct val="0"/>
                </a:spcBef>
                <a:spcAft>
                  <a:spcPct val="0"/>
                </a:spcAft>
              </a:pPr>
              <a:t>3,000</a:t>
            </a:fld>
            <a:endParaRPr lang="sv-SE" sz="1000" dirty="0">
              <a:latin typeface="+mn-lt"/>
            </a:endParaRPr>
          </a:p>
        </p:txBody>
      </p:sp>
      <p:sp>
        <p:nvSpPr>
          <p:cNvPr id="38" name="Text Placeholder 4">
            <a:extLst>
              <a:ext uri="{FF2B5EF4-FFF2-40B4-BE49-F238E27FC236}">
                <a16:creationId xmlns:a16="http://schemas.microsoft.com/office/drawing/2014/main" id="{4C1F3293-4EFE-461D-940D-7EE66BAE31C5}"/>
              </a:ext>
            </a:extLst>
          </p:cNvPr>
          <p:cNvSpPr>
            <a:spLocks noGrp="1"/>
          </p:cNvSpPr>
          <p:nvPr>
            <p:custDataLst>
              <p:tags r:id="rId12"/>
            </p:custDataLst>
          </p:nvPr>
        </p:nvSpPr>
        <p:spPr bwMode="auto">
          <a:xfrm>
            <a:off x="1222375" y="5600700"/>
            <a:ext cx="752475"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D6B6CDA-A6FA-46FB-8B47-3E4E28449A60}" type="datetime'New I''''''n''''te''''''r''n''''''e''t'''' B''''''a''n''k'''''">
              <a:rPr lang="sv-SE" altLang="en-US" sz="1000" smtClean="0">
                <a:latin typeface="+mn-lt"/>
              </a:rPr>
              <a:pPr lvl="0" algn="ctr">
                <a:spcBef>
                  <a:spcPct val="0"/>
                </a:spcBef>
                <a:spcAft>
                  <a:spcPct val="0"/>
                </a:spcAft>
              </a:pPr>
              <a:t>New Internet Bank</a:t>
            </a:fld>
            <a:endParaRPr lang="sv-SE" sz="1000" dirty="0">
              <a:latin typeface="+mn-lt"/>
            </a:endParaRPr>
          </a:p>
        </p:txBody>
      </p:sp>
      <p:sp>
        <p:nvSpPr>
          <p:cNvPr id="39" name="Text Placeholder 4">
            <a:extLst>
              <a:ext uri="{FF2B5EF4-FFF2-40B4-BE49-F238E27FC236}">
                <a16:creationId xmlns:a16="http://schemas.microsoft.com/office/drawing/2014/main" id="{4C1F3293-4EFE-461D-940D-7EE66BAE31C5}"/>
              </a:ext>
            </a:extLst>
          </p:cNvPr>
          <p:cNvSpPr>
            <a:spLocks noGrp="1"/>
          </p:cNvSpPr>
          <p:nvPr>
            <p:custDataLst>
              <p:tags r:id="rId13"/>
            </p:custDataLst>
          </p:nvPr>
        </p:nvSpPr>
        <p:spPr bwMode="auto">
          <a:xfrm>
            <a:off x="2135188" y="5600700"/>
            <a:ext cx="628650" cy="457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C74A9A3-8D42-47DB-A7DA-752B8EA66134}" type="datetime'PASHA'' B''u''s''in''''e''''''ss ''''''Mobil''''e'' A''p''''p'">
              <a:rPr lang="sv-SE" altLang="en-US" sz="1000" smtClean="0">
                <a:latin typeface="+mn-lt"/>
              </a:rPr>
              <a:pPr lvl="0" algn="ctr">
                <a:spcBef>
                  <a:spcPct val="0"/>
                </a:spcBef>
                <a:spcAft>
                  <a:spcPct val="0"/>
                </a:spcAft>
              </a:pPr>
              <a:t>PASHA Business Mobile App</a:t>
            </a:fld>
            <a:endParaRPr lang="sv-SE" sz="1000" dirty="0">
              <a:latin typeface="+mn-lt"/>
            </a:endParaRPr>
          </a:p>
        </p:txBody>
      </p:sp>
      <p:sp>
        <p:nvSpPr>
          <p:cNvPr id="40" name="Text Placeholder 4">
            <a:extLst>
              <a:ext uri="{FF2B5EF4-FFF2-40B4-BE49-F238E27FC236}">
                <a16:creationId xmlns:a16="http://schemas.microsoft.com/office/drawing/2014/main" id="{4C1F3293-4EFE-461D-940D-7EE66BAE31C5}"/>
              </a:ext>
            </a:extLst>
          </p:cNvPr>
          <p:cNvSpPr>
            <a:spLocks noGrp="1"/>
          </p:cNvSpPr>
          <p:nvPr>
            <p:custDataLst>
              <p:tags r:id="rId14"/>
            </p:custDataLst>
          </p:nvPr>
        </p:nvSpPr>
        <p:spPr bwMode="auto">
          <a:xfrm>
            <a:off x="2930524" y="5600700"/>
            <a:ext cx="7445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B2473F4-25F1-4E35-B767-6D3C75B3EE81}" type="datetime'''PAS''''''HA'' Re''ta''i''l Mo''''''bile ''A''''pp'''''">
              <a:rPr lang="sv-SE" altLang="en-US" sz="1000" smtClean="0">
                <a:latin typeface="+mn-lt"/>
              </a:rPr>
              <a:pPr lvl="0" algn="ctr">
                <a:spcBef>
                  <a:spcPct val="0"/>
                </a:spcBef>
                <a:spcAft>
                  <a:spcPct val="0"/>
                </a:spcAft>
              </a:pPr>
              <a:t>PASHA Retail Mobile App</a:t>
            </a:fld>
            <a:endParaRPr lang="sv-SE" sz="1000" dirty="0">
              <a:latin typeface="+mn-lt"/>
            </a:endParaRPr>
          </a:p>
        </p:txBody>
      </p:sp>
      <p:sp>
        <p:nvSpPr>
          <p:cNvPr id="79" name="Text Placeholder 4">
            <a:extLst>
              <a:ext uri="{FF2B5EF4-FFF2-40B4-BE49-F238E27FC236}">
                <a16:creationId xmlns:a16="http://schemas.microsoft.com/office/drawing/2014/main" id="{86FAD507-B770-ECC1-9832-9DCCE8A9B4C4}"/>
              </a:ext>
            </a:extLst>
          </p:cNvPr>
          <p:cNvSpPr>
            <a:spLocks noGrp="1"/>
          </p:cNvSpPr>
          <p:nvPr>
            <p:custDataLst>
              <p:tags r:id="rId15"/>
            </p:custDataLst>
          </p:nvPr>
        </p:nvSpPr>
        <p:spPr bwMode="auto">
          <a:xfrm>
            <a:off x="3887788" y="5600700"/>
            <a:ext cx="530225"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E681F4D-C551-4396-B093-922FDF2DF61B}" type="datetime'''''H''''''''2''''H'' wi''''t''''h'' ''''Azer''''''''''cell'''">
              <a:rPr lang="sv-SE" altLang="en-US" sz="1000" smtClean="0">
                <a:latin typeface="+mn-lt"/>
              </a:rPr>
              <a:pPr lvl="0" algn="ctr">
                <a:spcBef>
                  <a:spcPct val="0"/>
                </a:spcBef>
                <a:spcAft>
                  <a:spcPct val="0"/>
                </a:spcAft>
              </a:pPr>
              <a:t>H2H with Azercell</a:t>
            </a:fld>
            <a:endParaRPr lang="sv-SE" sz="1000" dirty="0">
              <a:latin typeface="+mn-lt"/>
            </a:endParaRPr>
          </a:p>
        </p:txBody>
      </p:sp>
      <p:sp>
        <p:nvSpPr>
          <p:cNvPr id="80" name="Text Placeholder 4">
            <a:extLst>
              <a:ext uri="{FF2B5EF4-FFF2-40B4-BE49-F238E27FC236}">
                <a16:creationId xmlns:a16="http://schemas.microsoft.com/office/drawing/2014/main" id="{2F07CB1D-E0F0-CFCF-F885-D112DA59039D}"/>
              </a:ext>
            </a:extLst>
          </p:cNvPr>
          <p:cNvSpPr>
            <a:spLocks noGrp="1"/>
          </p:cNvSpPr>
          <p:nvPr>
            <p:custDataLst>
              <p:tags r:id="rId16"/>
            </p:custDataLst>
          </p:nvPr>
        </p:nvSpPr>
        <p:spPr bwMode="auto">
          <a:xfrm>
            <a:off x="4702175" y="5600700"/>
            <a:ext cx="606425"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3D886BD-CC97-4362-9A45-3F9AD67DE688}" type="datetime'''''''''''''''''''C''''''''''''''a''''''rd'''' Proces''s''ing'">
              <a:rPr lang="sv-SE" altLang="en-US" sz="1000" smtClean="0">
                <a:latin typeface="+mn-lt"/>
              </a:rPr>
              <a:pPr lvl="0" algn="ctr">
                <a:spcBef>
                  <a:spcPct val="0"/>
                </a:spcBef>
                <a:spcAft>
                  <a:spcPct val="0"/>
                </a:spcAft>
              </a:pPr>
              <a:t>Card Processing</a:t>
            </a:fld>
            <a:endParaRPr lang="sv-SE" sz="1000" dirty="0">
              <a:latin typeface="+mn-lt"/>
            </a:endParaRPr>
          </a:p>
        </p:txBody>
      </p:sp>
      <p:sp>
        <p:nvSpPr>
          <p:cNvPr id="81" name="Text Placeholder 4">
            <a:extLst>
              <a:ext uri="{FF2B5EF4-FFF2-40B4-BE49-F238E27FC236}">
                <a16:creationId xmlns:a16="http://schemas.microsoft.com/office/drawing/2014/main" id="{8C5FD3A3-CD45-2A21-EA08-AA0F87B13492}"/>
              </a:ext>
            </a:extLst>
          </p:cNvPr>
          <p:cNvSpPr>
            <a:spLocks noGrp="1"/>
          </p:cNvSpPr>
          <p:nvPr>
            <p:custDataLst>
              <p:tags r:id="rId17"/>
            </p:custDataLst>
          </p:nvPr>
        </p:nvSpPr>
        <p:spPr bwMode="auto">
          <a:xfrm>
            <a:off x="5607050" y="5600700"/>
            <a:ext cx="5000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79229BB-31DC-4994-B1FD-0E35A729357D}" type="datetime'''''''''''Vi''''''''s''''''''''a'' B''2''''B'''''">
              <a:rPr lang="sv-SE" altLang="en-US" sz="1000" smtClean="0">
                <a:latin typeface="+mn-lt"/>
              </a:rPr>
              <a:pPr lvl="0" algn="ctr">
                <a:spcBef>
                  <a:spcPct val="0"/>
                </a:spcBef>
                <a:spcAft>
                  <a:spcPct val="0"/>
                </a:spcAft>
              </a:pPr>
              <a:t>Visa B2B</a:t>
            </a:fld>
            <a:endParaRPr lang="sv-SE" sz="1000" dirty="0">
              <a:latin typeface="+mn-lt"/>
            </a:endParaRPr>
          </a:p>
        </p:txBody>
      </p:sp>
      <p:sp>
        <p:nvSpPr>
          <p:cNvPr id="82" name="Text Placeholder 4">
            <a:extLst>
              <a:ext uri="{FF2B5EF4-FFF2-40B4-BE49-F238E27FC236}">
                <a16:creationId xmlns:a16="http://schemas.microsoft.com/office/drawing/2014/main" id="{6D4BE91C-C1ED-05E9-3EDF-099B98C427FD}"/>
              </a:ext>
            </a:extLst>
          </p:cNvPr>
          <p:cNvSpPr>
            <a:spLocks noGrp="1"/>
          </p:cNvSpPr>
          <p:nvPr>
            <p:custDataLst>
              <p:tags r:id="rId18"/>
            </p:custDataLst>
          </p:nvPr>
        </p:nvSpPr>
        <p:spPr bwMode="auto">
          <a:xfrm>
            <a:off x="6337300" y="5600700"/>
            <a:ext cx="744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FF1D2BB-4093-42B4-89DA-E15CF295056C}" type="datetime'''H''2''''''''''H'''''''''' with'''''''''''''''' ''''M''C'''''">
              <a:rPr lang="sv-SE" altLang="en-US" sz="1000" smtClean="0">
                <a:latin typeface="+mn-lt"/>
              </a:rPr>
              <a:pPr lvl="0" algn="ctr">
                <a:spcBef>
                  <a:spcPct val="0"/>
                </a:spcBef>
                <a:spcAft>
                  <a:spcPct val="0"/>
                </a:spcAft>
              </a:pPr>
              <a:t>H2H with MC</a:t>
            </a:fld>
            <a:endParaRPr lang="sv-SE" sz="1000" dirty="0">
              <a:latin typeface="+mn-lt"/>
            </a:endParaRPr>
          </a:p>
        </p:txBody>
      </p:sp>
      <p:sp>
        <p:nvSpPr>
          <p:cNvPr id="83" name="Text Placeholder 4">
            <a:extLst>
              <a:ext uri="{FF2B5EF4-FFF2-40B4-BE49-F238E27FC236}">
                <a16:creationId xmlns:a16="http://schemas.microsoft.com/office/drawing/2014/main" id="{4F88D610-9AA8-1872-A8AA-1898CC60C27B}"/>
              </a:ext>
            </a:extLst>
          </p:cNvPr>
          <p:cNvSpPr>
            <a:spLocks noGrp="1"/>
          </p:cNvSpPr>
          <p:nvPr>
            <p:custDataLst>
              <p:tags r:id="rId19"/>
            </p:custDataLst>
          </p:nvPr>
        </p:nvSpPr>
        <p:spPr bwMode="auto">
          <a:xfrm>
            <a:off x="7181849" y="5600700"/>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C0F66B0-92BE-4686-A5CF-FE84ED0CB744}" type="datetime'''Cor''''''''''e'' ''''Ban''''kin''g ''(Fe''xc''''u''be)'''">
              <a:rPr lang="sv-SE" altLang="en-US" sz="1000" smtClean="0">
                <a:latin typeface="+mn-lt"/>
              </a:rPr>
              <a:pPr lvl="0" algn="ctr">
                <a:spcBef>
                  <a:spcPct val="0"/>
                </a:spcBef>
                <a:spcAft>
                  <a:spcPct val="0"/>
                </a:spcAft>
              </a:pPr>
              <a:t>Core Banking (Fexcube)</a:t>
            </a:fld>
            <a:endParaRPr lang="sv-SE" sz="1000" dirty="0">
              <a:latin typeface="+mn-lt"/>
            </a:endParaRPr>
          </a:p>
        </p:txBody>
      </p:sp>
      <p:sp>
        <p:nvSpPr>
          <p:cNvPr id="84" name="Text Placeholder 4">
            <a:extLst>
              <a:ext uri="{FF2B5EF4-FFF2-40B4-BE49-F238E27FC236}">
                <a16:creationId xmlns:a16="http://schemas.microsoft.com/office/drawing/2014/main" id="{833F0F15-392F-E7D4-E627-BD34474FEBB3}"/>
              </a:ext>
            </a:extLst>
          </p:cNvPr>
          <p:cNvSpPr>
            <a:spLocks noGrp="1"/>
          </p:cNvSpPr>
          <p:nvPr>
            <p:custDataLst>
              <p:tags r:id="rId20"/>
            </p:custDataLst>
          </p:nvPr>
        </p:nvSpPr>
        <p:spPr bwMode="auto">
          <a:xfrm>
            <a:off x="8004175" y="5600700"/>
            <a:ext cx="8159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FB95B71-0DC2-4C4A-893E-76F5728995E9}" type="datetime'B2B'' ''p''''''aym''''e''''''''''''''''n''''''''''''''''''ts'">
              <a:rPr lang="sv-SE" altLang="en-US" sz="1000" smtClean="0">
                <a:latin typeface="+mn-lt"/>
              </a:rPr>
              <a:pPr lvl="0" algn="ctr">
                <a:spcBef>
                  <a:spcPct val="0"/>
                </a:spcBef>
                <a:spcAft>
                  <a:spcPct val="0"/>
                </a:spcAft>
              </a:pPr>
              <a:t>B2B payments</a:t>
            </a:fld>
            <a:endParaRPr lang="sv-SE" sz="1000" dirty="0">
              <a:latin typeface="+mn-lt"/>
            </a:endParaRPr>
          </a:p>
        </p:txBody>
      </p:sp>
      <p:sp>
        <p:nvSpPr>
          <p:cNvPr id="85" name="Text Placeholder 4">
            <a:extLst>
              <a:ext uri="{FF2B5EF4-FFF2-40B4-BE49-F238E27FC236}">
                <a16:creationId xmlns:a16="http://schemas.microsoft.com/office/drawing/2014/main" id="{FAC12BF1-DE1D-63D5-E08C-18B96A689CBA}"/>
              </a:ext>
            </a:extLst>
          </p:cNvPr>
          <p:cNvSpPr>
            <a:spLocks noGrp="1"/>
          </p:cNvSpPr>
          <p:nvPr>
            <p:custDataLst>
              <p:tags r:id="rId21"/>
            </p:custDataLst>
          </p:nvPr>
        </p:nvSpPr>
        <p:spPr bwMode="auto">
          <a:xfrm>
            <a:off x="8880475" y="5600700"/>
            <a:ext cx="766763"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EA02267-7F2A-4118-AD15-52875F928929}" type="datetime'''QR'''' p''''''''ay''''m''''en''t''''s ''''''Pa''sa''p''ay'''">
              <a:rPr lang="sv-SE" altLang="en-US" sz="1000" smtClean="0">
                <a:latin typeface="+mn-lt"/>
              </a:rPr>
              <a:pPr lvl="0" algn="ctr">
                <a:spcBef>
                  <a:spcPct val="0"/>
                </a:spcBef>
                <a:spcAft>
                  <a:spcPct val="0"/>
                </a:spcAft>
              </a:pPr>
              <a:t>QR payments Pasapay</a:t>
            </a:fld>
            <a:endParaRPr lang="sv-SE" sz="1000" dirty="0">
              <a:latin typeface="+mn-lt"/>
            </a:endParaRPr>
          </a:p>
        </p:txBody>
      </p:sp>
      <p:sp>
        <p:nvSpPr>
          <p:cNvPr id="86" name="Text Placeholder 4">
            <a:extLst>
              <a:ext uri="{FF2B5EF4-FFF2-40B4-BE49-F238E27FC236}">
                <a16:creationId xmlns:a16="http://schemas.microsoft.com/office/drawing/2014/main" id="{4C6A3B14-541E-6384-3A0E-CB3E9EAA9CB8}"/>
              </a:ext>
            </a:extLst>
          </p:cNvPr>
          <p:cNvSpPr>
            <a:spLocks noGrp="1"/>
          </p:cNvSpPr>
          <p:nvPr>
            <p:custDataLst>
              <p:tags r:id="rId22"/>
            </p:custDataLst>
          </p:nvPr>
        </p:nvSpPr>
        <p:spPr bwMode="auto">
          <a:xfrm>
            <a:off x="9702800" y="5600700"/>
            <a:ext cx="8255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A497295-AA54-4B21-8ADF-23DA282E0917}" type="datetime'A''''''g''''''e''''nt ''''''Ban''''''''''''''''kin''''''g'">
              <a:rPr lang="sv-SE" altLang="en-US" sz="1000" smtClean="0">
                <a:latin typeface="+mn-lt"/>
              </a:rPr>
              <a:pPr lvl="0" algn="ctr">
                <a:spcBef>
                  <a:spcPct val="0"/>
                </a:spcBef>
                <a:spcAft>
                  <a:spcPct val="0"/>
                </a:spcAft>
              </a:pPr>
              <a:t>Agent Banking</a:t>
            </a:fld>
            <a:endParaRPr lang="sv-SE" sz="1000" dirty="0">
              <a:latin typeface="+mn-lt"/>
            </a:endParaRPr>
          </a:p>
        </p:txBody>
      </p:sp>
      <p:sp>
        <p:nvSpPr>
          <p:cNvPr id="87" name="Text Placeholder 4">
            <a:extLst>
              <a:ext uri="{FF2B5EF4-FFF2-40B4-BE49-F238E27FC236}">
                <a16:creationId xmlns:a16="http://schemas.microsoft.com/office/drawing/2014/main" id="{BC031A5F-5759-9D4B-3F46-27E4902BF631}"/>
              </a:ext>
            </a:extLst>
          </p:cNvPr>
          <p:cNvSpPr>
            <a:spLocks noGrp="1"/>
          </p:cNvSpPr>
          <p:nvPr>
            <p:custDataLst>
              <p:tags r:id="rId23"/>
            </p:custDataLst>
          </p:nvPr>
        </p:nvSpPr>
        <p:spPr bwMode="auto">
          <a:xfrm>
            <a:off x="10583863" y="5600700"/>
            <a:ext cx="766763"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B8AD56D-5338-461F-9A64-310619906170}" type="datetime'''''''''''''''''Q''R'''' ''pay''me''''''''n''ts'' m''1''0'''''">
              <a:rPr lang="sv-SE" altLang="en-US" sz="1000" smtClean="0">
                <a:latin typeface="+mn-lt"/>
              </a:rPr>
              <a:pPr lvl="0" algn="ctr">
                <a:spcBef>
                  <a:spcPct val="0"/>
                </a:spcBef>
                <a:spcAft>
                  <a:spcPct val="0"/>
                </a:spcAft>
              </a:pPr>
              <a:t>QR payments m10</a:t>
            </a:fld>
            <a:endParaRPr lang="sv-SE" sz="1000" dirty="0">
              <a:latin typeface="+mn-lt"/>
            </a:endParaRPr>
          </a:p>
        </p:txBody>
      </p:sp>
      <p:sp>
        <p:nvSpPr>
          <p:cNvPr id="434" name="TextBox 433">
            <a:extLst>
              <a:ext uri="{FF2B5EF4-FFF2-40B4-BE49-F238E27FC236}">
                <a16:creationId xmlns:a16="http://schemas.microsoft.com/office/drawing/2014/main" id="{77012809-1EA0-DDB7-E807-06AEDE98369A}"/>
              </a:ext>
            </a:extLst>
          </p:cNvPr>
          <p:cNvSpPr txBox="1">
            <a:spLocks/>
          </p:cNvSpPr>
          <p:nvPr>
            <p:custDataLst>
              <p:tags r:id="rId24"/>
            </p:custDataLst>
          </p:nvPr>
        </p:nvSpPr>
        <p:spPr>
          <a:xfrm rot="16200000">
            <a:off x="-544513" y="3352607"/>
            <a:ext cx="2351130" cy="1384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1000"/>
              </a:spcBef>
              <a:buClr>
                <a:schemeClr val="tx1"/>
              </a:buClr>
            </a:pPr>
            <a:r>
              <a:rPr lang="en-US" sz="900" dirty="0">
                <a:solidFill>
                  <a:schemeClr val="tx1"/>
                </a:solidFill>
                <a:ea typeface="+mn-ea"/>
                <a:cs typeface="+mn-cs"/>
              </a:rPr>
              <a:t>Total downtime minutes (2025)</a:t>
            </a:r>
            <a:endParaRPr lang="sv-SE" sz="900" dirty="0">
              <a:solidFill>
                <a:schemeClr val="tx1"/>
              </a:solidFill>
              <a:ea typeface="+mn-ea"/>
              <a:cs typeface="+mn-cs"/>
            </a:endParaRPr>
          </a:p>
        </p:txBody>
      </p:sp>
    </p:spTree>
    <p:extLst>
      <p:ext uri="{BB962C8B-B14F-4D97-AF65-F5344CB8AC3E}">
        <p14:creationId xmlns:p14="http://schemas.microsoft.com/office/powerpoint/2010/main" val="3409143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362C-298B-7D98-1AB8-405349A3632B}"/>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C4FE5B63-FB2B-90A3-907A-8A6AA97ECFFE}"/>
              </a:ext>
            </a:extLst>
          </p:cNvPr>
          <p:cNvGraphicFramePr>
            <a:graphicFrameLocks noChangeAspect="1"/>
          </p:cNvGraphicFramePr>
          <p:nvPr>
            <p:custDataLst>
              <p:tags r:id="rId1"/>
            </p:custDataLst>
            <p:extLst>
              <p:ext uri="{D42A27DB-BD31-4B8C-83A1-F6EECF244321}">
                <p14:modId xmlns:p14="http://schemas.microsoft.com/office/powerpoint/2010/main" val="843788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484" imgH="486" progId="TCLayout.ActiveDocument.1">
                  <p:embed/>
                </p:oleObj>
              </mc:Choice>
              <mc:Fallback>
                <p:oleObj name="think-cell Slide" r:id="rId38" imgW="484" imgH="486" progId="TCLayout.ActiveDocument.1">
                  <p:embed/>
                  <p:pic>
                    <p:nvPicPr>
                      <p:cNvPr id="5" name="Object 2" hidden="1">
                        <a:extLst>
                          <a:ext uri="{FF2B5EF4-FFF2-40B4-BE49-F238E27FC236}">
                            <a16:creationId xmlns:a16="http://schemas.microsoft.com/office/drawing/2014/main" id="{C4FE5B63-FB2B-90A3-907A-8A6AA97ECFFE}"/>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F57B1AAA-05FC-0EAE-A378-BBEA7EA50E75}"/>
              </a:ext>
            </a:extLst>
          </p:cNvPr>
          <p:cNvSpPr>
            <a:spLocks noGrp="1"/>
          </p:cNvSpPr>
          <p:nvPr>
            <p:ph type="title"/>
            <p:custDataLst>
              <p:tags r:id="rId2"/>
            </p:custDataLst>
          </p:nvPr>
        </p:nvSpPr>
        <p:spPr>
          <a:xfrm>
            <a:off x="554736" y="316899"/>
            <a:ext cx="8192390" cy="1107996"/>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dirty="0"/>
              <a:t>New Internet Bank and card processing are systemic single points of failure each cascading across 8–9 business services</a:t>
            </a:r>
          </a:p>
        </p:txBody>
      </p:sp>
      <p:cxnSp>
        <p:nvCxnSpPr>
          <p:cNvPr id="17" name="Straight Connector 16">
            <a:extLst>
              <a:ext uri="{FF2B5EF4-FFF2-40B4-BE49-F238E27FC236}">
                <a16:creationId xmlns:a16="http://schemas.microsoft.com/office/drawing/2014/main" id="{E9ADD3D9-538C-ED7D-FF6F-169D95D76BCE}"/>
              </a:ext>
            </a:extLst>
          </p:cNvPr>
          <p:cNvCxnSpPr>
            <a:cxnSpLocks/>
          </p:cNvCxnSpPr>
          <p:nvPr/>
        </p:nvCxnSpPr>
        <p:spPr>
          <a:xfrm>
            <a:off x="9119860" y="1979295"/>
            <a:ext cx="2520451"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BC0DEA4-7829-866B-BA0F-6F7A3C0C4C7F}"/>
              </a:ext>
            </a:extLst>
          </p:cNvPr>
          <p:cNvSpPr txBox="1">
            <a:spLocks/>
          </p:cNvSpPr>
          <p:nvPr/>
        </p:nvSpPr>
        <p:spPr>
          <a:xfrm>
            <a:off x="9119860" y="1668478"/>
            <a:ext cx="2520451" cy="246221"/>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600" b="1" dirty="0">
                <a:ea typeface="+mn-ea"/>
                <a:cs typeface="+mn-cs"/>
              </a:rPr>
              <a:t>Key insights</a:t>
            </a:r>
          </a:p>
        </p:txBody>
      </p:sp>
      <p:sp>
        <p:nvSpPr>
          <p:cNvPr id="20" name="TextBox 19">
            <a:extLst>
              <a:ext uri="{FF2B5EF4-FFF2-40B4-BE49-F238E27FC236}">
                <a16:creationId xmlns:a16="http://schemas.microsoft.com/office/drawing/2014/main" id="{AD293747-85FD-5EE7-57B1-D81EBC8B7E7A}"/>
              </a:ext>
            </a:extLst>
          </p:cNvPr>
          <p:cNvSpPr txBox="1">
            <a:spLocks/>
          </p:cNvSpPr>
          <p:nvPr>
            <p:custDataLst>
              <p:tags r:id="rId3"/>
            </p:custDataLst>
          </p:nvPr>
        </p:nvSpPr>
        <p:spPr>
          <a:xfrm>
            <a:off x="9119860" y="2060716"/>
            <a:ext cx="2520451" cy="150810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ts val="1000"/>
              </a:spcBef>
            </a:pPr>
            <a:r>
              <a:rPr lang="en-US" dirty="0"/>
              <a:t>A handful of shared hubs — card processing and Core Banking — carry the bank's concentration risk: each sits behind 6–8 business services, so a single failure cascades bank-wide</a:t>
            </a:r>
            <a:endParaRPr lang="en-US" dirty="0">
              <a:ea typeface="+mn-ea"/>
              <a:cs typeface="+mn-cs"/>
            </a:endParaRPr>
          </a:p>
        </p:txBody>
      </p:sp>
      <p:cxnSp>
        <p:nvCxnSpPr>
          <p:cNvPr id="29" name="Straight Connector 28">
            <a:extLst>
              <a:ext uri="{FF2B5EF4-FFF2-40B4-BE49-F238E27FC236}">
                <a16:creationId xmlns:a16="http://schemas.microsoft.com/office/drawing/2014/main" id="{CD35957E-8F39-31ED-24FA-AF88F9FDD190}"/>
              </a:ext>
            </a:extLst>
          </p:cNvPr>
          <p:cNvCxnSpPr>
            <a:cxnSpLocks/>
          </p:cNvCxnSpPr>
          <p:nvPr/>
        </p:nvCxnSpPr>
        <p:spPr>
          <a:xfrm>
            <a:off x="554736" y="1979295"/>
            <a:ext cx="7918704"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3" name="5. Source">
            <a:extLst>
              <a:ext uri="{FF2B5EF4-FFF2-40B4-BE49-F238E27FC236}">
                <a16:creationId xmlns:a16="http://schemas.microsoft.com/office/drawing/2014/main" id="{194A0596-310F-D3EB-924E-8CF0F089E373}"/>
              </a:ext>
            </a:extLst>
          </p:cNvPr>
          <p:cNvSpPr txBox="1">
            <a:spLocks/>
          </p:cNvSpPr>
          <p:nvPr>
            <p:custDataLst>
              <p:tags r:id="rId4"/>
            </p:custDataLst>
          </p:nvPr>
        </p:nvSpPr>
        <p:spPr>
          <a:xfrm>
            <a:off x="554736" y="6409970"/>
            <a:ext cx="7918704" cy="36933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1. PRTG uptime monitoring – CI critical business services (full-year 2025). Outages only – excludes performance degradations &amp; change-failures; </a:t>
            </a:r>
            <a:br>
              <a:rPr lang="en-US" sz="800" dirty="0"/>
            </a:br>
            <a:r>
              <a:rPr lang="en-US" sz="800" dirty="0"/>
              <a:t>no TMON/PRT-test data. 2. “Downtime per service </a:t>
            </a:r>
            <a:r>
              <a:rPr lang="en-US" sz="800" dirty="0" err="1"/>
              <a:t>nw</a:t>
            </a:r>
            <a:r>
              <a:rPr lang="en-US" sz="800" dirty="0"/>
              <a:t>” dependency matrix, summed over 2025. Cell = downtime minutes attributed to that IT system within a business service; “–” = not applicable.</a:t>
            </a:r>
          </a:p>
        </p:txBody>
      </p:sp>
      <p:sp>
        <p:nvSpPr>
          <p:cNvPr id="104" name="TextBox 103">
            <a:extLst>
              <a:ext uri="{FF2B5EF4-FFF2-40B4-BE49-F238E27FC236}">
                <a16:creationId xmlns:a16="http://schemas.microsoft.com/office/drawing/2014/main" id="{5F1EAD03-4FE3-8A60-DE25-B792D69DC32A}"/>
              </a:ext>
            </a:extLst>
          </p:cNvPr>
          <p:cNvSpPr txBox="1">
            <a:spLocks/>
          </p:cNvSpPr>
          <p:nvPr/>
        </p:nvSpPr>
        <p:spPr>
          <a:xfrm>
            <a:off x="547688" y="1514589"/>
            <a:ext cx="7925752" cy="400110"/>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dirty="0">
                <a:ea typeface="+mn-ea"/>
                <a:cs typeface="+mn-cs"/>
              </a:rPr>
              <a:t>IT systems whose outages cascade across the most business services, </a:t>
            </a:r>
            <a:r>
              <a:rPr lang="en-US" sz="1100" i="1" dirty="0">
                <a:ea typeface="+mn-ea"/>
                <a:cs typeface="+mn-cs"/>
              </a:rPr>
              <a:t># of services and downtime </a:t>
            </a:r>
            <a:r>
              <a:rPr lang="en-US" sz="1100" i="1" dirty="0" err="1">
                <a:ea typeface="+mn-ea"/>
                <a:cs typeface="+mn-cs"/>
              </a:rPr>
              <a:t>mintes</a:t>
            </a:r>
            <a:endParaRPr lang="en-US" sz="1100" i="1" dirty="0">
              <a:ea typeface="+mn-ea"/>
              <a:cs typeface="+mn-cs"/>
            </a:endParaRPr>
          </a:p>
        </p:txBody>
      </p:sp>
      <p:graphicFrame>
        <p:nvGraphicFramePr>
          <p:cNvPr id="3" name="Chart 2">
            <a:extLst>
              <a:ext uri="{FF2B5EF4-FFF2-40B4-BE49-F238E27FC236}">
                <a16:creationId xmlns:a16="http://schemas.microsoft.com/office/drawing/2014/main" id="{7A77E7CB-143B-AF98-3EB7-709554C5C579}"/>
              </a:ext>
            </a:extLst>
          </p:cNvPr>
          <p:cNvGraphicFramePr/>
          <p:nvPr>
            <p:custDataLst>
              <p:tags r:id="rId5"/>
            </p:custDataLst>
            <p:extLst>
              <p:ext uri="{D42A27DB-BD31-4B8C-83A1-F6EECF244321}">
                <p14:modId xmlns:p14="http://schemas.microsoft.com/office/powerpoint/2010/main" val="1804951797"/>
              </p:ext>
            </p:extLst>
          </p:nvPr>
        </p:nvGraphicFramePr>
        <p:xfrm>
          <a:off x="1944688" y="2011363"/>
          <a:ext cx="6596062" cy="3951287"/>
        </p:xfrm>
        <a:graphic>
          <a:graphicData uri="http://schemas.openxmlformats.org/drawingml/2006/chart">
            <c:chart xmlns:c="http://schemas.openxmlformats.org/drawingml/2006/chart" xmlns:r="http://schemas.openxmlformats.org/officeDocument/2006/relationships" r:id="rId40"/>
          </a:graphicData>
        </a:graphic>
      </p:graphicFrame>
      <p:sp>
        <p:nvSpPr>
          <p:cNvPr id="377" name="Text Placeholder 4">
            <a:extLst>
              <a:ext uri="{FF2B5EF4-FFF2-40B4-BE49-F238E27FC236}">
                <a16:creationId xmlns:a16="http://schemas.microsoft.com/office/drawing/2014/main" id="{2227AB62-54DE-EAC7-EDB9-EFB1483AE0D3}"/>
              </a:ext>
            </a:extLst>
          </p:cNvPr>
          <p:cNvSpPr>
            <a:spLocks noGrp="1"/>
          </p:cNvSpPr>
          <p:nvPr>
            <p:custDataLst>
              <p:tags r:id="rId6"/>
            </p:custDataLst>
          </p:nvPr>
        </p:nvSpPr>
        <p:spPr bwMode="gray">
          <a:xfrm>
            <a:off x="1992313" y="5922963"/>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7543B6A9-26E2-42F2-9623-2C70047FA6BF}" type="datetime'''''''''''''''''0'''''''''''''''''''''''''''''''''''''''">
              <a:rPr lang="sv-SE" altLang="en-US" sz="1000" smtClean="0">
                <a:effectLst/>
                <a:latin typeface="+mn-lt"/>
                <a:ea typeface="+mn-ea"/>
                <a:cs typeface="+mn-cs"/>
              </a:rPr>
              <a:pPr lvl="0" algn="ctr">
                <a:spcBef>
                  <a:spcPct val="0"/>
                </a:spcBef>
                <a:spcAft>
                  <a:spcPct val="0"/>
                </a:spcAft>
              </a:pPr>
              <a:t>0</a:t>
            </a:fld>
            <a:endParaRPr lang="sv-SE" sz="1000" dirty="0">
              <a:latin typeface="+mn-lt"/>
              <a:ea typeface="+mn-ea"/>
              <a:cs typeface="+mn-cs"/>
            </a:endParaRPr>
          </a:p>
        </p:txBody>
      </p:sp>
      <p:sp>
        <p:nvSpPr>
          <p:cNvPr id="379" name="Text Placeholder 4">
            <a:extLst>
              <a:ext uri="{FF2B5EF4-FFF2-40B4-BE49-F238E27FC236}">
                <a16:creationId xmlns:a16="http://schemas.microsoft.com/office/drawing/2014/main" id="{1481217C-92BA-650A-A448-2941299076C1}"/>
              </a:ext>
            </a:extLst>
          </p:cNvPr>
          <p:cNvSpPr>
            <a:spLocks noGrp="1"/>
          </p:cNvSpPr>
          <p:nvPr>
            <p:custDataLst>
              <p:tags r:id="rId7"/>
            </p:custDataLst>
          </p:nvPr>
        </p:nvSpPr>
        <p:spPr bwMode="gray">
          <a:xfrm>
            <a:off x="3278188" y="5922963"/>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D3676B7-4799-4ACD-8BA3-888E867029BE}" type="datetime'''''''2'''''''''''''''">
              <a:rPr lang="sv-SE" altLang="en-US" sz="1000" smtClean="0">
                <a:effectLst/>
                <a:latin typeface="+mn-lt"/>
                <a:ea typeface="+mn-ea"/>
                <a:cs typeface="+mn-cs"/>
              </a:rPr>
              <a:pPr lvl="0" algn="ctr">
                <a:spcBef>
                  <a:spcPct val="0"/>
                </a:spcBef>
                <a:spcAft>
                  <a:spcPct val="0"/>
                </a:spcAft>
              </a:pPr>
              <a:t>2</a:t>
            </a:fld>
            <a:endParaRPr lang="sv-SE" sz="1000" dirty="0">
              <a:latin typeface="+mn-lt"/>
              <a:ea typeface="+mn-ea"/>
              <a:cs typeface="+mn-cs"/>
            </a:endParaRPr>
          </a:p>
        </p:txBody>
      </p:sp>
      <p:sp>
        <p:nvSpPr>
          <p:cNvPr id="381" name="Text Placeholder 4">
            <a:extLst>
              <a:ext uri="{FF2B5EF4-FFF2-40B4-BE49-F238E27FC236}">
                <a16:creationId xmlns:a16="http://schemas.microsoft.com/office/drawing/2014/main" id="{8E6D73C1-60FE-01E7-C886-97E196C7881E}"/>
              </a:ext>
            </a:extLst>
          </p:cNvPr>
          <p:cNvSpPr>
            <a:spLocks noGrp="1"/>
          </p:cNvSpPr>
          <p:nvPr>
            <p:custDataLst>
              <p:tags r:id="rId8"/>
            </p:custDataLst>
          </p:nvPr>
        </p:nvSpPr>
        <p:spPr bwMode="gray">
          <a:xfrm>
            <a:off x="4564063" y="5922963"/>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E05F51F-D81B-4655-925D-C1BA78DA5B94}" type="datetime'''''''4'''''''''''''''''''''''''''''''''''''''''''''''''''">
              <a:rPr lang="sv-SE" altLang="en-US" sz="1000" smtClean="0">
                <a:effectLst/>
                <a:latin typeface="+mn-lt"/>
                <a:ea typeface="+mn-ea"/>
                <a:cs typeface="+mn-cs"/>
              </a:rPr>
              <a:pPr lvl="0" algn="ctr">
                <a:spcBef>
                  <a:spcPct val="0"/>
                </a:spcBef>
                <a:spcAft>
                  <a:spcPct val="0"/>
                </a:spcAft>
              </a:pPr>
              <a:t>4</a:t>
            </a:fld>
            <a:endParaRPr lang="sv-SE" sz="1000" dirty="0">
              <a:latin typeface="+mn-lt"/>
              <a:ea typeface="+mn-ea"/>
              <a:cs typeface="+mn-cs"/>
            </a:endParaRPr>
          </a:p>
        </p:txBody>
      </p:sp>
      <p:sp>
        <p:nvSpPr>
          <p:cNvPr id="383" name="Text Placeholder 4">
            <a:extLst>
              <a:ext uri="{FF2B5EF4-FFF2-40B4-BE49-F238E27FC236}">
                <a16:creationId xmlns:a16="http://schemas.microsoft.com/office/drawing/2014/main" id="{A5C477DC-85FD-F5A6-3049-F2CE442A325F}"/>
              </a:ext>
            </a:extLst>
          </p:cNvPr>
          <p:cNvSpPr>
            <a:spLocks noGrp="1"/>
          </p:cNvSpPr>
          <p:nvPr>
            <p:custDataLst>
              <p:tags r:id="rId9"/>
            </p:custDataLst>
          </p:nvPr>
        </p:nvSpPr>
        <p:spPr bwMode="gray">
          <a:xfrm>
            <a:off x="5851525" y="5922963"/>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0480A54-A338-475C-B2A9-79CAC77D48ED}" type="datetime'''''''''''''''''6'''''''''''''">
              <a:rPr lang="sv-SE" altLang="en-US" sz="1000" smtClean="0">
                <a:effectLst/>
                <a:latin typeface="+mn-lt"/>
                <a:ea typeface="+mn-ea"/>
                <a:cs typeface="+mn-cs"/>
              </a:rPr>
              <a:pPr lvl="0" algn="ctr">
                <a:spcBef>
                  <a:spcPct val="0"/>
                </a:spcBef>
                <a:spcAft>
                  <a:spcPct val="0"/>
                </a:spcAft>
              </a:pPr>
              <a:t>6</a:t>
            </a:fld>
            <a:endParaRPr lang="sv-SE" sz="1000" dirty="0">
              <a:latin typeface="+mn-lt"/>
              <a:ea typeface="+mn-ea"/>
              <a:cs typeface="+mn-cs"/>
            </a:endParaRPr>
          </a:p>
        </p:txBody>
      </p:sp>
      <p:sp>
        <p:nvSpPr>
          <p:cNvPr id="385" name="Text Placeholder 4">
            <a:extLst>
              <a:ext uri="{FF2B5EF4-FFF2-40B4-BE49-F238E27FC236}">
                <a16:creationId xmlns:a16="http://schemas.microsoft.com/office/drawing/2014/main" id="{892E7C30-2304-B926-0B3F-D7FB6C33C6A9}"/>
              </a:ext>
            </a:extLst>
          </p:cNvPr>
          <p:cNvSpPr>
            <a:spLocks noGrp="1"/>
          </p:cNvSpPr>
          <p:nvPr>
            <p:custDataLst>
              <p:tags r:id="rId10"/>
            </p:custDataLst>
          </p:nvPr>
        </p:nvSpPr>
        <p:spPr bwMode="gray">
          <a:xfrm>
            <a:off x="7137400" y="5922963"/>
            <a:ext cx="698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BD95BDE-F798-4106-951C-93A6FC3B9C3F}" type="datetime'''''''''8'''''''''''''''''''''''''''''''''''''''''">
              <a:rPr lang="sv-SE" altLang="en-US" sz="1000" smtClean="0">
                <a:effectLst/>
                <a:latin typeface="+mn-lt"/>
                <a:ea typeface="+mn-ea"/>
                <a:cs typeface="+mn-cs"/>
              </a:rPr>
              <a:pPr lvl="0" algn="ctr">
                <a:spcBef>
                  <a:spcPct val="0"/>
                </a:spcBef>
                <a:spcAft>
                  <a:spcPct val="0"/>
                </a:spcAft>
              </a:pPr>
              <a:t>8</a:t>
            </a:fld>
            <a:endParaRPr lang="sv-SE" sz="1000" dirty="0">
              <a:latin typeface="+mn-lt"/>
              <a:ea typeface="+mn-ea"/>
              <a:cs typeface="+mn-cs"/>
            </a:endParaRPr>
          </a:p>
        </p:txBody>
      </p:sp>
      <p:sp>
        <p:nvSpPr>
          <p:cNvPr id="391" name="Text Placeholder 4">
            <a:extLst>
              <a:ext uri="{FF2B5EF4-FFF2-40B4-BE49-F238E27FC236}">
                <a16:creationId xmlns:a16="http://schemas.microsoft.com/office/drawing/2014/main" id="{6454CA92-EEA4-6380-E3B6-5B8C955419A6}"/>
              </a:ext>
            </a:extLst>
          </p:cNvPr>
          <p:cNvSpPr>
            <a:spLocks noGrp="1"/>
          </p:cNvSpPr>
          <p:nvPr>
            <p:custDataLst>
              <p:tags r:id="rId11"/>
            </p:custDataLst>
          </p:nvPr>
        </p:nvSpPr>
        <p:spPr bwMode="gray">
          <a:xfrm>
            <a:off x="8388350" y="5922963"/>
            <a:ext cx="1397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2DE99B3-D7B4-45D7-9671-2BAFC392A914}" type="datetime'''''''''''''''''''1''''''''''0'''''''''''''''''''">
              <a:rPr lang="sv-SE" altLang="en-US" sz="1000" smtClean="0">
                <a:effectLst/>
                <a:latin typeface="+mn-lt"/>
                <a:ea typeface="+mn-ea"/>
                <a:cs typeface="+mn-cs"/>
              </a:rPr>
              <a:pPr lvl="0" algn="ctr">
                <a:spcBef>
                  <a:spcPct val="0"/>
                </a:spcBef>
                <a:spcAft>
                  <a:spcPct val="0"/>
                </a:spcAft>
              </a:pPr>
              <a:t>10</a:t>
            </a:fld>
            <a:endParaRPr lang="sv-SE" sz="1000" dirty="0">
              <a:latin typeface="+mn-lt"/>
              <a:ea typeface="+mn-ea"/>
              <a:cs typeface="+mn-cs"/>
            </a:endParaRPr>
          </a:p>
        </p:txBody>
      </p:sp>
      <p:sp>
        <p:nvSpPr>
          <p:cNvPr id="211" name="Text Placeholder 4">
            <a:extLst>
              <a:ext uri="{FF2B5EF4-FFF2-40B4-BE49-F238E27FC236}">
                <a16:creationId xmlns:a16="http://schemas.microsoft.com/office/drawing/2014/main" id="{BB3EFA7F-20AF-19B9-1AAF-4A8CD2F2DF95}"/>
              </a:ext>
            </a:extLst>
          </p:cNvPr>
          <p:cNvSpPr>
            <a:spLocks noGrp="1"/>
          </p:cNvSpPr>
          <p:nvPr>
            <p:custDataLst>
              <p:tags r:id="rId12"/>
            </p:custDataLst>
          </p:nvPr>
        </p:nvSpPr>
        <p:spPr bwMode="auto">
          <a:xfrm>
            <a:off x="612775" y="2174875"/>
            <a:ext cx="1055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630A6C6-CA9A-442A-BA76-642898FCEA19}" type="datetime'New'' ''I''nte''''''''r''''n''''''''et'''''''' ''Ba''''nk'">
              <a:rPr lang="sv-SE" altLang="en-US" sz="1000" smtClean="0">
                <a:latin typeface="+mn-lt"/>
                <a:ea typeface="+mn-ea"/>
                <a:cs typeface="+mn-cs"/>
              </a:rPr>
              <a:pPr/>
              <a:t>New Internet Bank</a:t>
            </a:fld>
            <a:endParaRPr lang="sv-SE" sz="1000" dirty="0">
              <a:latin typeface="+mn-lt"/>
              <a:ea typeface="+mn-ea"/>
              <a:cs typeface="+mn-cs"/>
            </a:endParaRPr>
          </a:p>
        </p:txBody>
      </p:sp>
      <p:sp>
        <p:nvSpPr>
          <p:cNvPr id="212" name="Text Placeholder 4">
            <a:extLst>
              <a:ext uri="{FF2B5EF4-FFF2-40B4-BE49-F238E27FC236}">
                <a16:creationId xmlns:a16="http://schemas.microsoft.com/office/drawing/2014/main" id="{C678A208-3EB8-5CC6-E2A5-58B8CC68433F}"/>
              </a:ext>
            </a:extLst>
          </p:cNvPr>
          <p:cNvSpPr>
            <a:spLocks noGrp="1"/>
          </p:cNvSpPr>
          <p:nvPr>
            <p:custDataLst>
              <p:tags r:id="rId13"/>
            </p:custDataLst>
          </p:nvPr>
        </p:nvSpPr>
        <p:spPr bwMode="auto">
          <a:xfrm>
            <a:off x="612775" y="2414588"/>
            <a:ext cx="13287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latin typeface="+mn-lt"/>
                <a:ea typeface="+mn-ea"/>
                <a:cs typeface="+mn-cs"/>
              </a:rPr>
              <a:t>Online Card Processing </a:t>
            </a:r>
            <a:br>
              <a:rPr lang="sv-SE" altLang="en-US" sz="1000" dirty="0">
                <a:latin typeface="+mn-lt"/>
                <a:ea typeface="+mn-ea"/>
                <a:cs typeface="+mn-cs"/>
              </a:rPr>
            </a:br>
            <a:r>
              <a:rPr lang="sv-SE" altLang="en-US" sz="1000" dirty="0">
                <a:latin typeface="+mn-lt"/>
                <a:ea typeface="+mn-ea"/>
                <a:cs typeface="+mn-cs"/>
              </a:rPr>
              <a:t>(RTPS)</a:t>
            </a:r>
            <a:endParaRPr lang="sv-SE" sz="1000" dirty="0">
              <a:latin typeface="+mn-lt"/>
              <a:ea typeface="+mn-ea"/>
              <a:cs typeface="+mn-cs"/>
            </a:endParaRPr>
          </a:p>
        </p:txBody>
      </p:sp>
      <p:sp>
        <p:nvSpPr>
          <p:cNvPr id="213" name="Text Placeholder 4">
            <a:extLst>
              <a:ext uri="{FF2B5EF4-FFF2-40B4-BE49-F238E27FC236}">
                <a16:creationId xmlns:a16="http://schemas.microsoft.com/office/drawing/2014/main" id="{8851D654-B359-B6EF-237A-8CBCB0A20DDD}"/>
              </a:ext>
            </a:extLst>
          </p:cNvPr>
          <p:cNvSpPr>
            <a:spLocks noGrp="1"/>
          </p:cNvSpPr>
          <p:nvPr>
            <p:custDataLst>
              <p:tags r:id="rId14"/>
            </p:custDataLst>
          </p:nvPr>
        </p:nvSpPr>
        <p:spPr bwMode="auto">
          <a:xfrm>
            <a:off x="612775" y="2806700"/>
            <a:ext cx="11906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2A06450-E152-4DBB-98E2-A4B65870F87B}" type="datetime'Co''''''re ''''B''ank''i''''''n''''''g'''' S''yst''e''''m'">
              <a:rPr lang="sv-SE" altLang="en-US" sz="1000" smtClean="0">
                <a:latin typeface="+mn-lt"/>
                <a:ea typeface="+mn-ea"/>
                <a:cs typeface="+mn-cs"/>
              </a:rPr>
              <a:pPr/>
              <a:t>Core Banking System</a:t>
            </a:fld>
            <a:endParaRPr lang="sv-SE" sz="1000" dirty="0">
              <a:latin typeface="+mn-lt"/>
              <a:ea typeface="+mn-ea"/>
              <a:cs typeface="+mn-cs"/>
            </a:endParaRPr>
          </a:p>
        </p:txBody>
      </p:sp>
      <p:sp>
        <p:nvSpPr>
          <p:cNvPr id="222" name="Text Placeholder 4">
            <a:extLst>
              <a:ext uri="{FF2B5EF4-FFF2-40B4-BE49-F238E27FC236}">
                <a16:creationId xmlns:a16="http://schemas.microsoft.com/office/drawing/2014/main" id="{C8CDE6F5-0E60-A961-8A3D-1D31BE2F9045}"/>
              </a:ext>
            </a:extLst>
          </p:cNvPr>
          <p:cNvSpPr>
            <a:spLocks noGrp="1"/>
          </p:cNvSpPr>
          <p:nvPr>
            <p:custDataLst>
              <p:tags r:id="rId15"/>
            </p:custDataLst>
          </p:nvPr>
        </p:nvSpPr>
        <p:spPr bwMode="auto">
          <a:xfrm>
            <a:off x="612775" y="3121025"/>
            <a:ext cx="11382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FB0A39A-E219-468C-AD43-B0E1D2F17267}" type="datetime'''''B''usin''ess'''' ''''mobil''e'''''' a''''p''''''''p'''''''">
              <a:rPr lang="sv-SE" altLang="en-US" sz="1000" smtClean="0">
                <a:latin typeface="+mn-lt"/>
                <a:ea typeface="+mn-ea"/>
                <a:cs typeface="+mn-cs"/>
              </a:rPr>
              <a:pPr/>
              <a:t>Business mobile app</a:t>
            </a:fld>
            <a:endParaRPr lang="sv-SE" sz="1000" dirty="0">
              <a:latin typeface="+mn-lt"/>
              <a:ea typeface="+mn-ea"/>
              <a:cs typeface="+mn-cs"/>
            </a:endParaRPr>
          </a:p>
        </p:txBody>
      </p:sp>
      <p:sp>
        <p:nvSpPr>
          <p:cNvPr id="223" name="Text Placeholder 4">
            <a:extLst>
              <a:ext uri="{FF2B5EF4-FFF2-40B4-BE49-F238E27FC236}">
                <a16:creationId xmlns:a16="http://schemas.microsoft.com/office/drawing/2014/main" id="{64760FCB-A31C-4CCE-850A-4CA7419BB7A1}"/>
              </a:ext>
            </a:extLst>
          </p:cNvPr>
          <p:cNvSpPr>
            <a:spLocks noGrp="1"/>
          </p:cNvSpPr>
          <p:nvPr>
            <p:custDataLst>
              <p:tags r:id="rId16"/>
            </p:custDataLst>
          </p:nvPr>
        </p:nvSpPr>
        <p:spPr bwMode="auto">
          <a:xfrm>
            <a:off x="612775" y="3436938"/>
            <a:ext cx="64611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26163B7-BAC9-4F9B-9968-A7251B2DD24B}" type="datetime'''''''''''''''B2''B'' ''''''''s''''''''er''''''''v''ic''e'">
              <a:rPr lang="sv-SE" altLang="en-US" sz="1000" smtClean="0">
                <a:latin typeface="+mn-lt"/>
                <a:ea typeface="+mn-ea"/>
                <a:cs typeface="+mn-cs"/>
              </a:rPr>
              <a:pPr/>
              <a:t>B2B service</a:t>
            </a:fld>
            <a:endParaRPr lang="sv-SE" sz="1000" dirty="0">
              <a:latin typeface="+mn-lt"/>
              <a:ea typeface="+mn-ea"/>
              <a:cs typeface="+mn-cs"/>
            </a:endParaRPr>
          </a:p>
        </p:txBody>
      </p:sp>
      <p:sp>
        <p:nvSpPr>
          <p:cNvPr id="224" name="Text Placeholder 4">
            <a:extLst>
              <a:ext uri="{FF2B5EF4-FFF2-40B4-BE49-F238E27FC236}">
                <a16:creationId xmlns:a16="http://schemas.microsoft.com/office/drawing/2014/main" id="{0A42285D-BA38-E5CC-1BBD-95D0FFC1270E}"/>
              </a:ext>
            </a:extLst>
          </p:cNvPr>
          <p:cNvSpPr>
            <a:spLocks noGrp="1"/>
          </p:cNvSpPr>
          <p:nvPr>
            <p:custDataLst>
              <p:tags r:id="rId17"/>
            </p:custDataLst>
          </p:nvPr>
        </p:nvSpPr>
        <p:spPr bwMode="auto">
          <a:xfrm>
            <a:off x="612775" y="3752850"/>
            <a:ext cx="9683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788DEA35-B76A-4BC8-93AD-8304ADFB1773}" type="datetime'R''''et''''ai''''l'''''' Mobi''''''l''e ''''A''''''''p''''p'">
              <a:rPr lang="sv-SE" altLang="en-US" sz="1000" smtClean="0">
                <a:latin typeface="+mn-lt"/>
                <a:ea typeface="+mn-ea"/>
                <a:cs typeface="+mn-cs"/>
              </a:rPr>
              <a:pPr/>
              <a:t>Retail Mobile App</a:t>
            </a:fld>
            <a:endParaRPr lang="sv-SE" sz="1000" dirty="0">
              <a:latin typeface="+mn-lt"/>
              <a:ea typeface="+mn-ea"/>
              <a:cs typeface="+mn-cs"/>
            </a:endParaRPr>
          </a:p>
        </p:txBody>
      </p:sp>
      <p:sp>
        <p:nvSpPr>
          <p:cNvPr id="225" name="Text Placeholder 4">
            <a:extLst>
              <a:ext uri="{FF2B5EF4-FFF2-40B4-BE49-F238E27FC236}">
                <a16:creationId xmlns:a16="http://schemas.microsoft.com/office/drawing/2014/main" id="{551B9F3B-B764-D742-3741-D1BFB72C004F}"/>
              </a:ext>
            </a:extLst>
          </p:cNvPr>
          <p:cNvSpPr>
            <a:spLocks noGrp="1"/>
          </p:cNvSpPr>
          <p:nvPr>
            <p:custDataLst>
              <p:tags r:id="rId18"/>
            </p:custDataLst>
          </p:nvPr>
        </p:nvSpPr>
        <p:spPr bwMode="auto">
          <a:xfrm>
            <a:off x="612775" y="4068763"/>
            <a:ext cx="70961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4DE6DE2-C8C5-4B36-9018-248A61ED7632}" type="datetime'''A''''''ze''''''''r''c''''''''e''''ll ''H2H'">
              <a:rPr lang="sv-SE" altLang="en-US" sz="1000" smtClean="0">
                <a:latin typeface="+mn-lt"/>
                <a:ea typeface="+mn-ea"/>
                <a:cs typeface="+mn-cs"/>
              </a:rPr>
              <a:pPr/>
              <a:t>Azercell H2H</a:t>
            </a:fld>
            <a:endParaRPr lang="sv-SE" sz="1000" dirty="0">
              <a:latin typeface="+mn-lt"/>
              <a:ea typeface="+mn-ea"/>
              <a:cs typeface="+mn-cs"/>
            </a:endParaRPr>
          </a:p>
        </p:txBody>
      </p:sp>
      <p:sp>
        <p:nvSpPr>
          <p:cNvPr id="226" name="Text Placeholder 4">
            <a:extLst>
              <a:ext uri="{FF2B5EF4-FFF2-40B4-BE49-F238E27FC236}">
                <a16:creationId xmlns:a16="http://schemas.microsoft.com/office/drawing/2014/main" id="{BA7F59E8-BA2D-C555-9860-3567EE9BBFF6}"/>
              </a:ext>
            </a:extLst>
          </p:cNvPr>
          <p:cNvSpPr>
            <a:spLocks noGrp="1"/>
          </p:cNvSpPr>
          <p:nvPr>
            <p:custDataLst>
              <p:tags r:id="rId19"/>
            </p:custDataLst>
          </p:nvPr>
        </p:nvSpPr>
        <p:spPr bwMode="auto">
          <a:xfrm>
            <a:off x="612775" y="4383088"/>
            <a:ext cx="5286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4BCFF4A-CD6F-4DA7-AF75-7F4B79F294E4}" type="datetime'''''''''B''K''''''''''''''M'''''' ''''''''''''''H''2H'''''">
              <a:rPr lang="sv-SE" altLang="en-US" sz="1000" smtClean="0">
                <a:latin typeface="+mn-lt"/>
                <a:ea typeface="+mn-ea"/>
                <a:cs typeface="+mn-cs"/>
              </a:rPr>
              <a:pPr/>
              <a:t>BKM H2H</a:t>
            </a:fld>
            <a:endParaRPr lang="sv-SE" sz="1000" dirty="0">
              <a:latin typeface="+mn-lt"/>
              <a:ea typeface="+mn-ea"/>
              <a:cs typeface="+mn-cs"/>
            </a:endParaRPr>
          </a:p>
        </p:txBody>
      </p:sp>
      <p:sp>
        <p:nvSpPr>
          <p:cNvPr id="227" name="Text Placeholder 4">
            <a:extLst>
              <a:ext uri="{FF2B5EF4-FFF2-40B4-BE49-F238E27FC236}">
                <a16:creationId xmlns:a16="http://schemas.microsoft.com/office/drawing/2014/main" id="{3392A442-E45B-120D-068C-DB1E27EB38A0}"/>
              </a:ext>
            </a:extLst>
          </p:cNvPr>
          <p:cNvSpPr>
            <a:spLocks noGrp="1"/>
          </p:cNvSpPr>
          <p:nvPr>
            <p:custDataLst>
              <p:tags r:id="rId20"/>
            </p:custDataLst>
          </p:nvPr>
        </p:nvSpPr>
        <p:spPr bwMode="auto">
          <a:xfrm>
            <a:off x="612775" y="4699000"/>
            <a:ext cx="844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71C2E33-1AB1-4819-ACAE-01E4594EC75B}" type="datetime'''''''I''ss''''ui''n''''g'''' Ser''''''''''vice'''''''''''''">
              <a:rPr lang="sv-SE" altLang="en-US" sz="1000" smtClean="0">
                <a:latin typeface="+mn-lt"/>
                <a:ea typeface="+mn-ea"/>
                <a:cs typeface="+mn-cs"/>
              </a:rPr>
              <a:pPr/>
              <a:t>Issuing Service</a:t>
            </a:fld>
            <a:endParaRPr lang="sv-SE" sz="1000" dirty="0">
              <a:latin typeface="+mn-lt"/>
              <a:ea typeface="+mn-ea"/>
              <a:cs typeface="+mn-cs"/>
            </a:endParaRPr>
          </a:p>
        </p:txBody>
      </p:sp>
      <p:sp>
        <p:nvSpPr>
          <p:cNvPr id="228" name="Text Placeholder 4">
            <a:extLst>
              <a:ext uri="{FF2B5EF4-FFF2-40B4-BE49-F238E27FC236}">
                <a16:creationId xmlns:a16="http://schemas.microsoft.com/office/drawing/2014/main" id="{9E6A7DBB-7838-5936-4940-3578CAB59653}"/>
              </a:ext>
            </a:extLst>
          </p:cNvPr>
          <p:cNvSpPr>
            <a:spLocks noGrp="1"/>
          </p:cNvSpPr>
          <p:nvPr>
            <p:custDataLst>
              <p:tags r:id="rId21"/>
            </p:custDataLst>
          </p:nvPr>
        </p:nvSpPr>
        <p:spPr bwMode="auto">
          <a:xfrm>
            <a:off x="612775" y="5014913"/>
            <a:ext cx="8207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1C1817C-C8A5-438C-B9D3-71758B20244D}" type="datetime'''MC ''''''''co''''''''''''''''''n''nec''''t''i''on'''''''''">
              <a:rPr lang="sv-SE" altLang="en-US" sz="1000" smtClean="0">
                <a:latin typeface="+mn-lt"/>
                <a:ea typeface="+mn-ea"/>
                <a:cs typeface="+mn-cs"/>
              </a:rPr>
              <a:pPr/>
              <a:t>MC connection</a:t>
            </a:fld>
            <a:endParaRPr lang="sv-SE" sz="1000" dirty="0">
              <a:latin typeface="+mn-lt"/>
              <a:ea typeface="+mn-ea"/>
              <a:cs typeface="+mn-cs"/>
            </a:endParaRPr>
          </a:p>
        </p:txBody>
      </p:sp>
      <p:sp>
        <p:nvSpPr>
          <p:cNvPr id="229" name="Text Placeholder 4">
            <a:extLst>
              <a:ext uri="{FF2B5EF4-FFF2-40B4-BE49-F238E27FC236}">
                <a16:creationId xmlns:a16="http://schemas.microsoft.com/office/drawing/2014/main" id="{856BF20F-28B4-C75A-AA38-5BE36825D7FB}"/>
              </a:ext>
            </a:extLst>
          </p:cNvPr>
          <p:cNvSpPr>
            <a:spLocks noGrp="1"/>
          </p:cNvSpPr>
          <p:nvPr>
            <p:custDataLst>
              <p:tags r:id="rId22"/>
            </p:custDataLst>
          </p:nvPr>
        </p:nvSpPr>
        <p:spPr bwMode="auto">
          <a:xfrm>
            <a:off x="612775" y="5330825"/>
            <a:ext cx="87471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96B3275-4E32-4D8A-A56F-8577C2BFC58E}" type="datetime'V''''''i''''''''''''''''''''sa ''c''''on''ne''c''t''''''ion'''">
              <a:rPr lang="sv-SE" altLang="en-US" sz="1000" smtClean="0">
                <a:latin typeface="+mn-lt"/>
                <a:ea typeface="+mn-ea"/>
                <a:cs typeface="+mn-cs"/>
              </a:rPr>
              <a:pPr/>
              <a:t>Visa connection</a:t>
            </a:fld>
            <a:endParaRPr lang="sv-SE" sz="1000" dirty="0">
              <a:latin typeface="+mn-lt"/>
              <a:ea typeface="+mn-ea"/>
              <a:cs typeface="+mn-cs"/>
            </a:endParaRPr>
          </a:p>
        </p:txBody>
      </p:sp>
      <p:sp>
        <p:nvSpPr>
          <p:cNvPr id="230" name="Text Placeholder 4">
            <a:extLst>
              <a:ext uri="{FF2B5EF4-FFF2-40B4-BE49-F238E27FC236}">
                <a16:creationId xmlns:a16="http://schemas.microsoft.com/office/drawing/2014/main" id="{3F775658-675A-8702-4796-F71EE09E5423}"/>
              </a:ext>
            </a:extLst>
          </p:cNvPr>
          <p:cNvSpPr>
            <a:spLocks noGrp="1"/>
          </p:cNvSpPr>
          <p:nvPr>
            <p:custDataLst>
              <p:tags r:id="rId23"/>
            </p:custDataLst>
          </p:nvPr>
        </p:nvSpPr>
        <p:spPr bwMode="auto">
          <a:xfrm>
            <a:off x="612775" y="5645150"/>
            <a:ext cx="1252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BCE6E64-A3D6-4256-A5DF-70FE6C4FD3FA}" type="datetime'''''Agen''''tba''''nki''''n''''''''''g'' ''se''rvi''c''''''es'">
              <a:rPr lang="sv-SE" altLang="en-US" sz="1000" smtClean="0">
                <a:latin typeface="+mn-lt"/>
                <a:ea typeface="+mn-ea"/>
                <a:cs typeface="+mn-cs"/>
              </a:rPr>
              <a:pPr/>
              <a:t>Agentbanking services</a:t>
            </a:fld>
            <a:endParaRPr lang="sv-SE" sz="1000" dirty="0">
              <a:latin typeface="+mn-lt"/>
              <a:ea typeface="+mn-ea"/>
              <a:cs typeface="+mn-cs"/>
            </a:endParaRPr>
          </a:p>
        </p:txBody>
      </p:sp>
      <p:sp>
        <p:nvSpPr>
          <p:cNvPr id="258" name="Text Placeholder 4">
            <a:extLst>
              <a:ext uri="{FF2B5EF4-FFF2-40B4-BE49-F238E27FC236}">
                <a16:creationId xmlns:a16="http://schemas.microsoft.com/office/drawing/2014/main" id="{FC2A88EF-AA3F-94DA-731E-F6A0B0EB1D41}"/>
              </a:ext>
            </a:extLst>
          </p:cNvPr>
          <p:cNvSpPr>
            <a:spLocks noGrp="1"/>
          </p:cNvSpPr>
          <p:nvPr>
            <p:custDataLst>
              <p:tags r:id="rId24"/>
            </p:custDataLst>
          </p:nvPr>
        </p:nvSpPr>
        <p:spPr bwMode="gray">
          <a:xfrm>
            <a:off x="7840663" y="2182813"/>
            <a:ext cx="906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9 svc · 7,837 min</a:t>
            </a:r>
            <a:endParaRPr lang="sv-SE" sz="900" dirty="0">
              <a:latin typeface="+mn-lt"/>
              <a:ea typeface="+mn-ea"/>
              <a:cs typeface="+mn-cs"/>
            </a:endParaRPr>
          </a:p>
        </p:txBody>
      </p:sp>
      <p:sp>
        <p:nvSpPr>
          <p:cNvPr id="263" name="Text Placeholder 4">
            <a:extLst>
              <a:ext uri="{FF2B5EF4-FFF2-40B4-BE49-F238E27FC236}">
                <a16:creationId xmlns:a16="http://schemas.microsoft.com/office/drawing/2014/main" id="{D23DAE8D-35D8-0E37-A4CB-36EB241A9DE7}"/>
              </a:ext>
            </a:extLst>
          </p:cNvPr>
          <p:cNvSpPr>
            <a:spLocks noGrp="1"/>
          </p:cNvSpPr>
          <p:nvPr>
            <p:custDataLst>
              <p:tags r:id="rId25"/>
            </p:custDataLst>
          </p:nvPr>
        </p:nvSpPr>
        <p:spPr bwMode="gray">
          <a:xfrm>
            <a:off x="7197725" y="2498725"/>
            <a:ext cx="906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8 svc · 8,370 min</a:t>
            </a:r>
            <a:endParaRPr lang="sv-SE" sz="900" dirty="0">
              <a:latin typeface="+mn-lt"/>
              <a:ea typeface="+mn-ea"/>
              <a:cs typeface="+mn-cs"/>
            </a:endParaRPr>
          </a:p>
        </p:txBody>
      </p:sp>
      <p:sp>
        <p:nvSpPr>
          <p:cNvPr id="267" name="Text Placeholder 4">
            <a:extLst>
              <a:ext uri="{FF2B5EF4-FFF2-40B4-BE49-F238E27FC236}">
                <a16:creationId xmlns:a16="http://schemas.microsoft.com/office/drawing/2014/main" id="{FB02D7D8-D3CE-69DA-CDF7-09EE6CFDCBED}"/>
              </a:ext>
            </a:extLst>
          </p:cNvPr>
          <p:cNvSpPr>
            <a:spLocks noGrp="1"/>
          </p:cNvSpPr>
          <p:nvPr>
            <p:custDataLst>
              <p:tags r:id="rId26"/>
            </p:custDataLst>
          </p:nvPr>
        </p:nvSpPr>
        <p:spPr bwMode="gray">
          <a:xfrm>
            <a:off x="5911850" y="2814638"/>
            <a:ext cx="809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6 svc · 875 min</a:t>
            </a:r>
            <a:endParaRPr lang="sv-SE" sz="900" dirty="0">
              <a:latin typeface="+mn-lt"/>
              <a:ea typeface="+mn-ea"/>
              <a:cs typeface="+mn-cs"/>
            </a:endParaRPr>
          </a:p>
        </p:txBody>
      </p:sp>
      <p:sp>
        <p:nvSpPr>
          <p:cNvPr id="271" name="Text Placeholder 4">
            <a:extLst>
              <a:ext uri="{FF2B5EF4-FFF2-40B4-BE49-F238E27FC236}">
                <a16:creationId xmlns:a16="http://schemas.microsoft.com/office/drawing/2014/main" id="{974DCC58-A1DF-E8A9-DD9E-15CDF185A1B2}"/>
              </a:ext>
            </a:extLst>
          </p:cNvPr>
          <p:cNvSpPr>
            <a:spLocks noGrp="1"/>
          </p:cNvSpPr>
          <p:nvPr>
            <p:custDataLst>
              <p:tags r:id="rId27"/>
            </p:custDataLst>
          </p:nvPr>
        </p:nvSpPr>
        <p:spPr bwMode="gray">
          <a:xfrm>
            <a:off x="3981450" y="3128963"/>
            <a:ext cx="809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3 svc · 187 min</a:t>
            </a:r>
            <a:endParaRPr lang="sv-SE" sz="900" dirty="0">
              <a:latin typeface="+mn-lt"/>
              <a:ea typeface="+mn-ea"/>
              <a:cs typeface="+mn-cs"/>
            </a:endParaRPr>
          </a:p>
        </p:txBody>
      </p:sp>
      <p:sp>
        <p:nvSpPr>
          <p:cNvPr id="275" name="Text Placeholder 4">
            <a:extLst>
              <a:ext uri="{FF2B5EF4-FFF2-40B4-BE49-F238E27FC236}">
                <a16:creationId xmlns:a16="http://schemas.microsoft.com/office/drawing/2014/main" id="{12F31F94-4BF7-9BDB-39CA-80E850DE9789}"/>
              </a:ext>
            </a:extLst>
          </p:cNvPr>
          <p:cNvSpPr>
            <a:spLocks noGrp="1"/>
          </p:cNvSpPr>
          <p:nvPr>
            <p:custDataLst>
              <p:tags r:id="rId28"/>
            </p:custDataLst>
          </p:nvPr>
        </p:nvSpPr>
        <p:spPr bwMode="gray">
          <a:xfrm>
            <a:off x="3981450" y="3444875"/>
            <a:ext cx="6858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3 svc · 4 min</a:t>
            </a:r>
            <a:endParaRPr lang="sv-SE" sz="900" dirty="0">
              <a:latin typeface="+mn-lt"/>
              <a:ea typeface="+mn-ea"/>
              <a:cs typeface="+mn-cs"/>
            </a:endParaRPr>
          </a:p>
        </p:txBody>
      </p:sp>
      <p:sp>
        <p:nvSpPr>
          <p:cNvPr id="279" name="Text Placeholder 4">
            <a:extLst>
              <a:ext uri="{FF2B5EF4-FFF2-40B4-BE49-F238E27FC236}">
                <a16:creationId xmlns:a16="http://schemas.microsoft.com/office/drawing/2014/main" id="{A415D8CA-13DD-7FE9-5E83-3A3B7DCCF3F8}"/>
              </a:ext>
            </a:extLst>
          </p:cNvPr>
          <p:cNvSpPr>
            <a:spLocks noGrp="1"/>
          </p:cNvSpPr>
          <p:nvPr>
            <p:custDataLst>
              <p:tags r:id="rId29"/>
            </p:custDataLst>
          </p:nvPr>
        </p:nvSpPr>
        <p:spPr bwMode="gray">
          <a:xfrm>
            <a:off x="3338513" y="3760788"/>
            <a:ext cx="809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2 svc · 118 min</a:t>
            </a:r>
            <a:endParaRPr lang="sv-SE" sz="900" dirty="0">
              <a:latin typeface="+mn-lt"/>
              <a:ea typeface="+mn-ea"/>
              <a:cs typeface="+mn-cs"/>
            </a:endParaRPr>
          </a:p>
        </p:txBody>
      </p:sp>
      <p:sp>
        <p:nvSpPr>
          <p:cNvPr id="283" name="Text Placeholder 4">
            <a:extLst>
              <a:ext uri="{FF2B5EF4-FFF2-40B4-BE49-F238E27FC236}">
                <a16:creationId xmlns:a16="http://schemas.microsoft.com/office/drawing/2014/main" id="{CA8CC75F-19EE-329D-F243-32E5E05D6B47}"/>
              </a:ext>
            </a:extLst>
          </p:cNvPr>
          <p:cNvSpPr>
            <a:spLocks noGrp="1"/>
          </p:cNvSpPr>
          <p:nvPr>
            <p:custDataLst>
              <p:tags r:id="rId30"/>
            </p:custDataLst>
          </p:nvPr>
        </p:nvSpPr>
        <p:spPr bwMode="gray">
          <a:xfrm>
            <a:off x="3338513" y="4076700"/>
            <a:ext cx="7477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2 svc · 83 min</a:t>
            </a:r>
            <a:endParaRPr lang="sv-SE" sz="900" dirty="0">
              <a:latin typeface="+mn-lt"/>
              <a:ea typeface="+mn-ea"/>
              <a:cs typeface="+mn-cs"/>
            </a:endParaRPr>
          </a:p>
        </p:txBody>
      </p:sp>
      <p:sp>
        <p:nvSpPr>
          <p:cNvPr id="287" name="Text Placeholder 4">
            <a:extLst>
              <a:ext uri="{FF2B5EF4-FFF2-40B4-BE49-F238E27FC236}">
                <a16:creationId xmlns:a16="http://schemas.microsoft.com/office/drawing/2014/main" id="{3E5772A3-14CB-1711-1123-D12880CC642D}"/>
              </a:ext>
            </a:extLst>
          </p:cNvPr>
          <p:cNvSpPr>
            <a:spLocks noGrp="1"/>
          </p:cNvSpPr>
          <p:nvPr>
            <p:custDataLst>
              <p:tags r:id="rId31"/>
            </p:custDataLst>
          </p:nvPr>
        </p:nvSpPr>
        <p:spPr bwMode="gray">
          <a:xfrm>
            <a:off x="3338513" y="4391025"/>
            <a:ext cx="7477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2 svc · 80 min</a:t>
            </a:r>
            <a:endParaRPr lang="sv-SE" sz="900" dirty="0">
              <a:latin typeface="+mn-lt"/>
              <a:ea typeface="+mn-ea"/>
              <a:cs typeface="+mn-cs"/>
            </a:endParaRPr>
          </a:p>
        </p:txBody>
      </p:sp>
      <p:sp>
        <p:nvSpPr>
          <p:cNvPr id="291" name="Text Placeholder 4">
            <a:extLst>
              <a:ext uri="{FF2B5EF4-FFF2-40B4-BE49-F238E27FC236}">
                <a16:creationId xmlns:a16="http://schemas.microsoft.com/office/drawing/2014/main" id="{0C65C046-F809-1DED-3E6F-FE7645A1EFD7}"/>
              </a:ext>
            </a:extLst>
          </p:cNvPr>
          <p:cNvSpPr>
            <a:spLocks noGrp="1"/>
          </p:cNvSpPr>
          <p:nvPr>
            <p:custDataLst>
              <p:tags r:id="rId32"/>
            </p:custDataLst>
          </p:nvPr>
        </p:nvSpPr>
        <p:spPr bwMode="gray">
          <a:xfrm>
            <a:off x="3338513" y="4706938"/>
            <a:ext cx="7477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sz="900" dirty="0">
                <a:latin typeface="+mn-lt"/>
                <a:ea typeface="+mn-ea"/>
                <a:cs typeface="+mn-cs"/>
              </a:rPr>
              <a:t>2 svc · 45 min</a:t>
            </a:r>
          </a:p>
        </p:txBody>
      </p:sp>
      <p:sp>
        <p:nvSpPr>
          <p:cNvPr id="296" name="Text Placeholder 4">
            <a:extLst>
              <a:ext uri="{FF2B5EF4-FFF2-40B4-BE49-F238E27FC236}">
                <a16:creationId xmlns:a16="http://schemas.microsoft.com/office/drawing/2014/main" id="{CDC27EF5-06D1-2D26-F30B-2A78E67F103D}"/>
              </a:ext>
            </a:extLst>
          </p:cNvPr>
          <p:cNvSpPr>
            <a:spLocks noGrp="1"/>
          </p:cNvSpPr>
          <p:nvPr>
            <p:custDataLst>
              <p:tags r:id="rId33"/>
            </p:custDataLst>
          </p:nvPr>
        </p:nvSpPr>
        <p:spPr bwMode="gray">
          <a:xfrm>
            <a:off x="3338513" y="5022850"/>
            <a:ext cx="7842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 2 svc · 20 min</a:t>
            </a:r>
            <a:endParaRPr lang="sv-SE" sz="900" dirty="0">
              <a:latin typeface="+mn-lt"/>
              <a:ea typeface="+mn-ea"/>
              <a:cs typeface="+mn-cs"/>
            </a:endParaRPr>
          </a:p>
        </p:txBody>
      </p:sp>
      <p:sp>
        <p:nvSpPr>
          <p:cNvPr id="300" name="Text Placeholder 4">
            <a:extLst>
              <a:ext uri="{FF2B5EF4-FFF2-40B4-BE49-F238E27FC236}">
                <a16:creationId xmlns:a16="http://schemas.microsoft.com/office/drawing/2014/main" id="{55155EA3-80D2-4D46-C2CA-4D461CFA1213}"/>
              </a:ext>
            </a:extLst>
          </p:cNvPr>
          <p:cNvSpPr>
            <a:spLocks noGrp="1"/>
          </p:cNvSpPr>
          <p:nvPr>
            <p:custDataLst>
              <p:tags r:id="rId34"/>
            </p:custDataLst>
          </p:nvPr>
        </p:nvSpPr>
        <p:spPr bwMode="gray">
          <a:xfrm>
            <a:off x="3338513" y="5338763"/>
            <a:ext cx="6858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2 svc · 5 min</a:t>
            </a:r>
            <a:endParaRPr lang="sv-SE" sz="900" dirty="0">
              <a:latin typeface="+mn-lt"/>
              <a:ea typeface="+mn-ea"/>
              <a:cs typeface="+mn-cs"/>
            </a:endParaRPr>
          </a:p>
        </p:txBody>
      </p:sp>
      <p:sp>
        <p:nvSpPr>
          <p:cNvPr id="304" name="Text Placeholder 4">
            <a:extLst>
              <a:ext uri="{FF2B5EF4-FFF2-40B4-BE49-F238E27FC236}">
                <a16:creationId xmlns:a16="http://schemas.microsoft.com/office/drawing/2014/main" id="{2D13FD97-BE5A-57E3-0718-9AC54D70519D}"/>
              </a:ext>
            </a:extLst>
          </p:cNvPr>
          <p:cNvSpPr>
            <a:spLocks noGrp="1"/>
          </p:cNvSpPr>
          <p:nvPr>
            <p:custDataLst>
              <p:tags r:id="rId35"/>
            </p:custDataLst>
          </p:nvPr>
        </p:nvSpPr>
        <p:spPr bwMode="gray">
          <a:xfrm>
            <a:off x="2695575" y="5653088"/>
            <a:ext cx="7477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900" dirty="0">
                <a:effectLst/>
                <a:latin typeface="+mn-lt"/>
                <a:ea typeface="+mn-ea"/>
                <a:cs typeface="+mn-cs"/>
              </a:rPr>
              <a:t>1 svc · 72 min</a:t>
            </a:r>
            <a:endParaRPr lang="sv-SE" sz="900" dirty="0">
              <a:latin typeface="+mn-lt"/>
              <a:ea typeface="+mn-ea"/>
              <a:cs typeface="+mn-cs"/>
            </a:endParaRPr>
          </a:p>
        </p:txBody>
      </p:sp>
      <p:sp>
        <p:nvSpPr>
          <p:cNvPr id="452" name="TextBox 451">
            <a:extLst>
              <a:ext uri="{FF2B5EF4-FFF2-40B4-BE49-F238E27FC236}">
                <a16:creationId xmlns:a16="http://schemas.microsoft.com/office/drawing/2014/main" id="{98D379DD-5223-1FF4-1621-130787809B80}"/>
              </a:ext>
            </a:extLst>
          </p:cNvPr>
          <p:cNvSpPr txBox="1">
            <a:spLocks/>
          </p:cNvSpPr>
          <p:nvPr>
            <p:custDataLst>
              <p:tags r:id="rId36"/>
            </p:custDataLst>
          </p:nvPr>
        </p:nvSpPr>
        <p:spPr>
          <a:xfrm>
            <a:off x="6149975" y="6099642"/>
            <a:ext cx="2308225" cy="27699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0"/>
              </a:spcBef>
            </a:pPr>
            <a:r>
              <a:rPr lang="en-US" sz="900" dirty="0">
                <a:ea typeface="+mn-ea"/>
                <a:cs typeface="+mn-cs"/>
              </a:rPr>
              <a:t>Number of critical business services disrupted (2025)</a:t>
            </a:r>
          </a:p>
        </p:txBody>
      </p:sp>
    </p:spTree>
    <p:extLst>
      <p:ext uri="{BB962C8B-B14F-4D97-AF65-F5344CB8AC3E}">
        <p14:creationId xmlns:p14="http://schemas.microsoft.com/office/powerpoint/2010/main" val="4078135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B220-88CE-EE30-8F34-0EB5D9C9C2A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CC072722-C893-93F7-0FFC-A55A601B0D6C}"/>
              </a:ext>
            </a:extLst>
          </p:cNvPr>
          <p:cNvGraphicFramePr>
            <a:graphicFrameLocks noChangeAspect="1"/>
          </p:cNvGraphicFramePr>
          <p:nvPr>
            <p:custDataLst>
              <p:tags r:id="rId1"/>
            </p:custDataLst>
            <p:extLst>
              <p:ext uri="{D42A27DB-BD31-4B8C-83A1-F6EECF244321}">
                <p14:modId xmlns:p14="http://schemas.microsoft.com/office/powerpoint/2010/main" val="37273312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84" imgH="486" progId="TCLayout.ActiveDocument.1">
                  <p:embed/>
                </p:oleObj>
              </mc:Choice>
              <mc:Fallback>
                <p:oleObj name="think-cell Slide" r:id="rId51" imgW="484" imgH="486" progId="TCLayout.ActiveDocument.1">
                  <p:embed/>
                  <p:pic>
                    <p:nvPicPr>
                      <p:cNvPr id="5" name="Object 2" hidden="1">
                        <a:extLst>
                          <a:ext uri="{FF2B5EF4-FFF2-40B4-BE49-F238E27FC236}">
                            <a16:creationId xmlns:a16="http://schemas.microsoft.com/office/drawing/2014/main" id="{CC072722-C893-93F7-0FFC-A55A601B0D6C}"/>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6" name="2. Slide Title">
            <a:extLst>
              <a:ext uri="{FF2B5EF4-FFF2-40B4-BE49-F238E27FC236}">
                <a16:creationId xmlns:a16="http://schemas.microsoft.com/office/drawing/2014/main" id="{BEEDD9FA-AC35-F956-A317-A236C3E48AEA}"/>
              </a:ext>
            </a:extLst>
          </p:cNvPr>
          <p:cNvSpPr>
            <a:spLocks noGrp="1"/>
          </p:cNvSpPr>
          <p:nvPr>
            <p:ph type="title"/>
            <p:custDataLst>
              <p:tags r:id="rId2"/>
            </p:custDataLst>
          </p:nvPr>
        </p:nvSpPr>
        <p:spPr>
          <a:xfrm>
            <a:off x="554736" y="185816"/>
            <a:ext cx="7918704" cy="1107996"/>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Two-thirds of availability incidents hit in-house digital channels indicating reliability risk sits with what PASHA Bank builds, not its vendors</a:t>
            </a:r>
          </a:p>
        </p:txBody>
      </p:sp>
      <p:sp>
        <p:nvSpPr>
          <p:cNvPr id="3" name="1. On-page tracker">
            <a:extLst>
              <a:ext uri="{FF2B5EF4-FFF2-40B4-BE49-F238E27FC236}">
                <a16:creationId xmlns:a16="http://schemas.microsoft.com/office/drawing/2014/main" id="{5DF6B258-812A-5334-048E-964BD57A7F32}"/>
              </a:ext>
            </a:extLst>
          </p:cNvPr>
          <p:cNvSpPr>
            <a:spLocks noGrp="1"/>
          </p:cNvSpPr>
          <p:nvPr>
            <p:ph type="body" sz="quarter" idx="10"/>
            <p:custDataLst>
              <p:tags r:id="rId3"/>
            </p:custDataLst>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sv-SE"/>
          </a:p>
        </p:txBody>
      </p:sp>
      <p:cxnSp>
        <p:nvCxnSpPr>
          <p:cNvPr id="13" name="Straight Connector 12">
            <a:extLst>
              <a:ext uri="{FF2B5EF4-FFF2-40B4-BE49-F238E27FC236}">
                <a16:creationId xmlns:a16="http://schemas.microsoft.com/office/drawing/2014/main" id="{00F7E223-DA19-9E81-2FA3-9FFF81CF7CAE}"/>
              </a:ext>
            </a:extLst>
          </p:cNvPr>
          <p:cNvCxnSpPr>
            <a:cxnSpLocks/>
          </p:cNvCxnSpPr>
          <p:nvPr/>
        </p:nvCxnSpPr>
        <p:spPr>
          <a:xfrm>
            <a:off x="9119860" y="1979295"/>
            <a:ext cx="2520451"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050E84E-5435-8818-696F-CD47A564CEA4}"/>
              </a:ext>
            </a:extLst>
          </p:cNvPr>
          <p:cNvSpPr txBox="1">
            <a:spLocks/>
          </p:cNvSpPr>
          <p:nvPr/>
        </p:nvSpPr>
        <p:spPr>
          <a:xfrm>
            <a:off x="9119860" y="1668478"/>
            <a:ext cx="2520451" cy="246221"/>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600" b="1" dirty="0">
                <a:ea typeface="+mn-ea"/>
                <a:cs typeface="+mn-cs"/>
              </a:rPr>
              <a:t>Key insights</a:t>
            </a:r>
          </a:p>
        </p:txBody>
      </p:sp>
      <p:sp>
        <p:nvSpPr>
          <p:cNvPr id="19" name="TextBox 18">
            <a:extLst>
              <a:ext uri="{FF2B5EF4-FFF2-40B4-BE49-F238E27FC236}">
                <a16:creationId xmlns:a16="http://schemas.microsoft.com/office/drawing/2014/main" id="{4D11C94F-347F-363C-EB45-A9321F084556}"/>
              </a:ext>
            </a:extLst>
          </p:cNvPr>
          <p:cNvSpPr txBox="1">
            <a:spLocks/>
          </p:cNvSpPr>
          <p:nvPr>
            <p:custDataLst>
              <p:tags r:id="rId4"/>
            </p:custDataLst>
          </p:nvPr>
        </p:nvSpPr>
        <p:spPr>
          <a:xfrm>
            <a:off x="9119860" y="2060716"/>
            <a:ext cx="2520451" cy="17235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ts val="1000"/>
              </a:spcBef>
            </a:pPr>
            <a:r>
              <a:rPr lang="en-US" b="1" dirty="0"/>
              <a:t>Reliability risk is self-made</a:t>
            </a:r>
            <a:r>
              <a:rPr lang="en-US" dirty="0"/>
              <a:t>: two-thirds of 2025 incidents (177 of 272) hit in-house digital channels, while vendor systems stay comparatively stable. Fixing reliability is within the bank's own control</a:t>
            </a:r>
            <a:endParaRPr lang="en-US" dirty="0">
              <a:ea typeface="+mn-ea"/>
              <a:cs typeface="+mn-cs"/>
            </a:endParaRPr>
          </a:p>
        </p:txBody>
      </p:sp>
      <p:cxnSp>
        <p:nvCxnSpPr>
          <p:cNvPr id="20" name="Straight Connector 19">
            <a:extLst>
              <a:ext uri="{FF2B5EF4-FFF2-40B4-BE49-F238E27FC236}">
                <a16:creationId xmlns:a16="http://schemas.microsoft.com/office/drawing/2014/main" id="{4EA1FBED-E45E-FC5A-C667-4FA4A7865E5C}"/>
              </a:ext>
            </a:extLst>
          </p:cNvPr>
          <p:cNvCxnSpPr>
            <a:cxnSpLocks/>
          </p:cNvCxnSpPr>
          <p:nvPr/>
        </p:nvCxnSpPr>
        <p:spPr>
          <a:xfrm>
            <a:off x="554736" y="1979295"/>
            <a:ext cx="7918704"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5E27339-2BF5-D1A3-AF81-74C14EAB9DD3}"/>
              </a:ext>
            </a:extLst>
          </p:cNvPr>
          <p:cNvSpPr txBox="1">
            <a:spLocks/>
          </p:cNvSpPr>
          <p:nvPr/>
        </p:nvSpPr>
        <p:spPr>
          <a:xfrm>
            <a:off x="542808" y="1504261"/>
            <a:ext cx="3971280"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dirty="0">
                <a:ea typeface="+mn-ea"/>
                <a:cs typeface="+mn-cs"/>
              </a:rPr>
              <a:t>Most incidents sit with in-house components</a:t>
            </a:r>
          </a:p>
        </p:txBody>
      </p:sp>
      <p:sp>
        <p:nvSpPr>
          <p:cNvPr id="22" name="TextBox 21">
            <a:extLst>
              <a:ext uri="{FF2B5EF4-FFF2-40B4-BE49-F238E27FC236}">
                <a16:creationId xmlns:a16="http://schemas.microsoft.com/office/drawing/2014/main" id="{C3BCC2A7-2A64-4881-D261-DABC71255351}"/>
              </a:ext>
            </a:extLst>
          </p:cNvPr>
          <p:cNvSpPr txBox="1">
            <a:spLocks/>
          </p:cNvSpPr>
          <p:nvPr/>
        </p:nvSpPr>
        <p:spPr>
          <a:xfrm>
            <a:off x="4699322" y="1483812"/>
            <a:ext cx="3774118"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dirty="0">
                <a:ea typeface="+mn-ea"/>
                <a:cs typeface="+mn-cs"/>
              </a:rPr>
              <a:t>Top-10 systems — in-house vs vendor incidents</a:t>
            </a:r>
          </a:p>
        </p:txBody>
      </p:sp>
      <p:cxnSp>
        <p:nvCxnSpPr>
          <p:cNvPr id="23" name="GreyLineSeparatorDefaultVertical 49">
            <a:extLst>
              <a:ext uri="{FF2B5EF4-FFF2-40B4-BE49-F238E27FC236}">
                <a16:creationId xmlns:a16="http://schemas.microsoft.com/office/drawing/2014/main" id="{9C19DE17-FB7C-EAC5-5C95-51D9CD546E8D}"/>
              </a:ext>
            </a:extLst>
          </p:cNvPr>
          <p:cNvCxnSpPr>
            <a:cxnSpLocks/>
          </p:cNvCxnSpPr>
          <p:nvPr>
            <p:custDataLst>
              <p:tags r:id="rId5"/>
            </p:custDataLst>
          </p:nvPr>
        </p:nvCxnSpPr>
        <p:spPr>
          <a:xfrm>
            <a:off x="4514088" y="2000250"/>
            <a:ext cx="0" cy="4307953"/>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7" name="Chart 6">
            <a:extLst>
              <a:ext uri="{FF2B5EF4-FFF2-40B4-BE49-F238E27FC236}">
                <a16:creationId xmlns:a16="http://schemas.microsoft.com/office/drawing/2014/main" id="{957B69A2-D7B6-2847-4170-31BFA7B731BC}"/>
              </a:ext>
            </a:extLst>
          </p:cNvPr>
          <p:cNvGraphicFramePr/>
          <p:nvPr>
            <p:custDataLst>
              <p:tags r:id="rId6"/>
            </p:custDataLst>
          </p:nvPr>
        </p:nvGraphicFramePr>
        <p:xfrm>
          <a:off x="1168400" y="2478088"/>
          <a:ext cx="2478088" cy="3511550"/>
        </p:xfrm>
        <a:graphic>
          <a:graphicData uri="http://schemas.openxmlformats.org/drawingml/2006/chart">
            <c:chart xmlns:c="http://schemas.openxmlformats.org/drawingml/2006/chart" xmlns:r="http://schemas.openxmlformats.org/officeDocument/2006/relationships" r:id="rId53"/>
          </a:graphicData>
        </a:graphic>
      </p:graphicFrame>
      <p:sp>
        <p:nvSpPr>
          <p:cNvPr id="142" name="Text Placeholder 4">
            <a:extLst>
              <a:ext uri="{FF2B5EF4-FFF2-40B4-BE49-F238E27FC236}">
                <a16:creationId xmlns:a16="http://schemas.microsoft.com/office/drawing/2014/main" id="{BEA3F12B-35B4-DB9D-3DB1-0E5C305D2A0C}"/>
              </a:ext>
            </a:extLst>
          </p:cNvPr>
          <p:cNvSpPr>
            <a:spLocks noGrp="1"/>
          </p:cNvSpPr>
          <p:nvPr>
            <p:custDataLst>
              <p:tags r:id="rId7"/>
            </p:custDataLst>
          </p:nvPr>
        </p:nvSpPr>
        <p:spPr bwMode="gray">
          <a:xfrm>
            <a:off x="1066800" y="5632450"/>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13D981E0-A01E-44FB-AD40-2CEF40BF1415}" type="datetime'''''''''''''''''''''''''''''''''''''''0'''''''''''''''''">
              <a:rPr lang="sv-SE" altLang="en-US" sz="1200" smtClean="0">
                <a:effectLst/>
                <a:latin typeface="+mn-lt"/>
                <a:ea typeface="+mn-ea"/>
                <a:cs typeface="+mn-cs"/>
              </a:rPr>
              <a:pPr lvl="0" algn="r">
                <a:spcBef>
                  <a:spcPct val="0"/>
                </a:spcBef>
                <a:spcAft>
                  <a:spcPct val="0"/>
                </a:spcAft>
              </a:pPr>
              <a:t>0</a:t>
            </a:fld>
            <a:endParaRPr lang="sv-SE" sz="1200" dirty="0">
              <a:latin typeface="+mn-lt"/>
              <a:ea typeface="+mn-ea"/>
              <a:cs typeface="+mn-cs"/>
            </a:endParaRPr>
          </a:p>
        </p:txBody>
      </p:sp>
      <p:sp>
        <p:nvSpPr>
          <p:cNvPr id="143" name="Text Placeholder 4">
            <a:extLst>
              <a:ext uri="{FF2B5EF4-FFF2-40B4-BE49-F238E27FC236}">
                <a16:creationId xmlns:a16="http://schemas.microsoft.com/office/drawing/2014/main" id="{12D667F2-2070-95C8-451E-28C1B8D77A6A}"/>
              </a:ext>
            </a:extLst>
          </p:cNvPr>
          <p:cNvSpPr>
            <a:spLocks noGrp="1"/>
          </p:cNvSpPr>
          <p:nvPr>
            <p:custDataLst>
              <p:tags r:id="rId8"/>
            </p:custDataLst>
          </p:nvPr>
        </p:nvSpPr>
        <p:spPr bwMode="gray">
          <a:xfrm>
            <a:off x="984250" y="5360988"/>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727C1C79-82A4-48F1-9E4D-DD944DA57EA4}" type="datetime'''''''''''''''''''2''''''''''''''''''0'''''''''">
              <a:rPr lang="sv-SE" altLang="en-US" sz="1200" smtClean="0">
                <a:effectLst/>
                <a:latin typeface="+mn-lt"/>
                <a:ea typeface="+mn-ea"/>
                <a:cs typeface="+mn-cs"/>
              </a:rPr>
              <a:pPr lvl="0" algn="r">
                <a:spcBef>
                  <a:spcPct val="0"/>
                </a:spcBef>
                <a:spcAft>
                  <a:spcPct val="0"/>
                </a:spcAft>
              </a:pPr>
              <a:t>20</a:t>
            </a:fld>
            <a:endParaRPr lang="sv-SE" sz="1200" dirty="0">
              <a:latin typeface="+mn-lt"/>
              <a:ea typeface="+mn-ea"/>
              <a:cs typeface="+mn-cs"/>
            </a:endParaRPr>
          </a:p>
        </p:txBody>
      </p:sp>
      <p:sp>
        <p:nvSpPr>
          <p:cNvPr id="144" name="Text Placeholder 4">
            <a:extLst>
              <a:ext uri="{FF2B5EF4-FFF2-40B4-BE49-F238E27FC236}">
                <a16:creationId xmlns:a16="http://schemas.microsoft.com/office/drawing/2014/main" id="{2E809B60-EF4F-DE8E-42D4-131AC44A78E2}"/>
              </a:ext>
            </a:extLst>
          </p:cNvPr>
          <p:cNvSpPr>
            <a:spLocks noGrp="1"/>
          </p:cNvSpPr>
          <p:nvPr>
            <p:custDataLst>
              <p:tags r:id="rId9"/>
            </p:custDataLst>
          </p:nvPr>
        </p:nvSpPr>
        <p:spPr bwMode="gray">
          <a:xfrm>
            <a:off x="984250" y="509111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87996788-D915-4F27-8705-5648313405F5}" type="datetime'''4''''''''''''0'">
              <a:rPr lang="sv-SE" altLang="en-US" sz="1200" smtClean="0">
                <a:effectLst/>
                <a:latin typeface="+mn-lt"/>
                <a:ea typeface="+mn-ea"/>
                <a:cs typeface="+mn-cs"/>
              </a:rPr>
              <a:pPr lvl="0" algn="r">
                <a:spcBef>
                  <a:spcPct val="0"/>
                </a:spcBef>
                <a:spcAft>
                  <a:spcPct val="0"/>
                </a:spcAft>
              </a:pPr>
              <a:t>40</a:t>
            </a:fld>
            <a:endParaRPr lang="sv-SE" sz="1200" dirty="0">
              <a:latin typeface="+mn-lt"/>
              <a:ea typeface="+mn-ea"/>
              <a:cs typeface="+mn-cs"/>
            </a:endParaRPr>
          </a:p>
        </p:txBody>
      </p:sp>
      <p:sp>
        <p:nvSpPr>
          <p:cNvPr id="145" name="Text Placeholder 4">
            <a:extLst>
              <a:ext uri="{FF2B5EF4-FFF2-40B4-BE49-F238E27FC236}">
                <a16:creationId xmlns:a16="http://schemas.microsoft.com/office/drawing/2014/main" id="{EBBAAC66-7D95-1C2C-9BE9-FCAFAA722A05}"/>
              </a:ext>
            </a:extLst>
          </p:cNvPr>
          <p:cNvSpPr>
            <a:spLocks noGrp="1"/>
          </p:cNvSpPr>
          <p:nvPr>
            <p:custDataLst>
              <p:tags r:id="rId10"/>
            </p:custDataLst>
          </p:nvPr>
        </p:nvSpPr>
        <p:spPr bwMode="gray">
          <a:xfrm>
            <a:off x="984250" y="4819650"/>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62DC77BA-ACC4-4C7E-AE9C-133906F38903}" type="datetime'''''''''''''''''''''''6''''''''''''''''''''''0'">
              <a:rPr lang="sv-SE" altLang="en-US" sz="1200" smtClean="0">
                <a:effectLst/>
                <a:latin typeface="+mn-lt"/>
                <a:ea typeface="+mn-ea"/>
                <a:cs typeface="+mn-cs"/>
              </a:rPr>
              <a:pPr lvl="0" algn="r">
                <a:spcBef>
                  <a:spcPct val="0"/>
                </a:spcBef>
                <a:spcAft>
                  <a:spcPct val="0"/>
                </a:spcAft>
              </a:pPr>
              <a:t>60</a:t>
            </a:fld>
            <a:endParaRPr lang="sv-SE" sz="1200" dirty="0">
              <a:latin typeface="+mn-lt"/>
              <a:ea typeface="+mn-ea"/>
              <a:cs typeface="+mn-cs"/>
            </a:endParaRPr>
          </a:p>
        </p:txBody>
      </p:sp>
      <p:sp>
        <p:nvSpPr>
          <p:cNvPr id="146" name="Text Placeholder 4">
            <a:extLst>
              <a:ext uri="{FF2B5EF4-FFF2-40B4-BE49-F238E27FC236}">
                <a16:creationId xmlns:a16="http://schemas.microsoft.com/office/drawing/2014/main" id="{F46BF5C8-3356-A961-12B9-071BA2FCB96C}"/>
              </a:ext>
            </a:extLst>
          </p:cNvPr>
          <p:cNvSpPr>
            <a:spLocks noGrp="1"/>
          </p:cNvSpPr>
          <p:nvPr>
            <p:custDataLst>
              <p:tags r:id="rId11"/>
            </p:custDataLst>
          </p:nvPr>
        </p:nvSpPr>
        <p:spPr bwMode="gray">
          <a:xfrm>
            <a:off x="984250" y="4549775"/>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B80F1986-3B77-48D3-8A05-D937B195F5FB}" type="datetime'''8''''''''''''''''''''''0'''''''''''''''''''''''">
              <a:rPr lang="sv-SE" altLang="en-US" sz="1200" smtClean="0">
                <a:effectLst/>
                <a:latin typeface="+mn-lt"/>
                <a:ea typeface="+mn-ea"/>
                <a:cs typeface="+mn-cs"/>
              </a:rPr>
              <a:pPr lvl="0" algn="r">
                <a:spcBef>
                  <a:spcPct val="0"/>
                </a:spcBef>
                <a:spcAft>
                  <a:spcPct val="0"/>
                </a:spcAft>
              </a:pPr>
              <a:t>80</a:t>
            </a:fld>
            <a:endParaRPr lang="sv-SE" sz="1200" dirty="0">
              <a:latin typeface="+mn-lt"/>
              <a:ea typeface="+mn-ea"/>
              <a:cs typeface="+mn-cs"/>
            </a:endParaRPr>
          </a:p>
        </p:txBody>
      </p:sp>
      <p:sp>
        <p:nvSpPr>
          <p:cNvPr id="147" name="Text Placeholder 4">
            <a:extLst>
              <a:ext uri="{FF2B5EF4-FFF2-40B4-BE49-F238E27FC236}">
                <a16:creationId xmlns:a16="http://schemas.microsoft.com/office/drawing/2014/main" id="{8203B329-E486-38BF-A649-5B691EA77113}"/>
              </a:ext>
            </a:extLst>
          </p:cNvPr>
          <p:cNvSpPr>
            <a:spLocks noGrp="1"/>
          </p:cNvSpPr>
          <p:nvPr>
            <p:custDataLst>
              <p:tags r:id="rId12"/>
            </p:custDataLst>
          </p:nvPr>
        </p:nvSpPr>
        <p:spPr bwMode="gray">
          <a:xfrm>
            <a:off x="901700" y="4278313"/>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6E2A48CF-72C7-4E74-9430-988A8EEA06DF}" type="datetime'''''1''''0''''''''''''''''''''''''''''''''''''''''''''''''0'''">
              <a:rPr lang="sv-SE" altLang="en-US" sz="1200" smtClean="0">
                <a:effectLst/>
                <a:latin typeface="+mn-lt"/>
                <a:ea typeface="+mn-ea"/>
                <a:cs typeface="+mn-cs"/>
              </a:rPr>
              <a:pPr lvl="0" algn="r">
                <a:spcBef>
                  <a:spcPct val="0"/>
                </a:spcBef>
                <a:spcAft>
                  <a:spcPct val="0"/>
                </a:spcAft>
              </a:pPr>
              <a:t>100</a:t>
            </a:fld>
            <a:endParaRPr lang="sv-SE" sz="1200" dirty="0">
              <a:latin typeface="+mn-lt"/>
              <a:ea typeface="+mn-ea"/>
              <a:cs typeface="+mn-cs"/>
            </a:endParaRPr>
          </a:p>
        </p:txBody>
      </p:sp>
      <p:sp>
        <p:nvSpPr>
          <p:cNvPr id="148" name="Text Placeholder 4">
            <a:extLst>
              <a:ext uri="{FF2B5EF4-FFF2-40B4-BE49-F238E27FC236}">
                <a16:creationId xmlns:a16="http://schemas.microsoft.com/office/drawing/2014/main" id="{E0DC181B-03A6-CE54-FEEE-B0A4101A4C39}"/>
              </a:ext>
            </a:extLst>
          </p:cNvPr>
          <p:cNvSpPr>
            <a:spLocks noGrp="1"/>
          </p:cNvSpPr>
          <p:nvPr>
            <p:custDataLst>
              <p:tags r:id="rId13"/>
            </p:custDataLst>
          </p:nvPr>
        </p:nvSpPr>
        <p:spPr bwMode="gray">
          <a:xfrm>
            <a:off x="901700" y="4008438"/>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03FA2F12-512E-46F3-BB2E-E9E3AC4D83EB}" type="datetime'''''''''''''''''''''''''''''''''''''1''''20'''''''''''''''">
              <a:rPr lang="sv-SE" altLang="en-US" sz="1200" smtClean="0">
                <a:effectLst/>
                <a:latin typeface="+mn-lt"/>
                <a:ea typeface="+mn-ea"/>
                <a:cs typeface="+mn-cs"/>
              </a:rPr>
              <a:pPr lvl="0" algn="r">
                <a:spcBef>
                  <a:spcPct val="0"/>
                </a:spcBef>
                <a:spcAft>
                  <a:spcPct val="0"/>
                </a:spcAft>
              </a:pPr>
              <a:t>120</a:t>
            </a:fld>
            <a:endParaRPr lang="sv-SE" sz="1200" dirty="0">
              <a:latin typeface="+mn-lt"/>
              <a:ea typeface="+mn-ea"/>
              <a:cs typeface="+mn-cs"/>
            </a:endParaRPr>
          </a:p>
        </p:txBody>
      </p:sp>
      <p:sp>
        <p:nvSpPr>
          <p:cNvPr id="149" name="Text Placeholder 4">
            <a:extLst>
              <a:ext uri="{FF2B5EF4-FFF2-40B4-BE49-F238E27FC236}">
                <a16:creationId xmlns:a16="http://schemas.microsoft.com/office/drawing/2014/main" id="{7DE5C5E3-A8DA-3687-3736-A8D6F27D395D}"/>
              </a:ext>
            </a:extLst>
          </p:cNvPr>
          <p:cNvSpPr>
            <a:spLocks noGrp="1"/>
          </p:cNvSpPr>
          <p:nvPr>
            <p:custDataLst>
              <p:tags r:id="rId14"/>
            </p:custDataLst>
          </p:nvPr>
        </p:nvSpPr>
        <p:spPr bwMode="gray">
          <a:xfrm>
            <a:off x="901700" y="3736975"/>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3ECD9912-B2E5-480A-810A-35444212A5DD}" type="datetime'''''''''''''''''''''1''''''''4''''''''''''''0'">
              <a:rPr lang="sv-SE" altLang="en-US" sz="1200" smtClean="0">
                <a:effectLst/>
                <a:latin typeface="+mn-lt"/>
                <a:ea typeface="+mn-ea"/>
                <a:cs typeface="+mn-cs"/>
              </a:rPr>
              <a:pPr lvl="0" algn="r">
                <a:spcBef>
                  <a:spcPct val="0"/>
                </a:spcBef>
                <a:spcAft>
                  <a:spcPct val="0"/>
                </a:spcAft>
              </a:pPr>
              <a:t>140</a:t>
            </a:fld>
            <a:endParaRPr lang="sv-SE" sz="1200" dirty="0">
              <a:latin typeface="+mn-lt"/>
              <a:ea typeface="+mn-ea"/>
              <a:cs typeface="+mn-cs"/>
            </a:endParaRPr>
          </a:p>
        </p:txBody>
      </p:sp>
      <p:sp>
        <p:nvSpPr>
          <p:cNvPr id="150" name="Text Placeholder 4">
            <a:extLst>
              <a:ext uri="{FF2B5EF4-FFF2-40B4-BE49-F238E27FC236}">
                <a16:creationId xmlns:a16="http://schemas.microsoft.com/office/drawing/2014/main" id="{6276051B-F823-9335-0A38-8295BD867EE2}"/>
              </a:ext>
            </a:extLst>
          </p:cNvPr>
          <p:cNvSpPr>
            <a:spLocks noGrp="1"/>
          </p:cNvSpPr>
          <p:nvPr>
            <p:custDataLst>
              <p:tags r:id="rId15"/>
            </p:custDataLst>
          </p:nvPr>
        </p:nvSpPr>
        <p:spPr bwMode="gray">
          <a:xfrm>
            <a:off x="901700" y="3467100"/>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091C50F9-C02E-4828-B047-293B92632BBE}" type="datetime'''''''''''''''''''''''''''''''1''''''''6''''''0'''''''''''">
              <a:rPr lang="sv-SE" altLang="en-US" sz="1200" smtClean="0">
                <a:effectLst/>
                <a:latin typeface="+mn-lt"/>
                <a:ea typeface="+mn-ea"/>
                <a:cs typeface="+mn-cs"/>
              </a:rPr>
              <a:pPr lvl="0" algn="r">
                <a:spcBef>
                  <a:spcPct val="0"/>
                </a:spcBef>
                <a:spcAft>
                  <a:spcPct val="0"/>
                </a:spcAft>
              </a:pPr>
              <a:t>160</a:t>
            </a:fld>
            <a:endParaRPr lang="sv-SE" sz="1200" dirty="0">
              <a:latin typeface="+mn-lt"/>
              <a:ea typeface="+mn-ea"/>
              <a:cs typeface="+mn-cs"/>
            </a:endParaRPr>
          </a:p>
        </p:txBody>
      </p:sp>
      <p:sp>
        <p:nvSpPr>
          <p:cNvPr id="151" name="Text Placeholder 4">
            <a:extLst>
              <a:ext uri="{FF2B5EF4-FFF2-40B4-BE49-F238E27FC236}">
                <a16:creationId xmlns:a16="http://schemas.microsoft.com/office/drawing/2014/main" id="{4FA890D2-7178-9732-1C60-9E9B9D560813}"/>
              </a:ext>
            </a:extLst>
          </p:cNvPr>
          <p:cNvSpPr>
            <a:spLocks noGrp="1"/>
          </p:cNvSpPr>
          <p:nvPr>
            <p:custDataLst>
              <p:tags r:id="rId16"/>
            </p:custDataLst>
          </p:nvPr>
        </p:nvSpPr>
        <p:spPr bwMode="gray">
          <a:xfrm>
            <a:off x="901700" y="3195638"/>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D8B84A86-4CF5-4425-8F6A-8214F44E5E85}" type="datetime'''''''''''''1''''''''''8''''''''''''''''0'''''''''''''''''">
              <a:rPr lang="sv-SE" altLang="en-US" sz="1200" smtClean="0">
                <a:effectLst/>
                <a:latin typeface="+mn-lt"/>
                <a:ea typeface="+mn-ea"/>
                <a:cs typeface="+mn-cs"/>
              </a:rPr>
              <a:pPr lvl="0" algn="r">
                <a:spcBef>
                  <a:spcPct val="0"/>
                </a:spcBef>
                <a:spcAft>
                  <a:spcPct val="0"/>
                </a:spcAft>
              </a:pPr>
              <a:t>180</a:t>
            </a:fld>
            <a:endParaRPr lang="sv-SE" sz="1200" dirty="0">
              <a:latin typeface="+mn-lt"/>
              <a:ea typeface="+mn-ea"/>
              <a:cs typeface="+mn-cs"/>
            </a:endParaRPr>
          </a:p>
        </p:txBody>
      </p:sp>
      <p:sp>
        <p:nvSpPr>
          <p:cNvPr id="152" name="Text Placeholder 4">
            <a:extLst>
              <a:ext uri="{FF2B5EF4-FFF2-40B4-BE49-F238E27FC236}">
                <a16:creationId xmlns:a16="http://schemas.microsoft.com/office/drawing/2014/main" id="{A645E1C7-B7AA-68DF-22B3-C287E4451FA3}"/>
              </a:ext>
            </a:extLst>
          </p:cNvPr>
          <p:cNvSpPr>
            <a:spLocks noGrp="1"/>
          </p:cNvSpPr>
          <p:nvPr>
            <p:custDataLst>
              <p:tags r:id="rId17"/>
            </p:custDataLst>
          </p:nvPr>
        </p:nvSpPr>
        <p:spPr bwMode="gray">
          <a:xfrm>
            <a:off x="901700" y="2925763"/>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D668976A-AC71-4112-8449-82287F293069}" type="datetime'''''''''''''''''''''''''''''''''''''''''''''2''''00'''''">
              <a:rPr lang="sv-SE" altLang="en-US" sz="1200" smtClean="0">
                <a:effectLst/>
                <a:latin typeface="+mn-lt"/>
                <a:ea typeface="+mn-ea"/>
                <a:cs typeface="+mn-cs"/>
              </a:rPr>
              <a:pPr lvl="0" algn="r">
                <a:spcBef>
                  <a:spcPct val="0"/>
                </a:spcBef>
                <a:spcAft>
                  <a:spcPct val="0"/>
                </a:spcAft>
              </a:pPr>
              <a:t>200</a:t>
            </a:fld>
            <a:endParaRPr lang="sv-SE" sz="1200" dirty="0">
              <a:latin typeface="+mn-lt"/>
              <a:ea typeface="+mn-ea"/>
              <a:cs typeface="+mn-cs"/>
            </a:endParaRPr>
          </a:p>
        </p:txBody>
      </p:sp>
      <p:sp>
        <p:nvSpPr>
          <p:cNvPr id="153" name="Text Placeholder 4">
            <a:extLst>
              <a:ext uri="{FF2B5EF4-FFF2-40B4-BE49-F238E27FC236}">
                <a16:creationId xmlns:a16="http://schemas.microsoft.com/office/drawing/2014/main" id="{EF2F4538-CE44-6DE3-AF86-61CE2163DBB4}"/>
              </a:ext>
            </a:extLst>
          </p:cNvPr>
          <p:cNvSpPr>
            <a:spLocks noGrp="1"/>
          </p:cNvSpPr>
          <p:nvPr>
            <p:custDataLst>
              <p:tags r:id="rId18"/>
            </p:custDataLst>
          </p:nvPr>
        </p:nvSpPr>
        <p:spPr bwMode="gray">
          <a:xfrm>
            <a:off x="901700" y="2654300"/>
            <a:ext cx="247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r">
              <a:spcBef>
                <a:spcPct val="0"/>
              </a:spcBef>
              <a:spcAft>
                <a:spcPct val="0"/>
              </a:spcAft>
            </a:pPr>
            <a:fld id="{C2BC1D8B-858B-4478-A282-786FD49C29D3}" type="datetime'''''''''''''''''''''''''''2''''2''''0'''''''''''''''''">
              <a:rPr lang="sv-SE" altLang="en-US" sz="1200" smtClean="0">
                <a:effectLst/>
                <a:latin typeface="+mn-lt"/>
                <a:ea typeface="+mn-ea"/>
                <a:cs typeface="+mn-cs"/>
              </a:rPr>
              <a:pPr lvl="0" algn="r">
                <a:spcBef>
                  <a:spcPct val="0"/>
                </a:spcBef>
                <a:spcAft>
                  <a:spcPct val="0"/>
                </a:spcAft>
              </a:pPr>
              <a:t>220</a:t>
            </a:fld>
            <a:endParaRPr lang="sv-SE" sz="1200" dirty="0">
              <a:latin typeface="+mn-lt"/>
              <a:ea typeface="+mn-ea"/>
              <a:cs typeface="+mn-cs"/>
            </a:endParaRPr>
          </a:p>
        </p:txBody>
      </p:sp>
      <p:sp>
        <p:nvSpPr>
          <p:cNvPr id="31" name="Text Placeholder 4">
            <a:extLst>
              <a:ext uri="{FF2B5EF4-FFF2-40B4-BE49-F238E27FC236}">
                <a16:creationId xmlns:a16="http://schemas.microsoft.com/office/drawing/2014/main" id="{305E5905-69E7-7B70-2F4C-E480B55D0A7C}"/>
              </a:ext>
            </a:extLst>
          </p:cNvPr>
          <p:cNvSpPr>
            <a:spLocks noGrp="1"/>
          </p:cNvSpPr>
          <p:nvPr>
            <p:custDataLst>
              <p:tags r:id="rId19"/>
            </p:custDataLst>
          </p:nvPr>
        </p:nvSpPr>
        <p:spPr bwMode="auto">
          <a:xfrm>
            <a:off x="1406525" y="5773739"/>
            <a:ext cx="846138"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0DED140-965C-48FD-BB42-9064E887BB23}" type="datetime'P''ASH''A'''' Ba''''nk'' ''(''''''''in''''-ho''''u''s''''''e)'">
              <a:rPr lang="sv-SE" altLang="en-US" sz="1200" smtClean="0">
                <a:latin typeface="+mn-lt"/>
                <a:ea typeface="+mn-ea"/>
                <a:cs typeface="+mn-cs"/>
              </a:rPr>
              <a:pPr/>
              <a:t>PASHA Bank (in-house)</a:t>
            </a:fld>
            <a:endParaRPr lang="sv-SE" sz="1200" dirty="0">
              <a:latin typeface="+mn-lt"/>
              <a:ea typeface="+mn-ea"/>
              <a:cs typeface="+mn-cs"/>
            </a:endParaRPr>
          </a:p>
        </p:txBody>
      </p:sp>
      <p:sp>
        <p:nvSpPr>
          <p:cNvPr id="32" name="Text Placeholder 4">
            <a:extLst>
              <a:ext uri="{FF2B5EF4-FFF2-40B4-BE49-F238E27FC236}">
                <a16:creationId xmlns:a16="http://schemas.microsoft.com/office/drawing/2014/main" id="{5145EEC3-8FEB-FED4-6EB9-DB4F936D8646}"/>
              </a:ext>
            </a:extLst>
          </p:cNvPr>
          <p:cNvSpPr>
            <a:spLocks noGrp="1"/>
          </p:cNvSpPr>
          <p:nvPr>
            <p:custDataLst>
              <p:tags r:id="rId20"/>
            </p:custDataLst>
          </p:nvPr>
        </p:nvSpPr>
        <p:spPr bwMode="auto">
          <a:xfrm>
            <a:off x="2673350" y="5773739"/>
            <a:ext cx="623888"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7814847-1E8E-4CD2-BCFD-6AB2185E8A9E}" type="datetime'3r''''d ''''''''P''a''''rt''y'''' (vend''o''''''''''r'''')'''">
              <a:rPr lang="sv-SE" altLang="en-US" sz="1200" smtClean="0">
                <a:latin typeface="+mn-lt"/>
                <a:ea typeface="+mn-ea"/>
                <a:cs typeface="+mn-cs"/>
              </a:rPr>
              <a:pPr/>
              <a:t>3rd Party (vendor)</a:t>
            </a:fld>
            <a:endParaRPr lang="sv-SE" sz="1200" dirty="0">
              <a:latin typeface="+mn-lt"/>
              <a:ea typeface="+mn-ea"/>
              <a:cs typeface="+mn-cs"/>
            </a:endParaRPr>
          </a:p>
        </p:txBody>
      </p:sp>
      <p:sp>
        <p:nvSpPr>
          <p:cNvPr id="47" name="Text Placeholder 4">
            <a:extLst>
              <a:ext uri="{FF2B5EF4-FFF2-40B4-BE49-F238E27FC236}">
                <a16:creationId xmlns:a16="http://schemas.microsoft.com/office/drawing/2014/main" id="{D5A6B117-8233-BF05-1C36-64BBD0D8AAD0}"/>
              </a:ext>
            </a:extLst>
          </p:cNvPr>
          <p:cNvSpPr>
            <a:spLocks noGrp="1"/>
          </p:cNvSpPr>
          <p:nvPr>
            <p:custDataLst>
              <p:tags r:id="rId21"/>
            </p:custDataLst>
          </p:nvPr>
        </p:nvSpPr>
        <p:spPr bwMode="gray">
          <a:xfrm>
            <a:off x="1881189" y="2644775"/>
            <a:ext cx="3778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104D6C5-3C1F-4D64-B822-2930DB6F8DE6}" type="datetime'''''''''''''''''''''''''''''''2''''''''1''''''''2'''''">
              <a:rPr lang="sv-SE" altLang="en-US" sz="1200" smtClean="0">
                <a:effectLst/>
                <a:latin typeface="+mn-lt"/>
                <a:ea typeface="+mn-ea"/>
                <a:cs typeface="+mn-cs"/>
              </a:rPr>
              <a:pPr lvl="0" algn="ctr">
                <a:spcBef>
                  <a:spcPct val="0"/>
                </a:spcBef>
                <a:spcAft>
                  <a:spcPct val="0"/>
                </a:spcAft>
              </a:pPr>
              <a:t>212</a:t>
            </a:fld>
            <a:r>
              <a:rPr lang="sv-SE" altLang="en-US" sz="1200" dirty="0">
                <a:effectLst/>
                <a:latin typeface="+mn-lt"/>
                <a:ea typeface="+mn-ea"/>
                <a:cs typeface="+mn-cs"/>
              </a:rPr>
              <a:t>h</a:t>
            </a:r>
            <a:endParaRPr lang="sv-SE" sz="1200" dirty="0">
              <a:latin typeface="+mn-lt"/>
              <a:ea typeface="+mn-ea"/>
              <a:cs typeface="+mn-cs"/>
            </a:endParaRPr>
          </a:p>
        </p:txBody>
      </p:sp>
      <p:sp>
        <p:nvSpPr>
          <p:cNvPr id="53" name="Text Placeholder 4">
            <a:extLst>
              <a:ext uri="{FF2B5EF4-FFF2-40B4-BE49-F238E27FC236}">
                <a16:creationId xmlns:a16="http://schemas.microsoft.com/office/drawing/2014/main" id="{89AAE1FB-B35C-362A-E39B-D089053B2DE5}"/>
              </a:ext>
            </a:extLst>
          </p:cNvPr>
          <p:cNvSpPr>
            <a:spLocks noGrp="1"/>
          </p:cNvSpPr>
          <p:nvPr>
            <p:custDataLst>
              <p:tags r:id="rId22"/>
            </p:custDataLst>
          </p:nvPr>
        </p:nvSpPr>
        <p:spPr bwMode="gray">
          <a:xfrm>
            <a:off x="3078164" y="4567238"/>
            <a:ext cx="2952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F9063BE-6B2E-4A54-ABFC-3E6A3601275B}" type="datetime'''''''''''''''''''''''''7''0'''">
              <a:rPr lang="sv-SE" altLang="en-US" sz="1200" smtClean="0">
                <a:effectLst/>
                <a:latin typeface="+mn-lt"/>
                <a:ea typeface="+mn-ea"/>
                <a:cs typeface="+mn-cs"/>
              </a:rPr>
              <a:pPr lvl="0" algn="ctr">
                <a:spcBef>
                  <a:spcPct val="0"/>
                </a:spcBef>
                <a:spcAft>
                  <a:spcPct val="0"/>
                </a:spcAft>
              </a:pPr>
              <a:t>70</a:t>
            </a:fld>
            <a:r>
              <a:rPr lang="sv-SE" altLang="en-US" sz="1200" dirty="0">
                <a:effectLst/>
                <a:latin typeface="+mn-lt"/>
                <a:ea typeface="+mn-ea"/>
                <a:cs typeface="+mn-cs"/>
              </a:rPr>
              <a:t>h</a:t>
            </a:r>
            <a:endParaRPr lang="sv-SE" sz="1200" dirty="0">
              <a:latin typeface="+mn-lt"/>
              <a:ea typeface="+mn-ea"/>
              <a:cs typeface="+mn-cs"/>
            </a:endParaRPr>
          </a:p>
        </p:txBody>
      </p:sp>
      <p:sp>
        <p:nvSpPr>
          <p:cNvPr id="35" name="Rectangle 34">
            <a:extLst>
              <a:ext uri="{FF2B5EF4-FFF2-40B4-BE49-F238E27FC236}">
                <a16:creationId xmlns:a16="http://schemas.microsoft.com/office/drawing/2014/main" id="{3B919640-D238-A19B-4236-ADBCFC313E6C}"/>
              </a:ext>
            </a:extLst>
          </p:cNvPr>
          <p:cNvSpPr/>
          <p:nvPr>
            <p:custDataLst>
              <p:tags r:id="rId23"/>
            </p:custDataLst>
          </p:nvPr>
        </p:nvSpPr>
        <p:spPr bwMode="auto">
          <a:xfrm>
            <a:off x="3211513" y="2114551"/>
            <a:ext cx="138113" cy="138113"/>
          </a:xfrm>
          <a:prstGeom prst="rect">
            <a:avLst/>
          </a:prstGeom>
          <a:solidFill>
            <a:schemeClr val="accent2"/>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6" name="Rectangle 35">
            <a:extLst>
              <a:ext uri="{FF2B5EF4-FFF2-40B4-BE49-F238E27FC236}">
                <a16:creationId xmlns:a16="http://schemas.microsoft.com/office/drawing/2014/main" id="{1EDD985F-6A93-2305-F00F-A39EF8478D72}"/>
              </a:ext>
            </a:extLst>
          </p:cNvPr>
          <p:cNvSpPr/>
          <p:nvPr>
            <p:custDataLst>
              <p:tags r:id="rId24"/>
            </p:custDataLst>
          </p:nvPr>
        </p:nvSpPr>
        <p:spPr bwMode="auto">
          <a:xfrm>
            <a:off x="3211513" y="2317751"/>
            <a:ext cx="138113" cy="138113"/>
          </a:xfrm>
          <a:prstGeom prst="rect">
            <a:avLst/>
          </a:prstGeom>
          <a:solidFill>
            <a:schemeClr val="accent4"/>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28" name="Text Placeholder 4">
            <a:extLst>
              <a:ext uri="{FF2B5EF4-FFF2-40B4-BE49-F238E27FC236}">
                <a16:creationId xmlns:a16="http://schemas.microsoft.com/office/drawing/2014/main" id="{09381E18-2D3A-91AE-7A57-939B789AFD14}"/>
              </a:ext>
            </a:extLst>
          </p:cNvPr>
          <p:cNvSpPr>
            <a:spLocks noGrp="1"/>
          </p:cNvSpPr>
          <p:nvPr>
            <p:custDataLst>
              <p:tags r:id="rId25"/>
            </p:custDataLst>
          </p:nvPr>
        </p:nvSpPr>
        <p:spPr bwMode="auto">
          <a:xfrm>
            <a:off x="3400425" y="2111375"/>
            <a:ext cx="5143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effectLst/>
                <a:latin typeface="+mn-lt"/>
              </a:rPr>
              <a:t>Incidents</a:t>
            </a:r>
            <a:endParaRPr lang="sv-SE" sz="1000" dirty="0">
              <a:latin typeface="+mn-lt"/>
            </a:endParaRPr>
          </a:p>
        </p:txBody>
      </p:sp>
      <p:sp>
        <p:nvSpPr>
          <p:cNvPr id="30" name="Text Placeholder 4">
            <a:extLst>
              <a:ext uri="{FF2B5EF4-FFF2-40B4-BE49-F238E27FC236}">
                <a16:creationId xmlns:a16="http://schemas.microsoft.com/office/drawing/2014/main" id="{15DBB387-5272-B58C-C434-397A7B4BF643}"/>
              </a:ext>
            </a:extLst>
          </p:cNvPr>
          <p:cNvSpPr>
            <a:spLocks noGrp="1"/>
          </p:cNvSpPr>
          <p:nvPr>
            <p:custDataLst>
              <p:tags r:id="rId26"/>
            </p:custDataLst>
          </p:nvPr>
        </p:nvSpPr>
        <p:spPr bwMode="auto">
          <a:xfrm>
            <a:off x="3400425" y="2314575"/>
            <a:ext cx="87630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r>
              <a:rPr lang="sv-SE" altLang="en-US" sz="1000" dirty="0">
                <a:effectLst/>
                <a:latin typeface="+mn-lt"/>
              </a:rPr>
              <a:t>Downtime (hrs)</a:t>
            </a:r>
            <a:endParaRPr lang="sv-SE" sz="1000" dirty="0">
              <a:latin typeface="+mn-lt"/>
            </a:endParaRPr>
          </a:p>
        </p:txBody>
      </p:sp>
      <p:graphicFrame>
        <p:nvGraphicFramePr>
          <p:cNvPr id="14" name="Chart 13">
            <a:extLst>
              <a:ext uri="{FF2B5EF4-FFF2-40B4-BE49-F238E27FC236}">
                <a16:creationId xmlns:a16="http://schemas.microsoft.com/office/drawing/2014/main" id="{BEBE9F35-CA65-0B63-98DA-1FD5AB165B68}"/>
              </a:ext>
            </a:extLst>
          </p:cNvPr>
          <p:cNvGraphicFramePr/>
          <p:nvPr>
            <p:custDataLst>
              <p:tags r:id="rId27"/>
            </p:custDataLst>
          </p:nvPr>
        </p:nvGraphicFramePr>
        <p:xfrm>
          <a:off x="6451600" y="2662238"/>
          <a:ext cx="1816100" cy="3317875"/>
        </p:xfrm>
        <a:graphic>
          <a:graphicData uri="http://schemas.openxmlformats.org/drawingml/2006/chart">
            <c:chart xmlns:c="http://schemas.openxmlformats.org/drawingml/2006/chart" xmlns:r="http://schemas.openxmlformats.org/officeDocument/2006/relationships" r:id="rId54"/>
          </a:graphicData>
        </a:graphic>
      </p:graphicFrame>
      <p:sp>
        <p:nvSpPr>
          <p:cNvPr id="182" name="Text Placeholder 4">
            <a:extLst>
              <a:ext uri="{FF2B5EF4-FFF2-40B4-BE49-F238E27FC236}">
                <a16:creationId xmlns:a16="http://schemas.microsoft.com/office/drawing/2014/main" id="{C89BAD76-D3C3-95B5-95B1-A1562B0A7864}"/>
              </a:ext>
            </a:extLst>
          </p:cNvPr>
          <p:cNvSpPr>
            <a:spLocks noGrp="1"/>
          </p:cNvSpPr>
          <p:nvPr>
            <p:custDataLst>
              <p:tags r:id="rId28"/>
            </p:custDataLst>
          </p:nvPr>
        </p:nvSpPr>
        <p:spPr bwMode="gray">
          <a:xfrm>
            <a:off x="6492875" y="5948363"/>
            <a:ext cx="82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32EAEAB-009D-4CD7-8882-AACD2FB74207}" type="datetime'''''''''''''0'''''''''''''''''''''''''''''">
              <a:rPr lang="sv-SE" altLang="en-US" sz="1200" smtClean="0">
                <a:effectLst/>
                <a:latin typeface="+mn-lt"/>
                <a:ea typeface="+mn-ea"/>
                <a:cs typeface="+mn-cs"/>
              </a:rPr>
              <a:pPr lvl="0" algn="ctr">
                <a:spcBef>
                  <a:spcPct val="0"/>
                </a:spcBef>
                <a:spcAft>
                  <a:spcPct val="0"/>
                </a:spcAft>
              </a:pPr>
              <a:t>0</a:t>
            </a:fld>
            <a:endParaRPr lang="sv-SE" sz="1200" dirty="0">
              <a:latin typeface="+mn-lt"/>
              <a:ea typeface="+mn-ea"/>
              <a:cs typeface="+mn-cs"/>
            </a:endParaRPr>
          </a:p>
        </p:txBody>
      </p:sp>
      <p:sp>
        <p:nvSpPr>
          <p:cNvPr id="183" name="Text Placeholder 4">
            <a:extLst>
              <a:ext uri="{FF2B5EF4-FFF2-40B4-BE49-F238E27FC236}">
                <a16:creationId xmlns:a16="http://schemas.microsoft.com/office/drawing/2014/main" id="{26CACB5E-D19B-85EA-2FB8-F5769FAA83F5}"/>
              </a:ext>
            </a:extLst>
          </p:cNvPr>
          <p:cNvSpPr>
            <a:spLocks noGrp="1"/>
          </p:cNvSpPr>
          <p:nvPr>
            <p:custDataLst>
              <p:tags r:id="rId29"/>
            </p:custDataLst>
          </p:nvPr>
        </p:nvSpPr>
        <p:spPr bwMode="gray">
          <a:xfrm>
            <a:off x="6781800" y="594836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4F5D83A-1F64-4D6D-AE9F-DD5663A6DA65}" type="datetime'''''''''''''''''''10'''''">
              <a:rPr lang="sv-SE" altLang="en-US" sz="1200" smtClean="0">
                <a:effectLst/>
                <a:latin typeface="+mn-lt"/>
                <a:ea typeface="+mn-ea"/>
                <a:cs typeface="+mn-cs"/>
              </a:rPr>
              <a:pPr lvl="0" algn="ctr">
                <a:spcBef>
                  <a:spcPct val="0"/>
                </a:spcBef>
                <a:spcAft>
                  <a:spcPct val="0"/>
                </a:spcAft>
              </a:pPr>
              <a:t>10</a:t>
            </a:fld>
            <a:endParaRPr lang="sv-SE" sz="1200" dirty="0">
              <a:latin typeface="+mn-lt"/>
              <a:ea typeface="+mn-ea"/>
              <a:cs typeface="+mn-cs"/>
            </a:endParaRPr>
          </a:p>
        </p:txBody>
      </p:sp>
      <p:sp>
        <p:nvSpPr>
          <p:cNvPr id="184" name="Text Placeholder 4">
            <a:extLst>
              <a:ext uri="{FF2B5EF4-FFF2-40B4-BE49-F238E27FC236}">
                <a16:creationId xmlns:a16="http://schemas.microsoft.com/office/drawing/2014/main" id="{F6E829D1-5926-76C5-0F44-E32DBFF0EAD8}"/>
              </a:ext>
            </a:extLst>
          </p:cNvPr>
          <p:cNvSpPr>
            <a:spLocks noGrp="1"/>
          </p:cNvSpPr>
          <p:nvPr>
            <p:custDataLst>
              <p:tags r:id="rId30"/>
            </p:custDataLst>
          </p:nvPr>
        </p:nvSpPr>
        <p:spPr bwMode="gray">
          <a:xfrm>
            <a:off x="7112000" y="594836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4FEC28D-05A1-4550-8C7A-A909630C5921}" type="datetime'''''''2''''''''''''''''''''''0'''''''''''''''''''''''''">
              <a:rPr lang="sv-SE" altLang="en-US" sz="1200" smtClean="0">
                <a:effectLst/>
                <a:latin typeface="+mn-lt"/>
                <a:ea typeface="+mn-ea"/>
                <a:cs typeface="+mn-cs"/>
              </a:rPr>
              <a:pPr lvl="0" algn="ctr">
                <a:spcBef>
                  <a:spcPct val="0"/>
                </a:spcBef>
                <a:spcAft>
                  <a:spcPct val="0"/>
                </a:spcAft>
              </a:pPr>
              <a:t>20</a:t>
            </a:fld>
            <a:endParaRPr lang="sv-SE" sz="1200" dirty="0">
              <a:latin typeface="+mn-lt"/>
              <a:ea typeface="+mn-ea"/>
              <a:cs typeface="+mn-cs"/>
            </a:endParaRPr>
          </a:p>
        </p:txBody>
      </p:sp>
      <p:sp>
        <p:nvSpPr>
          <p:cNvPr id="185" name="Text Placeholder 4">
            <a:extLst>
              <a:ext uri="{FF2B5EF4-FFF2-40B4-BE49-F238E27FC236}">
                <a16:creationId xmlns:a16="http://schemas.microsoft.com/office/drawing/2014/main" id="{8B9AC8AF-8FED-7F7B-E038-E3D0C5BBAB1F}"/>
              </a:ext>
            </a:extLst>
          </p:cNvPr>
          <p:cNvSpPr>
            <a:spLocks noGrp="1"/>
          </p:cNvSpPr>
          <p:nvPr>
            <p:custDataLst>
              <p:tags r:id="rId31"/>
            </p:custDataLst>
          </p:nvPr>
        </p:nvSpPr>
        <p:spPr bwMode="gray">
          <a:xfrm>
            <a:off x="7442200" y="594836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7975ADCA-2371-46E7-BD28-D31ABA43466B}" type="datetime'''''''''''''3''''''''0'''''''''''''''''''''">
              <a:rPr lang="sv-SE" altLang="en-US" sz="1200" smtClean="0">
                <a:effectLst/>
                <a:latin typeface="+mn-lt"/>
                <a:ea typeface="+mn-ea"/>
                <a:cs typeface="+mn-cs"/>
              </a:rPr>
              <a:pPr lvl="0" algn="ctr">
                <a:spcBef>
                  <a:spcPct val="0"/>
                </a:spcBef>
                <a:spcAft>
                  <a:spcPct val="0"/>
                </a:spcAft>
              </a:pPr>
              <a:t>30</a:t>
            </a:fld>
            <a:endParaRPr lang="sv-SE" sz="1200" dirty="0">
              <a:latin typeface="+mn-lt"/>
              <a:ea typeface="+mn-ea"/>
              <a:cs typeface="+mn-cs"/>
            </a:endParaRPr>
          </a:p>
        </p:txBody>
      </p:sp>
      <p:sp>
        <p:nvSpPr>
          <p:cNvPr id="186" name="Text Placeholder 4">
            <a:extLst>
              <a:ext uri="{FF2B5EF4-FFF2-40B4-BE49-F238E27FC236}">
                <a16:creationId xmlns:a16="http://schemas.microsoft.com/office/drawing/2014/main" id="{05C5BA81-7C7B-2C1F-15AA-FBDC654318DB}"/>
              </a:ext>
            </a:extLst>
          </p:cNvPr>
          <p:cNvSpPr>
            <a:spLocks noGrp="1"/>
          </p:cNvSpPr>
          <p:nvPr>
            <p:custDataLst>
              <p:tags r:id="rId32"/>
            </p:custDataLst>
          </p:nvPr>
        </p:nvSpPr>
        <p:spPr bwMode="gray">
          <a:xfrm>
            <a:off x="7772400" y="594836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146F7FD6-F318-4079-9BCE-3C11D955E665}" type="datetime'''''''''4''''0'''''''''''''''''''">
              <a:rPr lang="sv-SE" altLang="en-US" sz="1200" smtClean="0">
                <a:effectLst/>
                <a:latin typeface="+mn-lt"/>
                <a:ea typeface="+mn-ea"/>
                <a:cs typeface="+mn-cs"/>
              </a:rPr>
              <a:pPr lvl="0" algn="ctr">
                <a:spcBef>
                  <a:spcPct val="0"/>
                </a:spcBef>
                <a:spcAft>
                  <a:spcPct val="0"/>
                </a:spcAft>
              </a:pPr>
              <a:t>40</a:t>
            </a:fld>
            <a:endParaRPr lang="sv-SE" sz="1200" dirty="0">
              <a:latin typeface="+mn-lt"/>
              <a:ea typeface="+mn-ea"/>
              <a:cs typeface="+mn-cs"/>
            </a:endParaRPr>
          </a:p>
        </p:txBody>
      </p:sp>
      <p:sp>
        <p:nvSpPr>
          <p:cNvPr id="187" name="Text Placeholder 4">
            <a:extLst>
              <a:ext uri="{FF2B5EF4-FFF2-40B4-BE49-F238E27FC236}">
                <a16:creationId xmlns:a16="http://schemas.microsoft.com/office/drawing/2014/main" id="{FCB8340D-3B15-2029-2741-0C90FB9F6D7B}"/>
              </a:ext>
            </a:extLst>
          </p:cNvPr>
          <p:cNvSpPr>
            <a:spLocks noGrp="1"/>
          </p:cNvSpPr>
          <p:nvPr>
            <p:custDataLst>
              <p:tags r:id="rId33"/>
            </p:custDataLst>
          </p:nvPr>
        </p:nvSpPr>
        <p:spPr bwMode="gray">
          <a:xfrm>
            <a:off x="8102600" y="5948363"/>
            <a:ext cx="165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9F93DDB-7AF5-4012-A4EE-9B5E40CC5049}" type="datetime'''''''''5''''''''''''''''''''''0'''''''''''''''''">
              <a:rPr lang="sv-SE" altLang="en-US" sz="1200" smtClean="0">
                <a:effectLst/>
                <a:latin typeface="+mn-lt"/>
                <a:ea typeface="+mn-ea"/>
                <a:cs typeface="+mn-cs"/>
              </a:rPr>
              <a:pPr lvl="0" algn="ctr">
                <a:spcBef>
                  <a:spcPct val="0"/>
                </a:spcBef>
                <a:spcAft>
                  <a:spcPct val="0"/>
                </a:spcAft>
              </a:pPr>
              <a:t>50</a:t>
            </a:fld>
            <a:endParaRPr lang="sv-SE" sz="1200" dirty="0">
              <a:latin typeface="+mn-lt"/>
              <a:ea typeface="+mn-ea"/>
              <a:cs typeface="+mn-cs"/>
            </a:endParaRPr>
          </a:p>
        </p:txBody>
      </p:sp>
      <p:sp>
        <p:nvSpPr>
          <p:cNvPr id="75" name="Text Placeholder 4">
            <a:extLst>
              <a:ext uri="{FF2B5EF4-FFF2-40B4-BE49-F238E27FC236}">
                <a16:creationId xmlns:a16="http://schemas.microsoft.com/office/drawing/2014/main" id="{D4334ED0-F3B1-EFE3-772C-9B02425648A4}"/>
              </a:ext>
            </a:extLst>
          </p:cNvPr>
          <p:cNvSpPr>
            <a:spLocks noGrp="1"/>
          </p:cNvSpPr>
          <p:nvPr>
            <p:custDataLst>
              <p:tags r:id="rId34"/>
            </p:custDataLst>
          </p:nvPr>
        </p:nvSpPr>
        <p:spPr bwMode="auto">
          <a:xfrm>
            <a:off x="4889500" y="2825750"/>
            <a:ext cx="1055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7C7E9A1-DE29-4778-B86B-FBDEBC719D8E}" type="datetime'''''N''''''e''w'' ''I''nt''''''''er''net ''''''B''''a''nk'">
              <a:rPr lang="sv-SE" altLang="en-US" sz="1000" smtClean="0">
                <a:latin typeface="+mn-lt"/>
                <a:ea typeface="+mn-ea"/>
                <a:cs typeface="+mn-cs"/>
              </a:rPr>
              <a:pPr/>
              <a:t>New Internet Bank</a:t>
            </a:fld>
            <a:endParaRPr lang="sv-SE" sz="1000" dirty="0">
              <a:latin typeface="+mn-lt"/>
              <a:ea typeface="+mn-ea"/>
              <a:cs typeface="+mn-cs"/>
            </a:endParaRPr>
          </a:p>
        </p:txBody>
      </p:sp>
      <p:sp>
        <p:nvSpPr>
          <p:cNvPr id="77" name="Text Placeholder 4">
            <a:extLst>
              <a:ext uri="{FF2B5EF4-FFF2-40B4-BE49-F238E27FC236}">
                <a16:creationId xmlns:a16="http://schemas.microsoft.com/office/drawing/2014/main" id="{D2C11A6B-FE8D-7FC5-0EC0-F0EDDE607267}"/>
              </a:ext>
            </a:extLst>
          </p:cNvPr>
          <p:cNvSpPr>
            <a:spLocks noGrp="1"/>
          </p:cNvSpPr>
          <p:nvPr>
            <p:custDataLst>
              <p:tags r:id="rId35"/>
            </p:custDataLst>
          </p:nvPr>
        </p:nvSpPr>
        <p:spPr bwMode="auto">
          <a:xfrm>
            <a:off x="4889500" y="3141663"/>
            <a:ext cx="13874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E968F05-81FC-4F22-97E3-A8517E35395F}" type="datetime'PASH''A'' ''R''etail'' ''Mo''b''il''''e ''''''''A''p''''''p'''">
              <a:rPr lang="sv-SE" altLang="en-US" sz="1000" smtClean="0">
                <a:latin typeface="+mn-lt"/>
                <a:ea typeface="+mn-ea"/>
                <a:cs typeface="+mn-cs"/>
              </a:rPr>
              <a:pPr/>
              <a:t>PASHA Retail Mobile App</a:t>
            </a:fld>
            <a:endParaRPr lang="sv-SE" sz="1000" dirty="0">
              <a:latin typeface="+mn-lt"/>
              <a:ea typeface="+mn-ea"/>
              <a:cs typeface="+mn-cs"/>
            </a:endParaRPr>
          </a:p>
        </p:txBody>
      </p:sp>
      <p:sp>
        <p:nvSpPr>
          <p:cNvPr id="78" name="Text Placeholder 4">
            <a:extLst>
              <a:ext uri="{FF2B5EF4-FFF2-40B4-BE49-F238E27FC236}">
                <a16:creationId xmlns:a16="http://schemas.microsoft.com/office/drawing/2014/main" id="{5CA0A76A-BCEB-C9CC-8B1D-219706EBD222}"/>
              </a:ext>
            </a:extLst>
          </p:cNvPr>
          <p:cNvSpPr>
            <a:spLocks noGrp="1"/>
          </p:cNvSpPr>
          <p:nvPr>
            <p:custDataLst>
              <p:tags r:id="rId36"/>
            </p:custDataLst>
          </p:nvPr>
        </p:nvSpPr>
        <p:spPr bwMode="auto">
          <a:xfrm>
            <a:off x="4889500" y="3455988"/>
            <a:ext cx="1558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DFC2D61-F8BD-428E-BF7C-6A0969ED19C2}" type="datetime'''PASH''A'' Busin''e''''s''s ''Mo''''b''''il''''e'' ''''Ap''p'">
              <a:rPr lang="sv-SE" altLang="en-US" sz="1000" smtClean="0">
                <a:latin typeface="+mn-lt"/>
                <a:ea typeface="+mn-ea"/>
                <a:cs typeface="+mn-cs"/>
              </a:rPr>
              <a:pPr/>
              <a:t>PASHA Business Mobile App</a:t>
            </a:fld>
            <a:endParaRPr lang="sv-SE" sz="1000" dirty="0">
              <a:latin typeface="+mn-lt"/>
              <a:ea typeface="+mn-ea"/>
              <a:cs typeface="+mn-cs"/>
            </a:endParaRPr>
          </a:p>
        </p:txBody>
      </p:sp>
      <p:sp>
        <p:nvSpPr>
          <p:cNvPr id="87" name="Text Placeholder 4">
            <a:extLst>
              <a:ext uri="{FF2B5EF4-FFF2-40B4-BE49-F238E27FC236}">
                <a16:creationId xmlns:a16="http://schemas.microsoft.com/office/drawing/2014/main" id="{EAEC4E5E-49F7-9F2F-505A-51C077954199}"/>
              </a:ext>
            </a:extLst>
          </p:cNvPr>
          <p:cNvSpPr>
            <a:spLocks noGrp="1"/>
          </p:cNvSpPr>
          <p:nvPr>
            <p:custDataLst>
              <p:tags r:id="rId37"/>
            </p:custDataLst>
          </p:nvPr>
        </p:nvSpPr>
        <p:spPr bwMode="auto">
          <a:xfrm>
            <a:off x="4889500" y="3771900"/>
            <a:ext cx="9858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F459AF4-B111-4596-97CF-FA522D94AAEE}" type="datetime'''H2H wit''''h'''''''' ''A''ze''''rc''e''''''''l''''''''l'''''">
              <a:rPr lang="sv-SE" altLang="en-US" sz="1000" smtClean="0">
                <a:latin typeface="+mn-lt"/>
                <a:ea typeface="+mn-ea"/>
                <a:cs typeface="+mn-cs"/>
              </a:rPr>
              <a:pPr/>
              <a:t>H2H with Azercell</a:t>
            </a:fld>
            <a:endParaRPr lang="sv-SE" sz="1000" dirty="0">
              <a:latin typeface="+mn-lt"/>
              <a:ea typeface="+mn-ea"/>
              <a:cs typeface="+mn-cs"/>
            </a:endParaRPr>
          </a:p>
        </p:txBody>
      </p:sp>
      <p:sp>
        <p:nvSpPr>
          <p:cNvPr id="88" name="Text Placeholder 4">
            <a:extLst>
              <a:ext uri="{FF2B5EF4-FFF2-40B4-BE49-F238E27FC236}">
                <a16:creationId xmlns:a16="http://schemas.microsoft.com/office/drawing/2014/main" id="{60CF997D-48E6-68DE-3C2A-9935133E22B2}"/>
              </a:ext>
            </a:extLst>
          </p:cNvPr>
          <p:cNvSpPr>
            <a:spLocks noGrp="1"/>
          </p:cNvSpPr>
          <p:nvPr>
            <p:custDataLst>
              <p:tags r:id="rId38"/>
            </p:custDataLst>
          </p:nvPr>
        </p:nvSpPr>
        <p:spPr bwMode="auto">
          <a:xfrm>
            <a:off x="4889500" y="4086225"/>
            <a:ext cx="7318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2A0BB90-0B3B-477A-AE6F-4F94B026764F}" type="datetime'H''2''H'''''''''' w''''''''i''''t''''''''''''''h M''''''C'''''">
              <a:rPr lang="sv-SE" altLang="en-US" sz="1000" smtClean="0">
                <a:latin typeface="+mn-lt"/>
                <a:ea typeface="+mn-ea"/>
                <a:cs typeface="+mn-cs"/>
              </a:rPr>
              <a:pPr/>
              <a:t>H2H with MC</a:t>
            </a:fld>
            <a:endParaRPr lang="sv-SE" sz="1000" dirty="0">
              <a:latin typeface="+mn-lt"/>
              <a:ea typeface="+mn-ea"/>
              <a:cs typeface="+mn-cs"/>
            </a:endParaRPr>
          </a:p>
        </p:txBody>
      </p:sp>
      <p:sp>
        <p:nvSpPr>
          <p:cNvPr id="89" name="Text Placeholder 4">
            <a:extLst>
              <a:ext uri="{FF2B5EF4-FFF2-40B4-BE49-F238E27FC236}">
                <a16:creationId xmlns:a16="http://schemas.microsoft.com/office/drawing/2014/main" id="{561926CD-840F-A3AF-CF2D-6302524125A0}"/>
              </a:ext>
            </a:extLst>
          </p:cNvPr>
          <p:cNvSpPr>
            <a:spLocks noGrp="1"/>
          </p:cNvSpPr>
          <p:nvPr>
            <p:custDataLst>
              <p:tags r:id="rId39"/>
            </p:custDataLst>
          </p:nvPr>
        </p:nvSpPr>
        <p:spPr bwMode="auto">
          <a:xfrm>
            <a:off x="4889500" y="4402138"/>
            <a:ext cx="89217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B194C97-3122-4E72-BDF1-0839910F51C2}" type="datetime'''''''''''Ca''r''d P''roc''''''''essi''n''g'''">
              <a:rPr lang="sv-SE" altLang="en-US" sz="1000" smtClean="0">
                <a:latin typeface="+mn-lt"/>
                <a:ea typeface="+mn-ea"/>
                <a:cs typeface="+mn-cs"/>
              </a:rPr>
              <a:pPr/>
              <a:t>Card Processing</a:t>
            </a:fld>
            <a:endParaRPr lang="sv-SE" sz="1000" dirty="0">
              <a:latin typeface="+mn-lt"/>
              <a:ea typeface="+mn-ea"/>
              <a:cs typeface="+mn-cs"/>
            </a:endParaRPr>
          </a:p>
        </p:txBody>
      </p:sp>
      <p:sp>
        <p:nvSpPr>
          <p:cNvPr id="90" name="Text Placeholder 4">
            <a:extLst>
              <a:ext uri="{FF2B5EF4-FFF2-40B4-BE49-F238E27FC236}">
                <a16:creationId xmlns:a16="http://schemas.microsoft.com/office/drawing/2014/main" id="{AFF95487-2EC1-DEEE-36A1-0E4F84447A9C}"/>
              </a:ext>
            </a:extLst>
          </p:cNvPr>
          <p:cNvSpPr>
            <a:spLocks noGrp="1"/>
          </p:cNvSpPr>
          <p:nvPr>
            <p:custDataLst>
              <p:tags r:id="rId40"/>
            </p:custDataLst>
          </p:nvPr>
        </p:nvSpPr>
        <p:spPr bwMode="auto">
          <a:xfrm>
            <a:off x="4889500" y="4718050"/>
            <a:ext cx="12493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FF02118-CFD7-4DD9-AD50-8E2F212D628C}" type="datetime'H2H ''''''''''''wi''th'' B''KM'' ''''''''''(''''CBAR)'''''''''">
              <a:rPr lang="sv-SE" altLang="en-US" sz="1000" smtClean="0">
                <a:latin typeface="+mn-lt"/>
                <a:ea typeface="+mn-ea"/>
                <a:cs typeface="+mn-cs"/>
              </a:rPr>
              <a:pPr/>
              <a:t>H2H with BKM (CBAR)</a:t>
            </a:fld>
            <a:endParaRPr lang="sv-SE" sz="1000" dirty="0">
              <a:latin typeface="+mn-lt"/>
              <a:ea typeface="+mn-ea"/>
              <a:cs typeface="+mn-cs"/>
            </a:endParaRPr>
          </a:p>
        </p:txBody>
      </p:sp>
      <p:sp>
        <p:nvSpPr>
          <p:cNvPr id="91" name="Text Placeholder 4">
            <a:extLst>
              <a:ext uri="{FF2B5EF4-FFF2-40B4-BE49-F238E27FC236}">
                <a16:creationId xmlns:a16="http://schemas.microsoft.com/office/drawing/2014/main" id="{017DE570-D9DC-FA95-52CE-77A045F938B4}"/>
              </a:ext>
            </a:extLst>
          </p:cNvPr>
          <p:cNvSpPr>
            <a:spLocks noGrp="1"/>
          </p:cNvSpPr>
          <p:nvPr>
            <p:custDataLst>
              <p:tags r:id="rId41"/>
            </p:custDataLst>
          </p:nvPr>
        </p:nvSpPr>
        <p:spPr bwMode="auto">
          <a:xfrm>
            <a:off x="4889500" y="5032375"/>
            <a:ext cx="13255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FC6CE11-771D-4B39-AD69-F1C1A1B132B7}" type="datetime'Q''''''''''''R'''''' ''''''''pa''yment''''s P''''ashaPay'''''">
              <a:rPr lang="sv-SE" altLang="en-US" sz="1000" smtClean="0">
                <a:latin typeface="+mn-lt"/>
                <a:ea typeface="+mn-ea"/>
                <a:cs typeface="+mn-cs"/>
              </a:rPr>
              <a:pPr/>
              <a:t>QR payments PashaPay</a:t>
            </a:fld>
            <a:endParaRPr lang="sv-SE" sz="1000" dirty="0">
              <a:latin typeface="+mn-lt"/>
              <a:ea typeface="+mn-ea"/>
              <a:cs typeface="+mn-cs"/>
            </a:endParaRPr>
          </a:p>
        </p:txBody>
      </p:sp>
      <p:sp>
        <p:nvSpPr>
          <p:cNvPr id="92" name="Text Placeholder 4">
            <a:extLst>
              <a:ext uri="{FF2B5EF4-FFF2-40B4-BE49-F238E27FC236}">
                <a16:creationId xmlns:a16="http://schemas.microsoft.com/office/drawing/2014/main" id="{FA848013-A5D9-41A1-A7C3-541EB0CB0FD6}"/>
              </a:ext>
            </a:extLst>
          </p:cNvPr>
          <p:cNvSpPr>
            <a:spLocks noGrp="1"/>
          </p:cNvSpPr>
          <p:nvPr>
            <p:custDataLst>
              <p:tags r:id="rId42"/>
            </p:custDataLst>
          </p:nvPr>
        </p:nvSpPr>
        <p:spPr bwMode="auto">
          <a:xfrm>
            <a:off x="4889500" y="5348288"/>
            <a:ext cx="13731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E0E9C7A-D5A9-4475-8BAA-7D1D26A64B9C}" type="datetime'C''o''''r''e'' ''''B''a''nking (F''l''e''xcu''''b''''''e'''')'">
              <a:rPr lang="sv-SE" altLang="en-US" sz="1000" smtClean="0">
                <a:latin typeface="+mn-lt"/>
                <a:ea typeface="+mn-ea"/>
                <a:cs typeface="+mn-cs"/>
              </a:rPr>
              <a:pPr/>
              <a:t>Core Banking (Flexcube)</a:t>
            </a:fld>
            <a:endParaRPr lang="sv-SE" sz="1000" dirty="0">
              <a:latin typeface="+mn-lt"/>
              <a:ea typeface="+mn-ea"/>
              <a:cs typeface="+mn-cs"/>
            </a:endParaRPr>
          </a:p>
        </p:txBody>
      </p:sp>
      <p:sp>
        <p:nvSpPr>
          <p:cNvPr id="93" name="Text Placeholder 4">
            <a:extLst>
              <a:ext uri="{FF2B5EF4-FFF2-40B4-BE49-F238E27FC236}">
                <a16:creationId xmlns:a16="http://schemas.microsoft.com/office/drawing/2014/main" id="{9F0F1301-9D67-0DCB-1AE9-8C9C1EDD7935}"/>
              </a:ext>
            </a:extLst>
          </p:cNvPr>
          <p:cNvSpPr>
            <a:spLocks noGrp="1"/>
          </p:cNvSpPr>
          <p:nvPr>
            <p:custDataLst>
              <p:tags r:id="rId43"/>
            </p:custDataLst>
          </p:nvPr>
        </p:nvSpPr>
        <p:spPr bwMode="auto">
          <a:xfrm>
            <a:off x="4889500" y="5662613"/>
            <a:ext cx="4873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036C5EB-97BC-4B7D-9218-4FFADF7C9EF0}" type="datetime'''V''''''''is''''''a'''''''''''' ''''''B2''B'''''''''''">
              <a:rPr lang="sv-SE" altLang="en-US" sz="1000" smtClean="0">
                <a:latin typeface="+mn-lt"/>
                <a:ea typeface="+mn-ea"/>
                <a:cs typeface="+mn-cs"/>
              </a:rPr>
              <a:pPr/>
              <a:t>Visa B2B</a:t>
            </a:fld>
            <a:endParaRPr lang="sv-SE" sz="1000" dirty="0">
              <a:latin typeface="+mn-lt"/>
              <a:ea typeface="+mn-ea"/>
              <a:cs typeface="+mn-cs"/>
            </a:endParaRPr>
          </a:p>
        </p:txBody>
      </p:sp>
      <p:sp>
        <p:nvSpPr>
          <p:cNvPr id="131" name="Rectangle 130">
            <a:extLst>
              <a:ext uri="{FF2B5EF4-FFF2-40B4-BE49-F238E27FC236}">
                <a16:creationId xmlns:a16="http://schemas.microsoft.com/office/drawing/2014/main" id="{0B700DB3-69C1-85E2-0121-B1E935185BBA}"/>
              </a:ext>
            </a:extLst>
          </p:cNvPr>
          <p:cNvSpPr/>
          <p:nvPr>
            <p:custDataLst>
              <p:tags r:id="rId44"/>
            </p:custDataLst>
          </p:nvPr>
        </p:nvSpPr>
        <p:spPr bwMode="auto">
          <a:xfrm>
            <a:off x="6384925" y="2114551"/>
            <a:ext cx="138113" cy="138113"/>
          </a:xfrm>
          <a:prstGeom prst="rect">
            <a:avLst/>
          </a:prstGeom>
          <a:solidFill>
            <a:schemeClr val="accent2"/>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32" name="Rectangle 131">
            <a:extLst>
              <a:ext uri="{FF2B5EF4-FFF2-40B4-BE49-F238E27FC236}">
                <a16:creationId xmlns:a16="http://schemas.microsoft.com/office/drawing/2014/main" id="{C8E619DC-C773-A02E-7BF7-54838F145F47}"/>
              </a:ext>
            </a:extLst>
          </p:cNvPr>
          <p:cNvSpPr/>
          <p:nvPr>
            <p:custDataLst>
              <p:tags r:id="rId45"/>
            </p:custDataLst>
          </p:nvPr>
        </p:nvSpPr>
        <p:spPr bwMode="auto">
          <a:xfrm>
            <a:off x="6384925" y="2317750"/>
            <a:ext cx="138113" cy="138113"/>
          </a:xfrm>
          <a:prstGeom prst="rect">
            <a:avLst/>
          </a:prstGeom>
          <a:solidFill>
            <a:schemeClr val="accent4"/>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81" name="Text Placeholder 4">
            <a:extLst>
              <a:ext uri="{FF2B5EF4-FFF2-40B4-BE49-F238E27FC236}">
                <a16:creationId xmlns:a16="http://schemas.microsoft.com/office/drawing/2014/main" id="{E88FEE1D-F5F2-EB9E-A27E-CE3D1874C907}"/>
              </a:ext>
            </a:extLst>
          </p:cNvPr>
          <p:cNvSpPr>
            <a:spLocks noGrp="1"/>
          </p:cNvSpPr>
          <p:nvPr>
            <p:custDataLst>
              <p:tags r:id="rId46"/>
            </p:custDataLst>
          </p:nvPr>
        </p:nvSpPr>
        <p:spPr bwMode="auto">
          <a:xfrm>
            <a:off x="6573838" y="2111375"/>
            <a:ext cx="18494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F54ECC0-C975-4A84-A013-F98264A4E245}" type="datetime'PAS''HA ''Ba''nk ''(''in''-''house)'' ''i''n''cide''nt''''s'''">
              <a:rPr lang="sv-SE" altLang="en-US" sz="1000" smtClean="0">
                <a:latin typeface="+mn-lt"/>
              </a:rPr>
              <a:pPr/>
              <a:t>PASHA Bank (in-house) incidents</a:t>
            </a:fld>
            <a:endParaRPr lang="sv-SE" sz="1000" dirty="0">
              <a:latin typeface="+mn-lt"/>
            </a:endParaRPr>
          </a:p>
        </p:txBody>
      </p:sp>
      <p:sp>
        <p:nvSpPr>
          <p:cNvPr id="80" name="Text Placeholder 4">
            <a:extLst>
              <a:ext uri="{FF2B5EF4-FFF2-40B4-BE49-F238E27FC236}">
                <a16:creationId xmlns:a16="http://schemas.microsoft.com/office/drawing/2014/main" id="{114972E1-E791-C8AC-DA77-74017EA313FC}"/>
              </a:ext>
            </a:extLst>
          </p:cNvPr>
          <p:cNvSpPr>
            <a:spLocks noGrp="1"/>
          </p:cNvSpPr>
          <p:nvPr>
            <p:custDataLst>
              <p:tags r:id="rId47"/>
            </p:custDataLst>
          </p:nvPr>
        </p:nvSpPr>
        <p:spPr bwMode="auto">
          <a:xfrm>
            <a:off x="6573838" y="2314575"/>
            <a:ext cx="157321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8295AB7-5A3E-4B0D-BE37-698040CF1D45}" type="datetime'3rd ''''''Party (vendor'''')'''' inc''''''iden''''''''''t''s'">
              <a:rPr lang="sv-SE" altLang="en-US" sz="1000" smtClean="0">
                <a:latin typeface="+mn-lt"/>
              </a:rPr>
              <a:pPr/>
              <a:t>3rd Party (vendor) incidents</a:t>
            </a:fld>
            <a:endParaRPr lang="sv-SE" sz="1000" dirty="0">
              <a:latin typeface="+mn-lt"/>
            </a:endParaRPr>
          </a:p>
        </p:txBody>
      </p:sp>
      <p:sp>
        <p:nvSpPr>
          <p:cNvPr id="155" name="TextBox 154">
            <a:extLst>
              <a:ext uri="{FF2B5EF4-FFF2-40B4-BE49-F238E27FC236}">
                <a16:creationId xmlns:a16="http://schemas.microsoft.com/office/drawing/2014/main" id="{B3413DEA-09CD-544F-F340-10B7FADD1B1D}"/>
              </a:ext>
            </a:extLst>
          </p:cNvPr>
          <p:cNvSpPr txBox="1">
            <a:spLocks/>
          </p:cNvSpPr>
          <p:nvPr>
            <p:custDataLst>
              <p:tags r:id="rId48"/>
            </p:custDataLst>
          </p:nvPr>
        </p:nvSpPr>
        <p:spPr>
          <a:xfrm rot="16200000">
            <a:off x="-544513" y="3843338"/>
            <a:ext cx="2351130" cy="1539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1000"/>
              </a:spcBef>
              <a:buClr>
                <a:schemeClr val="tx1"/>
              </a:buClr>
            </a:pPr>
            <a:r>
              <a:rPr lang="en-US" sz="1000" dirty="0">
                <a:solidFill>
                  <a:schemeClr val="tx1"/>
                </a:solidFill>
                <a:ea typeface="+mn-ea"/>
                <a:cs typeface="+mn-cs"/>
              </a:rPr>
              <a:t>Count / hours</a:t>
            </a:r>
            <a:endParaRPr lang="sv-SE" sz="1000" dirty="0">
              <a:solidFill>
                <a:schemeClr val="tx1"/>
              </a:solidFill>
              <a:ea typeface="+mn-ea"/>
              <a:cs typeface="+mn-cs"/>
            </a:endParaRPr>
          </a:p>
        </p:txBody>
      </p:sp>
      <p:sp>
        <p:nvSpPr>
          <p:cNvPr id="168" name="5. Source">
            <a:extLst>
              <a:ext uri="{FF2B5EF4-FFF2-40B4-BE49-F238E27FC236}">
                <a16:creationId xmlns:a16="http://schemas.microsoft.com/office/drawing/2014/main" id="{0DBA4792-79FD-9E02-67E7-A390938B654B}"/>
              </a:ext>
            </a:extLst>
          </p:cNvPr>
          <p:cNvSpPr txBox="1">
            <a:spLocks/>
          </p:cNvSpPr>
          <p:nvPr>
            <p:custDataLst>
              <p:tags r:id="rId49"/>
            </p:custDataLst>
          </p:nvPr>
        </p:nvSpPr>
        <p:spPr>
          <a:xfrm>
            <a:off x="554736" y="6409970"/>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PRTG up/down monitoring incident log, 272 events full-year 2025. Availability incidents only (outages) — NOT application bug/defect tickets; ≈52% of incidents are tagged 'Planned work'.</a:t>
            </a:r>
          </a:p>
        </p:txBody>
      </p:sp>
    </p:spTree>
    <p:extLst>
      <p:ext uri="{BB962C8B-B14F-4D97-AF65-F5344CB8AC3E}">
        <p14:creationId xmlns:p14="http://schemas.microsoft.com/office/powerpoint/2010/main" val="4139190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4" name="Object 6" hidden="1">
            <a:extLst>
              <a:ext uri="{FF2B5EF4-FFF2-40B4-BE49-F238E27FC236}">
                <a16:creationId xmlns:a16="http://schemas.microsoft.com/office/drawing/2014/main" id="{7890D42A-BC74-64BD-0A69-4F58984E80F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34" name="Object 6" hidden="1">
                        <a:extLst>
                          <a:ext uri="{FF2B5EF4-FFF2-40B4-BE49-F238E27FC236}">
                            <a16:creationId xmlns:a16="http://schemas.microsoft.com/office/drawing/2014/main" id="{7890D42A-BC74-64BD-0A69-4F58984E80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37" name="Title 436">
            <a:extLst>
              <a:ext uri="{FF2B5EF4-FFF2-40B4-BE49-F238E27FC236}">
                <a16:creationId xmlns:a16="http://schemas.microsoft.com/office/drawing/2014/main" id="{EC8EFB3F-75A8-DB7D-6292-1DD68E82AE29}"/>
              </a:ext>
            </a:extLst>
          </p:cNvPr>
          <p:cNvSpPr>
            <a:spLocks noGrp="1"/>
          </p:cNvSpPr>
          <p:nvPr>
            <p:ph type="title"/>
          </p:nvPr>
        </p:nvSpPr>
        <p:spPr>
          <a:xfrm>
            <a:off x="554734" y="534400"/>
            <a:ext cx="11082528" cy="369332"/>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latin typeface="+mj-lt"/>
              </a:rPr>
              <a:t>PASHA Bank’s Current Banking Architecture at Glance</a:t>
            </a:r>
          </a:p>
        </p:txBody>
      </p:sp>
      <p:sp>
        <p:nvSpPr>
          <p:cNvPr id="265" name="object 265"/>
          <p:cNvSpPr>
            <a:spLocks/>
          </p:cNvSpPr>
          <p:nvPr/>
        </p:nvSpPr>
        <p:spPr>
          <a:xfrm>
            <a:off x="554734" y="5602392"/>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IT Operations</a:t>
            </a:r>
          </a:p>
        </p:txBody>
      </p:sp>
      <p:sp>
        <p:nvSpPr>
          <p:cNvPr id="441" name="Rectangle: Rounded Corners 440">
            <a:extLst>
              <a:ext uri="{FF2B5EF4-FFF2-40B4-BE49-F238E27FC236}">
                <a16:creationId xmlns:a16="http://schemas.microsoft.com/office/drawing/2014/main" id="{B3C5EC3C-B450-06B2-39F6-88DE1BCEE9A9}"/>
              </a:ext>
            </a:extLst>
          </p:cNvPr>
          <p:cNvSpPr/>
          <p:nvPr/>
        </p:nvSpPr>
        <p:spPr>
          <a:xfrm>
            <a:off x="663919" y="576508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IT Governance</a:t>
            </a:r>
          </a:p>
        </p:txBody>
      </p:sp>
      <p:sp>
        <p:nvSpPr>
          <p:cNvPr id="442" name="Rectangle: Rounded Corners 441">
            <a:extLst>
              <a:ext uri="{FF2B5EF4-FFF2-40B4-BE49-F238E27FC236}">
                <a16:creationId xmlns:a16="http://schemas.microsoft.com/office/drawing/2014/main" id="{4D5B0452-6D8A-067B-726B-AAF0B4194E40}"/>
              </a:ext>
            </a:extLst>
          </p:cNvPr>
          <p:cNvSpPr/>
          <p:nvPr/>
        </p:nvSpPr>
        <p:spPr>
          <a:xfrm>
            <a:off x="4364106" y="576508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Jira</a:t>
            </a:r>
          </a:p>
        </p:txBody>
      </p:sp>
      <p:sp>
        <p:nvSpPr>
          <p:cNvPr id="443" name="Rectangle: Rounded Corners 442">
            <a:extLst>
              <a:ext uri="{FF2B5EF4-FFF2-40B4-BE49-F238E27FC236}">
                <a16:creationId xmlns:a16="http://schemas.microsoft.com/office/drawing/2014/main" id="{2A1AEDEB-6689-07EF-63B7-167BD4F6E2C7}"/>
              </a:ext>
            </a:extLst>
          </p:cNvPr>
          <p:cNvSpPr/>
          <p:nvPr/>
        </p:nvSpPr>
        <p:spPr>
          <a:xfrm>
            <a:off x="8064293" y="576508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WIKI (Confluence)</a:t>
            </a:r>
          </a:p>
        </p:txBody>
      </p:sp>
      <p:sp>
        <p:nvSpPr>
          <p:cNvPr id="471" name="object 265">
            <a:extLst>
              <a:ext uri="{FF2B5EF4-FFF2-40B4-BE49-F238E27FC236}">
                <a16:creationId xmlns:a16="http://schemas.microsoft.com/office/drawing/2014/main" id="{60347D89-C41F-9713-1DB0-BC9F6C9FCE73}"/>
              </a:ext>
            </a:extLst>
          </p:cNvPr>
          <p:cNvSpPr>
            <a:spLocks/>
          </p:cNvSpPr>
          <p:nvPr/>
        </p:nvSpPr>
        <p:spPr>
          <a:xfrm>
            <a:off x="554734" y="6026050"/>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Security</a:t>
            </a:r>
          </a:p>
        </p:txBody>
      </p:sp>
      <p:sp>
        <p:nvSpPr>
          <p:cNvPr id="473" name="Rectangle: Rounded Corners 472">
            <a:extLst>
              <a:ext uri="{FF2B5EF4-FFF2-40B4-BE49-F238E27FC236}">
                <a16:creationId xmlns:a16="http://schemas.microsoft.com/office/drawing/2014/main" id="{6AD5653E-037C-C62C-648B-6CC727158A05}"/>
              </a:ext>
            </a:extLst>
          </p:cNvPr>
          <p:cNvSpPr/>
          <p:nvPr/>
        </p:nvSpPr>
        <p:spPr>
          <a:xfrm>
            <a:off x="663919" y="6188738"/>
            <a:ext cx="929952"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SIEM</a:t>
            </a:r>
            <a:endParaRPr lang="en-US" sz="800" dirty="0" err="1">
              <a:solidFill>
                <a:schemeClr val="bg1"/>
              </a:solidFill>
            </a:endParaRPr>
          </a:p>
        </p:txBody>
      </p:sp>
      <p:sp>
        <p:nvSpPr>
          <p:cNvPr id="474" name="Rectangle: Rounded Corners 473">
            <a:extLst>
              <a:ext uri="{FF2B5EF4-FFF2-40B4-BE49-F238E27FC236}">
                <a16:creationId xmlns:a16="http://schemas.microsoft.com/office/drawing/2014/main" id="{1AAF8083-0375-2303-87C6-7F820145980B}"/>
              </a:ext>
            </a:extLst>
          </p:cNvPr>
          <p:cNvSpPr>
            <a:spLocks/>
          </p:cNvSpPr>
          <p:nvPr/>
        </p:nvSpPr>
        <p:spPr>
          <a:xfrm>
            <a:off x="1674904"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Code </a:t>
            </a:r>
            <a:r>
              <a:rPr lang="en-US" sz="800" dirty="0" err="1">
                <a:solidFill>
                  <a:schemeClr val="bg1"/>
                </a:solidFill>
              </a:rPr>
              <a:t>Validat</a:t>
            </a:r>
            <a:r>
              <a:rPr lang="en-US" sz="800" dirty="0">
                <a:solidFill>
                  <a:schemeClr val="bg1"/>
                </a:solidFill>
              </a:rPr>
              <a:t>.</a:t>
            </a:r>
          </a:p>
        </p:txBody>
      </p:sp>
      <p:sp>
        <p:nvSpPr>
          <p:cNvPr id="475" name="Rectangle: Rounded Corners 474">
            <a:extLst>
              <a:ext uri="{FF2B5EF4-FFF2-40B4-BE49-F238E27FC236}">
                <a16:creationId xmlns:a16="http://schemas.microsoft.com/office/drawing/2014/main" id="{563B2147-A137-53DC-9725-136139312CC4}"/>
              </a:ext>
            </a:extLst>
          </p:cNvPr>
          <p:cNvSpPr>
            <a:spLocks/>
          </p:cNvSpPr>
          <p:nvPr/>
        </p:nvSpPr>
        <p:spPr>
          <a:xfrm>
            <a:off x="2615502"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err="1">
                <a:solidFill>
                  <a:schemeClr val="bg1"/>
                </a:solidFill>
              </a:rPr>
              <a:t>SandBox</a:t>
            </a:r>
            <a:endParaRPr lang="en-US" sz="800" dirty="0">
              <a:solidFill>
                <a:schemeClr val="bg1"/>
              </a:solidFill>
            </a:endParaRPr>
          </a:p>
        </p:txBody>
      </p:sp>
      <p:sp>
        <p:nvSpPr>
          <p:cNvPr id="476" name="Rectangle: Rounded Corners 475">
            <a:extLst>
              <a:ext uri="{FF2B5EF4-FFF2-40B4-BE49-F238E27FC236}">
                <a16:creationId xmlns:a16="http://schemas.microsoft.com/office/drawing/2014/main" id="{9428F027-9100-9821-76CC-20572D111113}"/>
              </a:ext>
            </a:extLst>
          </p:cNvPr>
          <p:cNvSpPr>
            <a:spLocks/>
          </p:cNvSpPr>
          <p:nvPr/>
        </p:nvSpPr>
        <p:spPr>
          <a:xfrm>
            <a:off x="3556100"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Antivirus</a:t>
            </a:r>
          </a:p>
        </p:txBody>
      </p:sp>
      <p:sp>
        <p:nvSpPr>
          <p:cNvPr id="477" name="Rectangle: Rounded Corners 476">
            <a:extLst>
              <a:ext uri="{FF2B5EF4-FFF2-40B4-BE49-F238E27FC236}">
                <a16:creationId xmlns:a16="http://schemas.microsoft.com/office/drawing/2014/main" id="{26726BD6-4166-EB29-D724-4BF9524253A4}"/>
              </a:ext>
            </a:extLst>
          </p:cNvPr>
          <p:cNvSpPr/>
          <p:nvPr/>
        </p:nvSpPr>
        <p:spPr>
          <a:xfrm>
            <a:off x="4496698" y="6188738"/>
            <a:ext cx="1275518"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Data </a:t>
            </a:r>
            <a:r>
              <a:rPr lang="en-US" sz="800" dirty="0" err="1">
                <a:solidFill>
                  <a:schemeClr val="bg1"/>
                </a:solidFill>
              </a:rPr>
              <a:t>prtct</a:t>
            </a:r>
            <a:r>
              <a:rPr lang="en-US" sz="800" dirty="0">
                <a:solidFill>
                  <a:schemeClr val="bg1"/>
                </a:solidFill>
              </a:rPr>
              <a:t>. (Guardium)</a:t>
            </a:r>
          </a:p>
        </p:txBody>
      </p:sp>
      <p:sp>
        <p:nvSpPr>
          <p:cNvPr id="478" name="Rectangle: Rounded Corners 477">
            <a:extLst>
              <a:ext uri="{FF2B5EF4-FFF2-40B4-BE49-F238E27FC236}">
                <a16:creationId xmlns:a16="http://schemas.microsoft.com/office/drawing/2014/main" id="{1C17F037-942A-7546-1384-5C4A91764990}"/>
              </a:ext>
            </a:extLst>
          </p:cNvPr>
          <p:cNvSpPr>
            <a:spLocks/>
          </p:cNvSpPr>
          <p:nvPr/>
        </p:nvSpPr>
        <p:spPr>
          <a:xfrm>
            <a:off x="5853249"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FMS (SAS)</a:t>
            </a:r>
          </a:p>
        </p:txBody>
      </p:sp>
      <p:sp>
        <p:nvSpPr>
          <p:cNvPr id="479" name="Rectangle: Rounded Corners 478">
            <a:extLst>
              <a:ext uri="{FF2B5EF4-FFF2-40B4-BE49-F238E27FC236}">
                <a16:creationId xmlns:a16="http://schemas.microsoft.com/office/drawing/2014/main" id="{F21A9A33-0900-510A-D2BD-C14A26F1BD9C}"/>
              </a:ext>
            </a:extLst>
          </p:cNvPr>
          <p:cNvSpPr>
            <a:spLocks/>
          </p:cNvSpPr>
          <p:nvPr/>
        </p:nvSpPr>
        <p:spPr>
          <a:xfrm>
            <a:off x="6793847"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PAM</a:t>
            </a:r>
          </a:p>
        </p:txBody>
      </p:sp>
      <p:sp>
        <p:nvSpPr>
          <p:cNvPr id="480" name="Rectangle: Rounded Corners 479">
            <a:extLst>
              <a:ext uri="{FF2B5EF4-FFF2-40B4-BE49-F238E27FC236}">
                <a16:creationId xmlns:a16="http://schemas.microsoft.com/office/drawing/2014/main" id="{BFBF1277-5D96-9DDF-CD19-D8BE6FB7A1FE}"/>
              </a:ext>
            </a:extLst>
          </p:cNvPr>
          <p:cNvSpPr>
            <a:spLocks/>
          </p:cNvSpPr>
          <p:nvPr/>
        </p:nvSpPr>
        <p:spPr>
          <a:xfrm>
            <a:off x="7734445"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IAM</a:t>
            </a:r>
          </a:p>
        </p:txBody>
      </p:sp>
      <p:sp>
        <p:nvSpPr>
          <p:cNvPr id="481" name="Rectangle: Rounded Corners 480">
            <a:extLst>
              <a:ext uri="{FF2B5EF4-FFF2-40B4-BE49-F238E27FC236}">
                <a16:creationId xmlns:a16="http://schemas.microsoft.com/office/drawing/2014/main" id="{E90113B0-204F-1F4F-4815-F2E051EA73EA}"/>
              </a:ext>
            </a:extLst>
          </p:cNvPr>
          <p:cNvSpPr>
            <a:spLocks/>
          </p:cNvSpPr>
          <p:nvPr/>
        </p:nvSpPr>
        <p:spPr>
          <a:xfrm>
            <a:off x="8675043"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err="1">
                <a:solidFill>
                  <a:schemeClr val="bg1"/>
                </a:solidFill>
              </a:rPr>
              <a:t>Decept</a:t>
            </a:r>
            <a:endParaRPr lang="en-US" sz="800" dirty="0">
              <a:solidFill>
                <a:schemeClr val="bg1"/>
              </a:solidFill>
            </a:endParaRPr>
          </a:p>
        </p:txBody>
      </p:sp>
      <p:sp>
        <p:nvSpPr>
          <p:cNvPr id="482" name="Rectangle: Rounded Corners 481">
            <a:extLst>
              <a:ext uri="{FF2B5EF4-FFF2-40B4-BE49-F238E27FC236}">
                <a16:creationId xmlns:a16="http://schemas.microsoft.com/office/drawing/2014/main" id="{94DFA381-276D-0502-07E3-EF8866A59065}"/>
              </a:ext>
            </a:extLst>
          </p:cNvPr>
          <p:cNvSpPr>
            <a:spLocks/>
          </p:cNvSpPr>
          <p:nvPr/>
        </p:nvSpPr>
        <p:spPr>
          <a:xfrm>
            <a:off x="9615641" y="6188738"/>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DLP</a:t>
            </a:r>
          </a:p>
        </p:txBody>
      </p:sp>
      <p:sp>
        <p:nvSpPr>
          <p:cNvPr id="483" name="Rectangle: Rounded Corners 482">
            <a:extLst>
              <a:ext uri="{FF2B5EF4-FFF2-40B4-BE49-F238E27FC236}">
                <a16:creationId xmlns:a16="http://schemas.microsoft.com/office/drawing/2014/main" id="{9A11A0DD-9FCF-666C-EA74-A8A2F2177FA6}"/>
              </a:ext>
            </a:extLst>
          </p:cNvPr>
          <p:cNvSpPr/>
          <p:nvPr/>
        </p:nvSpPr>
        <p:spPr>
          <a:xfrm>
            <a:off x="10556240" y="6188738"/>
            <a:ext cx="971837"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Mobile Dev. </a:t>
            </a:r>
            <a:r>
              <a:rPr lang="en-US" sz="800" dirty="0" err="1">
                <a:solidFill>
                  <a:schemeClr val="bg1"/>
                </a:solidFill>
              </a:rPr>
              <a:t>Mng</a:t>
            </a:r>
            <a:endParaRPr lang="en-US" sz="800" dirty="0">
              <a:solidFill>
                <a:schemeClr val="bg1"/>
              </a:solidFill>
            </a:endParaRPr>
          </a:p>
        </p:txBody>
      </p:sp>
      <p:sp>
        <p:nvSpPr>
          <p:cNvPr id="485" name="object 265">
            <a:extLst>
              <a:ext uri="{FF2B5EF4-FFF2-40B4-BE49-F238E27FC236}">
                <a16:creationId xmlns:a16="http://schemas.microsoft.com/office/drawing/2014/main" id="{025CF191-F8EC-BD55-EDEF-27D70F269FFA}"/>
              </a:ext>
            </a:extLst>
          </p:cNvPr>
          <p:cNvSpPr>
            <a:spLocks/>
          </p:cNvSpPr>
          <p:nvPr/>
        </p:nvSpPr>
        <p:spPr>
          <a:xfrm>
            <a:off x="554734" y="5178737"/>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Business Support</a:t>
            </a:r>
          </a:p>
        </p:txBody>
      </p:sp>
      <p:sp>
        <p:nvSpPr>
          <p:cNvPr id="487" name="Rectangle: Rounded Corners 486">
            <a:extLst>
              <a:ext uri="{FF2B5EF4-FFF2-40B4-BE49-F238E27FC236}">
                <a16:creationId xmlns:a16="http://schemas.microsoft.com/office/drawing/2014/main" id="{AE75141E-AA93-D688-649E-363C82A97402}"/>
              </a:ext>
            </a:extLst>
          </p:cNvPr>
          <p:cNvSpPr/>
          <p:nvPr/>
        </p:nvSpPr>
        <p:spPr>
          <a:xfrm>
            <a:off x="663919"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Loyalty (SOLAR)</a:t>
            </a:r>
          </a:p>
        </p:txBody>
      </p:sp>
      <p:sp>
        <p:nvSpPr>
          <p:cNvPr id="488" name="Rectangle: Rounded Corners 487">
            <a:extLst>
              <a:ext uri="{FF2B5EF4-FFF2-40B4-BE49-F238E27FC236}">
                <a16:creationId xmlns:a16="http://schemas.microsoft.com/office/drawing/2014/main" id="{44025114-D6AD-3EF4-D6E3-589C8721B3ED}"/>
              </a:ext>
            </a:extLst>
          </p:cNvPr>
          <p:cNvSpPr/>
          <p:nvPr/>
        </p:nvSpPr>
        <p:spPr>
          <a:xfrm>
            <a:off x="2032872"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Intranet</a:t>
            </a:r>
          </a:p>
        </p:txBody>
      </p:sp>
      <p:sp>
        <p:nvSpPr>
          <p:cNvPr id="489" name="Rectangle: Rounded Corners 488">
            <a:extLst>
              <a:ext uri="{FF2B5EF4-FFF2-40B4-BE49-F238E27FC236}">
                <a16:creationId xmlns:a16="http://schemas.microsoft.com/office/drawing/2014/main" id="{C6060879-F016-98A1-5585-E669986E787F}"/>
              </a:ext>
            </a:extLst>
          </p:cNvPr>
          <p:cNvSpPr/>
          <p:nvPr/>
        </p:nvSpPr>
        <p:spPr>
          <a:xfrm>
            <a:off x="3401825"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5240" tIns="0" rIns="15240" bIns="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Performance Management</a:t>
            </a:r>
          </a:p>
        </p:txBody>
      </p:sp>
      <p:sp>
        <p:nvSpPr>
          <p:cNvPr id="490" name="Rectangle: Rounded Corners 489">
            <a:extLst>
              <a:ext uri="{FF2B5EF4-FFF2-40B4-BE49-F238E27FC236}">
                <a16:creationId xmlns:a16="http://schemas.microsoft.com/office/drawing/2014/main" id="{A2855291-0F60-386C-53F5-8DDBCA37AF80}"/>
              </a:ext>
            </a:extLst>
          </p:cNvPr>
          <p:cNvSpPr/>
          <p:nvPr/>
        </p:nvSpPr>
        <p:spPr>
          <a:xfrm>
            <a:off x="4770776"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Budget Monitoring</a:t>
            </a:r>
          </a:p>
        </p:txBody>
      </p:sp>
      <p:sp>
        <p:nvSpPr>
          <p:cNvPr id="491" name="Rectangle: Rounded Corners 490">
            <a:extLst>
              <a:ext uri="{FF2B5EF4-FFF2-40B4-BE49-F238E27FC236}">
                <a16:creationId xmlns:a16="http://schemas.microsoft.com/office/drawing/2014/main" id="{BDE32197-2923-9C2B-92EE-493498368EE9}"/>
              </a:ext>
            </a:extLst>
          </p:cNvPr>
          <p:cNvSpPr/>
          <p:nvPr/>
        </p:nvSpPr>
        <p:spPr>
          <a:xfrm>
            <a:off x="6139729"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Contract Flow</a:t>
            </a:r>
          </a:p>
        </p:txBody>
      </p:sp>
      <p:sp>
        <p:nvSpPr>
          <p:cNvPr id="492" name="Rectangle: Rounded Corners 491">
            <a:extLst>
              <a:ext uri="{FF2B5EF4-FFF2-40B4-BE49-F238E27FC236}">
                <a16:creationId xmlns:a16="http://schemas.microsoft.com/office/drawing/2014/main" id="{95F99EF0-903A-748A-DE87-2D4B9ACDDAD6}"/>
              </a:ext>
            </a:extLst>
          </p:cNvPr>
          <p:cNvSpPr/>
          <p:nvPr/>
        </p:nvSpPr>
        <p:spPr>
          <a:xfrm>
            <a:off x="7508682"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EDMS (WSS)</a:t>
            </a:r>
          </a:p>
        </p:txBody>
      </p:sp>
      <p:sp>
        <p:nvSpPr>
          <p:cNvPr id="493" name="Rectangle: Rounded Corners 492">
            <a:extLst>
              <a:ext uri="{FF2B5EF4-FFF2-40B4-BE49-F238E27FC236}">
                <a16:creationId xmlns:a16="http://schemas.microsoft.com/office/drawing/2014/main" id="{E61C422A-4202-34DF-0700-03DE82207E9A}"/>
              </a:ext>
            </a:extLst>
          </p:cNvPr>
          <p:cNvSpPr/>
          <p:nvPr/>
        </p:nvSpPr>
        <p:spPr>
          <a:xfrm>
            <a:off x="8877634"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err="1">
                <a:solidFill>
                  <a:schemeClr val="bg1"/>
                </a:solidFill>
              </a:rPr>
              <a:t>NiceActimize</a:t>
            </a:r>
            <a:endParaRPr lang="en-US" sz="800" dirty="0">
              <a:solidFill>
                <a:schemeClr val="bg1"/>
              </a:solidFill>
            </a:endParaRPr>
          </a:p>
        </p:txBody>
      </p:sp>
      <p:sp>
        <p:nvSpPr>
          <p:cNvPr id="494" name="Rectangle: Rounded Corners 493">
            <a:extLst>
              <a:ext uri="{FF2B5EF4-FFF2-40B4-BE49-F238E27FC236}">
                <a16:creationId xmlns:a16="http://schemas.microsoft.com/office/drawing/2014/main" id="{54B86291-2CBF-D2F5-8D5B-ACD7C7389994}"/>
              </a:ext>
            </a:extLst>
          </p:cNvPr>
          <p:cNvSpPr/>
          <p:nvPr/>
        </p:nvSpPr>
        <p:spPr>
          <a:xfrm>
            <a:off x="10246586" y="5341425"/>
            <a:ext cx="128149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Loan Workbench</a:t>
            </a:r>
          </a:p>
        </p:txBody>
      </p:sp>
      <p:sp>
        <p:nvSpPr>
          <p:cNvPr id="499" name="object 265">
            <a:extLst>
              <a:ext uri="{FF2B5EF4-FFF2-40B4-BE49-F238E27FC236}">
                <a16:creationId xmlns:a16="http://schemas.microsoft.com/office/drawing/2014/main" id="{D146393C-991F-C13F-CDF4-69D2BE8017A3}"/>
              </a:ext>
            </a:extLst>
          </p:cNvPr>
          <p:cNvSpPr>
            <a:spLocks/>
          </p:cNvSpPr>
          <p:nvPr/>
        </p:nvSpPr>
        <p:spPr>
          <a:xfrm>
            <a:off x="554734" y="4755082"/>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Systems of Insight</a:t>
            </a:r>
          </a:p>
        </p:txBody>
      </p:sp>
      <p:sp>
        <p:nvSpPr>
          <p:cNvPr id="500" name="Rectangle: Rounded Corners 499">
            <a:extLst>
              <a:ext uri="{FF2B5EF4-FFF2-40B4-BE49-F238E27FC236}">
                <a16:creationId xmlns:a16="http://schemas.microsoft.com/office/drawing/2014/main" id="{F723511C-892D-DA10-3B41-72E9CA4DEEB0}"/>
              </a:ext>
            </a:extLst>
          </p:cNvPr>
          <p:cNvSpPr/>
          <p:nvPr/>
        </p:nvSpPr>
        <p:spPr>
          <a:xfrm>
            <a:off x="663919" y="4917770"/>
            <a:ext cx="2583783"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Corporate DLH</a:t>
            </a:r>
          </a:p>
        </p:txBody>
      </p:sp>
      <p:sp>
        <p:nvSpPr>
          <p:cNvPr id="501" name="Rectangle: Rounded Corners 500">
            <a:extLst>
              <a:ext uri="{FF2B5EF4-FFF2-40B4-BE49-F238E27FC236}">
                <a16:creationId xmlns:a16="http://schemas.microsoft.com/office/drawing/2014/main" id="{A914C61F-B1AC-2180-D200-7CBE8164F0FB}"/>
              </a:ext>
            </a:extLst>
          </p:cNvPr>
          <p:cNvSpPr/>
          <p:nvPr/>
        </p:nvSpPr>
        <p:spPr>
          <a:xfrm>
            <a:off x="3424045" y="4917770"/>
            <a:ext cx="2583783"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BI &amp; Reporting</a:t>
            </a:r>
          </a:p>
        </p:txBody>
      </p:sp>
      <p:sp>
        <p:nvSpPr>
          <p:cNvPr id="502" name="Rectangle: Rounded Corners 501">
            <a:extLst>
              <a:ext uri="{FF2B5EF4-FFF2-40B4-BE49-F238E27FC236}">
                <a16:creationId xmlns:a16="http://schemas.microsoft.com/office/drawing/2014/main" id="{4D58D148-BE2D-4C8F-5799-458849BB55C8}"/>
              </a:ext>
            </a:extLst>
          </p:cNvPr>
          <p:cNvSpPr/>
          <p:nvPr/>
        </p:nvSpPr>
        <p:spPr>
          <a:xfrm>
            <a:off x="6184172" y="4917770"/>
            <a:ext cx="2583783"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Tableau</a:t>
            </a:r>
          </a:p>
        </p:txBody>
      </p:sp>
      <p:sp>
        <p:nvSpPr>
          <p:cNvPr id="503" name="Rectangle: Rounded Corners 502">
            <a:extLst>
              <a:ext uri="{FF2B5EF4-FFF2-40B4-BE49-F238E27FC236}">
                <a16:creationId xmlns:a16="http://schemas.microsoft.com/office/drawing/2014/main" id="{DF187E95-CB03-EB5A-0508-B886E0E22B8E}"/>
              </a:ext>
            </a:extLst>
          </p:cNvPr>
          <p:cNvSpPr/>
          <p:nvPr/>
        </p:nvSpPr>
        <p:spPr>
          <a:xfrm>
            <a:off x="8944294" y="4917770"/>
            <a:ext cx="2583783"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AI Dataiku</a:t>
            </a:r>
          </a:p>
        </p:txBody>
      </p:sp>
      <p:sp>
        <p:nvSpPr>
          <p:cNvPr id="536" name="object 265">
            <a:extLst>
              <a:ext uri="{FF2B5EF4-FFF2-40B4-BE49-F238E27FC236}">
                <a16:creationId xmlns:a16="http://schemas.microsoft.com/office/drawing/2014/main" id="{77309146-C02E-36CE-4411-EB338CFD2727}"/>
              </a:ext>
            </a:extLst>
          </p:cNvPr>
          <p:cNvSpPr>
            <a:spLocks/>
          </p:cNvSpPr>
          <p:nvPr/>
        </p:nvSpPr>
        <p:spPr>
          <a:xfrm>
            <a:off x="9936480" y="1879197"/>
            <a:ext cx="1664093" cy="2839337"/>
          </a:xfrm>
          <a:prstGeom prst="roundRect">
            <a:avLst>
              <a:gd name="adj" fmla="val 6048"/>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sysClr val="windowText" lastClr="000000"/>
              </a:solidFill>
              <a:effectLst/>
              <a:uLnTx/>
              <a:uFillTx/>
            </a:endParaRPr>
          </a:p>
        </p:txBody>
      </p:sp>
      <p:sp>
        <p:nvSpPr>
          <p:cNvPr id="514" name="Rectangle: Rounded Corners 513">
            <a:extLst>
              <a:ext uri="{FF2B5EF4-FFF2-40B4-BE49-F238E27FC236}">
                <a16:creationId xmlns:a16="http://schemas.microsoft.com/office/drawing/2014/main" id="{037A3276-D023-A62E-747E-D8630B60DCD3}"/>
              </a:ext>
            </a:extLst>
          </p:cNvPr>
          <p:cNvSpPr>
            <a:spLocks/>
          </p:cNvSpPr>
          <p:nvPr/>
        </p:nvSpPr>
        <p:spPr>
          <a:xfrm>
            <a:off x="10032968" y="1943185"/>
            <a:ext cx="1471116" cy="144736"/>
          </a:xfrm>
          <a:prstGeom prst="round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Central Bank Gateway</a:t>
            </a:r>
          </a:p>
        </p:txBody>
      </p:sp>
      <p:sp>
        <p:nvSpPr>
          <p:cNvPr id="515" name="Rectangle: Rounded Corners 514">
            <a:extLst>
              <a:ext uri="{FF2B5EF4-FFF2-40B4-BE49-F238E27FC236}">
                <a16:creationId xmlns:a16="http://schemas.microsoft.com/office/drawing/2014/main" id="{EBAC2EE7-B1AC-4B30-601D-DD1F5D22B520}"/>
              </a:ext>
            </a:extLst>
          </p:cNvPr>
          <p:cNvSpPr/>
          <p:nvPr/>
        </p:nvSpPr>
        <p:spPr>
          <a:xfrm>
            <a:off x="10032968" y="2103089"/>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MKR</a:t>
            </a:r>
            <a:endParaRPr lang="en-US" sz="800" dirty="0">
              <a:solidFill>
                <a:schemeClr val="tx1"/>
              </a:solidFill>
            </a:endParaRPr>
          </a:p>
        </p:txBody>
      </p:sp>
      <p:sp>
        <p:nvSpPr>
          <p:cNvPr id="516" name="Rectangle: Rounded Corners 515">
            <a:extLst>
              <a:ext uri="{FF2B5EF4-FFF2-40B4-BE49-F238E27FC236}">
                <a16:creationId xmlns:a16="http://schemas.microsoft.com/office/drawing/2014/main" id="{80595D15-B322-E175-B832-79F7DAEB9778}"/>
              </a:ext>
            </a:extLst>
          </p:cNvPr>
          <p:cNvSpPr/>
          <p:nvPr/>
        </p:nvSpPr>
        <p:spPr>
          <a:xfrm>
            <a:off x="10032968" y="2262993"/>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AZIPS</a:t>
            </a:r>
            <a:endParaRPr lang="en-US" sz="800" dirty="0">
              <a:solidFill>
                <a:schemeClr val="tx1"/>
              </a:solidFill>
            </a:endParaRPr>
          </a:p>
        </p:txBody>
      </p:sp>
      <p:sp>
        <p:nvSpPr>
          <p:cNvPr id="517" name="Rectangle: Rounded Corners 516">
            <a:extLst>
              <a:ext uri="{FF2B5EF4-FFF2-40B4-BE49-F238E27FC236}">
                <a16:creationId xmlns:a16="http://schemas.microsoft.com/office/drawing/2014/main" id="{59D7C881-7A26-F8B1-0349-30491FBDCC7C}"/>
              </a:ext>
            </a:extLst>
          </p:cNvPr>
          <p:cNvSpPr/>
          <p:nvPr/>
        </p:nvSpPr>
        <p:spPr>
          <a:xfrm>
            <a:off x="10032968" y="2422897"/>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XOHKS</a:t>
            </a:r>
            <a:endParaRPr lang="en-US" sz="800" dirty="0">
              <a:solidFill>
                <a:schemeClr val="tx1"/>
              </a:solidFill>
            </a:endParaRPr>
          </a:p>
        </p:txBody>
      </p:sp>
      <p:sp>
        <p:nvSpPr>
          <p:cNvPr id="518" name="Rectangle: Rounded Corners 517">
            <a:extLst>
              <a:ext uri="{FF2B5EF4-FFF2-40B4-BE49-F238E27FC236}">
                <a16:creationId xmlns:a16="http://schemas.microsoft.com/office/drawing/2014/main" id="{58C47060-6EE2-B94F-9DD8-C3A0BCC912A7}"/>
              </a:ext>
            </a:extLst>
          </p:cNvPr>
          <p:cNvSpPr/>
          <p:nvPr/>
        </p:nvSpPr>
        <p:spPr>
          <a:xfrm>
            <a:off x="10032968" y="2582801"/>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APUS</a:t>
            </a:r>
            <a:endParaRPr lang="en-US" sz="800" dirty="0">
              <a:solidFill>
                <a:schemeClr val="tx1"/>
              </a:solidFill>
            </a:endParaRPr>
          </a:p>
        </p:txBody>
      </p:sp>
      <p:sp>
        <p:nvSpPr>
          <p:cNvPr id="519" name="Rectangle: Rounded Corners 518">
            <a:extLst>
              <a:ext uri="{FF2B5EF4-FFF2-40B4-BE49-F238E27FC236}">
                <a16:creationId xmlns:a16="http://schemas.microsoft.com/office/drawing/2014/main" id="{642D3C92-C5A0-91D4-4CF1-C053D32E3446}"/>
              </a:ext>
            </a:extLst>
          </p:cNvPr>
          <p:cNvSpPr/>
          <p:nvPr/>
        </p:nvSpPr>
        <p:spPr>
          <a:xfrm>
            <a:off x="10032968" y="2771280"/>
            <a:ext cx="147111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External Interface</a:t>
            </a:r>
          </a:p>
        </p:txBody>
      </p:sp>
      <p:sp>
        <p:nvSpPr>
          <p:cNvPr id="520" name="Rectangle: Rounded Corners 519">
            <a:extLst>
              <a:ext uri="{FF2B5EF4-FFF2-40B4-BE49-F238E27FC236}">
                <a16:creationId xmlns:a16="http://schemas.microsoft.com/office/drawing/2014/main" id="{42515CC2-8DFC-D546-C2AF-4DA1EC53DB32}"/>
              </a:ext>
            </a:extLst>
          </p:cNvPr>
          <p:cNvSpPr/>
          <p:nvPr/>
        </p:nvSpPr>
        <p:spPr>
          <a:xfrm>
            <a:off x="10032968" y="2931184"/>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MilliON</a:t>
            </a:r>
            <a:endParaRPr lang="en-US" sz="800" dirty="0">
              <a:solidFill>
                <a:schemeClr val="tx1"/>
              </a:solidFill>
            </a:endParaRPr>
          </a:p>
        </p:txBody>
      </p:sp>
      <p:sp>
        <p:nvSpPr>
          <p:cNvPr id="521" name="Rectangle: Rounded Corners 520">
            <a:extLst>
              <a:ext uri="{FF2B5EF4-FFF2-40B4-BE49-F238E27FC236}">
                <a16:creationId xmlns:a16="http://schemas.microsoft.com/office/drawing/2014/main" id="{5E2A725C-DC13-BD2B-F718-E21C8983B4E8}"/>
              </a:ext>
            </a:extLst>
          </p:cNvPr>
          <p:cNvSpPr/>
          <p:nvPr/>
        </p:nvSpPr>
        <p:spPr>
          <a:xfrm>
            <a:off x="10032968" y="3091088"/>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SMS Gateway</a:t>
            </a:r>
            <a:endParaRPr lang="en-US" sz="800" dirty="0">
              <a:solidFill>
                <a:schemeClr val="tx1"/>
              </a:solidFill>
            </a:endParaRPr>
          </a:p>
        </p:txBody>
      </p:sp>
      <p:sp>
        <p:nvSpPr>
          <p:cNvPr id="522" name="Rectangle: Rounded Corners 521">
            <a:extLst>
              <a:ext uri="{FF2B5EF4-FFF2-40B4-BE49-F238E27FC236}">
                <a16:creationId xmlns:a16="http://schemas.microsoft.com/office/drawing/2014/main" id="{2608B750-CA5D-2845-C742-5AAC2D169DBF}"/>
              </a:ext>
            </a:extLst>
          </p:cNvPr>
          <p:cNvSpPr/>
          <p:nvPr/>
        </p:nvSpPr>
        <p:spPr>
          <a:xfrm>
            <a:off x="10032968" y="3250992"/>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SWIFT Adap</a:t>
            </a:r>
            <a:endParaRPr lang="en-US" sz="800" dirty="0">
              <a:solidFill>
                <a:schemeClr val="tx1"/>
              </a:solidFill>
            </a:endParaRPr>
          </a:p>
        </p:txBody>
      </p:sp>
      <p:sp>
        <p:nvSpPr>
          <p:cNvPr id="523" name="Rectangle: Rounded Corners 522">
            <a:extLst>
              <a:ext uri="{FF2B5EF4-FFF2-40B4-BE49-F238E27FC236}">
                <a16:creationId xmlns:a16="http://schemas.microsoft.com/office/drawing/2014/main" id="{D5365F66-9C54-626F-88AD-7CDFCD93372B}"/>
              </a:ext>
            </a:extLst>
          </p:cNvPr>
          <p:cNvSpPr/>
          <p:nvPr/>
        </p:nvSpPr>
        <p:spPr>
          <a:xfrm>
            <a:off x="10032968" y="3410896"/>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ASXM Adap</a:t>
            </a:r>
            <a:endParaRPr lang="en-US" sz="800" dirty="0">
              <a:solidFill>
                <a:schemeClr val="tx1"/>
              </a:solidFill>
            </a:endParaRPr>
          </a:p>
        </p:txBody>
      </p:sp>
      <p:sp>
        <p:nvSpPr>
          <p:cNvPr id="524" name="Rectangle: Rounded Corners 523">
            <a:extLst>
              <a:ext uri="{FF2B5EF4-FFF2-40B4-BE49-F238E27FC236}">
                <a16:creationId xmlns:a16="http://schemas.microsoft.com/office/drawing/2014/main" id="{06EDBC41-F38D-ED80-030C-3004D0B36AA2}"/>
              </a:ext>
            </a:extLst>
          </p:cNvPr>
          <p:cNvSpPr/>
          <p:nvPr/>
        </p:nvSpPr>
        <p:spPr>
          <a:xfrm>
            <a:off x="10032968" y="3570800"/>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IPS Adapter</a:t>
            </a:r>
            <a:endParaRPr lang="en-US" sz="800" dirty="0">
              <a:solidFill>
                <a:schemeClr val="tx1"/>
              </a:solidFill>
            </a:endParaRPr>
          </a:p>
        </p:txBody>
      </p:sp>
      <p:sp>
        <p:nvSpPr>
          <p:cNvPr id="525" name="Rectangle: Rounded Corners 524">
            <a:extLst>
              <a:ext uri="{FF2B5EF4-FFF2-40B4-BE49-F238E27FC236}">
                <a16:creationId xmlns:a16="http://schemas.microsoft.com/office/drawing/2014/main" id="{876BD60D-5560-AE6D-646B-27701D4CAB18}"/>
              </a:ext>
            </a:extLst>
          </p:cNvPr>
          <p:cNvSpPr/>
          <p:nvPr/>
        </p:nvSpPr>
        <p:spPr>
          <a:xfrm>
            <a:off x="10032968" y="3730704"/>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E-TAX</a:t>
            </a:r>
            <a:endParaRPr lang="en-US" sz="800" dirty="0">
              <a:solidFill>
                <a:schemeClr val="tx1"/>
              </a:solidFill>
            </a:endParaRPr>
          </a:p>
        </p:txBody>
      </p:sp>
      <p:sp>
        <p:nvSpPr>
          <p:cNvPr id="526" name="Rectangle: Rounded Corners 525">
            <a:extLst>
              <a:ext uri="{FF2B5EF4-FFF2-40B4-BE49-F238E27FC236}">
                <a16:creationId xmlns:a16="http://schemas.microsoft.com/office/drawing/2014/main" id="{51152C70-DC1B-5856-BF3E-F4908A8E8B0C}"/>
              </a:ext>
            </a:extLst>
          </p:cNvPr>
          <p:cNvSpPr/>
          <p:nvPr/>
        </p:nvSpPr>
        <p:spPr>
          <a:xfrm>
            <a:off x="10032968" y="3890608"/>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MFS Adap</a:t>
            </a:r>
            <a:endParaRPr lang="en-US" sz="800" dirty="0">
              <a:solidFill>
                <a:schemeClr val="tx1"/>
              </a:solidFill>
            </a:endParaRPr>
          </a:p>
        </p:txBody>
      </p:sp>
      <p:sp>
        <p:nvSpPr>
          <p:cNvPr id="527" name="Rectangle: Rounded Corners 526">
            <a:extLst>
              <a:ext uri="{FF2B5EF4-FFF2-40B4-BE49-F238E27FC236}">
                <a16:creationId xmlns:a16="http://schemas.microsoft.com/office/drawing/2014/main" id="{9FC07186-AB81-1EFD-358E-3C14831DD707}"/>
              </a:ext>
            </a:extLst>
          </p:cNvPr>
          <p:cNvSpPr/>
          <p:nvPr/>
        </p:nvSpPr>
        <p:spPr>
          <a:xfrm>
            <a:off x="10032968" y="4079087"/>
            <a:ext cx="147111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Central Bank Gateway</a:t>
            </a:r>
          </a:p>
        </p:txBody>
      </p:sp>
      <p:sp>
        <p:nvSpPr>
          <p:cNvPr id="528" name="Rectangle: Rounded Corners 527">
            <a:extLst>
              <a:ext uri="{FF2B5EF4-FFF2-40B4-BE49-F238E27FC236}">
                <a16:creationId xmlns:a16="http://schemas.microsoft.com/office/drawing/2014/main" id="{F32E86D3-7DCC-9888-9AD1-EA4EF1403B9C}"/>
              </a:ext>
            </a:extLst>
          </p:cNvPr>
          <p:cNvSpPr/>
          <p:nvPr/>
        </p:nvSpPr>
        <p:spPr>
          <a:xfrm>
            <a:off x="10032968" y="4238991"/>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err="1">
                <a:solidFill>
                  <a:schemeClr val="tx1"/>
                </a:solidFill>
              </a:rPr>
              <a:t>MilliCard</a:t>
            </a:r>
            <a:endParaRPr lang="en-US" sz="800" dirty="0">
              <a:solidFill>
                <a:schemeClr val="tx1"/>
              </a:solidFill>
            </a:endParaRPr>
          </a:p>
        </p:txBody>
      </p:sp>
      <p:sp>
        <p:nvSpPr>
          <p:cNvPr id="529" name="Rectangle: Rounded Corners 528">
            <a:extLst>
              <a:ext uri="{FF2B5EF4-FFF2-40B4-BE49-F238E27FC236}">
                <a16:creationId xmlns:a16="http://schemas.microsoft.com/office/drawing/2014/main" id="{C4D17C3D-9F2E-E6E7-09F0-B16CF03E162B}"/>
              </a:ext>
            </a:extLst>
          </p:cNvPr>
          <p:cNvSpPr/>
          <p:nvPr/>
        </p:nvSpPr>
        <p:spPr>
          <a:xfrm>
            <a:off x="10032968" y="4398895"/>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tx1"/>
                </a:solidFill>
              </a:rPr>
              <a:t>Mobile Bank</a:t>
            </a:r>
          </a:p>
        </p:txBody>
      </p:sp>
      <p:sp>
        <p:nvSpPr>
          <p:cNvPr id="531" name="Rectangle: Rounded Corners 530">
            <a:extLst>
              <a:ext uri="{FF2B5EF4-FFF2-40B4-BE49-F238E27FC236}">
                <a16:creationId xmlns:a16="http://schemas.microsoft.com/office/drawing/2014/main" id="{C6597BB1-55CD-2C6C-2BB3-60B274DC1E47}"/>
              </a:ext>
            </a:extLst>
          </p:cNvPr>
          <p:cNvSpPr/>
          <p:nvPr/>
        </p:nvSpPr>
        <p:spPr>
          <a:xfrm>
            <a:off x="10032968" y="4558791"/>
            <a:ext cx="147111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err="1">
                <a:solidFill>
                  <a:schemeClr val="tx1"/>
                </a:solidFill>
              </a:rPr>
              <a:t>AzeriCard</a:t>
            </a:r>
            <a:endParaRPr lang="en-US" sz="800" dirty="0">
              <a:solidFill>
                <a:schemeClr val="tx1"/>
              </a:solidFill>
            </a:endParaRPr>
          </a:p>
        </p:txBody>
      </p:sp>
      <p:sp>
        <p:nvSpPr>
          <p:cNvPr id="555" name="object 265">
            <a:extLst>
              <a:ext uri="{FF2B5EF4-FFF2-40B4-BE49-F238E27FC236}">
                <a16:creationId xmlns:a16="http://schemas.microsoft.com/office/drawing/2014/main" id="{39EA93A0-DFB3-4A4B-5A5E-72388FEE2968}"/>
              </a:ext>
            </a:extLst>
          </p:cNvPr>
          <p:cNvSpPr>
            <a:spLocks/>
          </p:cNvSpPr>
          <p:nvPr/>
        </p:nvSpPr>
        <p:spPr>
          <a:xfrm>
            <a:off x="563515" y="1879197"/>
            <a:ext cx="9321623" cy="2839337"/>
          </a:xfrm>
          <a:prstGeom prst="roundRect">
            <a:avLst>
              <a:gd name="adj" fmla="val 3364"/>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Core &amp; Core Related Systems</a:t>
            </a:r>
          </a:p>
        </p:txBody>
      </p:sp>
      <p:sp>
        <p:nvSpPr>
          <p:cNvPr id="558" name="Rectangle: Rounded Corners 557">
            <a:extLst>
              <a:ext uri="{FF2B5EF4-FFF2-40B4-BE49-F238E27FC236}">
                <a16:creationId xmlns:a16="http://schemas.microsoft.com/office/drawing/2014/main" id="{4CD80A7F-3BB7-7EAD-1398-7CA5AA938C01}"/>
              </a:ext>
            </a:extLst>
          </p:cNvPr>
          <p:cNvSpPr>
            <a:spLocks/>
          </p:cNvSpPr>
          <p:nvPr/>
        </p:nvSpPr>
        <p:spPr>
          <a:xfrm>
            <a:off x="3561455" y="1943185"/>
            <a:ext cx="6239536" cy="144736"/>
          </a:xfrm>
          <a:prstGeom prst="round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CORE BANKING SYSTEM</a:t>
            </a:r>
          </a:p>
        </p:txBody>
      </p:sp>
      <p:sp>
        <p:nvSpPr>
          <p:cNvPr id="560" name="Rectangle: Rounded Corners 559">
            <a:extLst>
              <a:ext uri="{FF2B5EF4-FFF2-40B4-BE49-F238E27FC236}">
                <a16:creationId xmlns:a16="http://schemas.microsoft.com/office/drawing/2014/main" id="{C49BF629-6B3F-0915-18F1-B13AB59A55A0}"/>
              </a:ext>
            </a:extLst>
          </p:cNvPr>
          <p:cNvSpPr/>
          <p:nvPr/>
        </p:nvSpPr>
        <p:spPr>
          <a:xfrm>
            <a:off x="3561455" y="226299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Funds Transf.</a:t>
            </a:r>
            <a:endParaRPr lang="en-US" sz="800" dirty="0">
              <a:solidFill>
                <a:schemeClr val="tx1"/>
              </a:solidFill>
            </a:endParaRPr>
          </a:p>
        </p:txBody>
      </p:sp>
      <p:sp>
        <p:nvSpPr>
          <p:cNvPr id="561" name="Rectangle: Rounded Corners 560">
            <a:extLst>
              <a:ext uri="{FF2B5EF4-FFF2-40B4-BE49-F238E27FC236}">
                <a16:creationId xmlns:a16="http://schemas.microsoft.com/office/drawing/2014/main" id="{AB1E4046-4C1A-AB1E-6C0D-765ED16C9067}"/>
              </a:ext>
            </a:extLst>
          </p:cNvPr>
          <p:cNvSpPr/>
          <p:nvPr/>
        </p:nvSpPr>
        <p:spPr>
          <a:xfrm>
            <a:off x="3561455" y="242289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Loan Payment</a:t>
            </a:r>
            <a:endParaRPr lang="en-US" sz="800" dirty="0">
              <a:solidFill>
                <a:schemeClr val="tx1"/>
              </a:solidFill>
            </a:endParaRPr>
          </a:p>
        </p:txBody>
      </p:sp>
      <p:sp>
        <p:nvSpPr>
          <p:cNvPr id="562" name="Rectangle: Rounded Corners 561">
            <a:extLst>
              <a:ext uri="{FF2B5EF4-FFF2-40B4-BE49-F238E27FC236}">
                <a16:creationId xmlns:a16="http://schemas.microsoft.com/office/drawing/2014/main" id="{28E8470A-313D-E62E-528B-521B64487FDF}"/>
              </a:ext>
            </a:extLst>
          </p:cNvPr>
          <p:cNvSpPr/>
          <p:nvPr/>
        </p:nvSpPr>
        <p:spPr>
          <a:xfrm>
            <a:off x="3561455" y="258280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Cash Management</a:t>
            </a:r>
            <a:endParaRPr lang="en-US" sz="800" dirty="0">
              <a:solidFill>
                <a:schemeClr val="tx1"/>
              </a:solidFill>
            </a:endParaRPr>
          </a:p>
        </p:txBody>
      </p:sp>
      <p:sp>
        <p:nvSpPr>
          <p:cNvPr id="563" name="Rectangle: Rounded Corners 562">
            <a:extLst>
              <a:ext uri="{FF2B5EF4-FFF2-40B4-BE49-F238E27FC236}">
                <a16:creationId xmlns:a16="http://schemas.microsoft.com/office/drawing/2014/main" id="{0612299C-13D9-5F15-BFD7-14ACD527B246}"/>
              </a:ext>
            </a:extLst>
          </p:cNvPr>
          <p:cNvSpPr/>
          <p:nvPr/>
        </p:nvSpPr>
        <p:spPr>
          <a:xfrm>
            <a:off x="3561455" y="274270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Standing Instr.</a:t>
            </a:r>
            <a:endParaRPr lang="en-US" sz="800" dirty="0">
              <a:solidFill>
                <a:schemeClr val="tx1"/>
              </a:solidFill>
            </a:endParaRPr>
          </a:p>
        </p:txBody>
      </p:sp>
      <p:sp>
        <p:nvSpPr>
          <p:cNvPr id="564" name="Rectangle: Rounded Corners 563">
            <a:extLst>
              <a:ext uri="{FF2B5EF4-FFF2-40B4-BE49-F238E27FC236}">
                <a16:creationId xmlns:a16="http://schemas.microsoft.com/office/drawing/2014/main" id="{C5A0EFFE-F213-7A61-88A5-CDFA3B04B283}"/>
              </a:ext>
            </a:extLst>
          </p:cNvPr>
          <p:cNvSpPr/>
          <p:nvPr/>
        </p:nvSpPr>
        <p:spPr>
          <a:xfrm>
            <a:off x="3561455" y="2902609"/>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Payment / Collection</a:t>
            </a:r>
            <a:endParaRPr lang="en-US" sz="800" dirty="0">
              <a:solidFill>
                <a:schemeClr val="tx1"/>
              </a:solidFill>
            </a:endParaRPr>
          </a:p>
        </p:txBody>
      </p:sp>
      <p:sp>
        <p:nvSpPr>
          <p:cNvPr id="565" name="Rectangle: Rounded Corners 564">
            <a:extLst>
              <a:ext uri="{FF2B5EF4-FFF2-40B4-BE49-F238E27FC236}">
                <a16:creationId xmlns:a16="http://schemas.microsoft.com/office/drawing/2014/main" id="{1A325745-6961-944E-A0A1-58241BDFB395}"/>
              </a:ext>
            </a:extLst>
          </p:cNvPr>
          <p:cNvSpPr/>
          <p:nvPr/>
        </p:nvSpPr>
        <p:spPr>
          <a:xfrm>
            <a:off x="3561455" y="306251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Nostro Reconciliation</a:t>
            </a:r>
            <a:endParaRPr lang="en-US" sz="800" dirty="0">
              <a:solidFill>
                <a:schemeClr val="tx1"/>
              </a:solidFill>
            </a:endParaRPr>
          </a:p>
        </p:txBody>
      </p:sp>
      <p:sp>
        <p:nvSpPr>
          <p:cNvPr id="566" name="Rectangle: Rounded Corners 565">
            <a:extLst>
              <a:ext uri="{FF2B5EF4-FFF2-40B4-BE49-F238E27FC236}">
                <a16:creationId xmlns:a16="http://schemas.microsoft.com/office/drawing/2014/main" id="{E8E266AB-6263-6A3E-357A-0F707BE7F606}"/>
              </a:ext>
            </a:extLst>
          </p:cNvPr>
          <p:cNvSpPr/>
          <p:nvPr/>
        </p:nvSpPr>
        <p:spPr>
          <a:xfrm>
            <a:off x="3561455" y="322241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Messages</a:t>
            </a:r>
            <a:endParaRPr lang="en-US" sz="800" dirty="0">
              <a:solidFill>
                <a:schemeClr val="tx1"/>
              </a:solidFill>
            </a:endParaRPr>
          </a:p>
        </p:txBody>
      </p:sp>
      <p:sp>
        <p:nvSpPr>
          <p:cNvPr id="567" name="Rectangle: Rounded Corners 566">
            <a:extLst>
              <a:ext uri="{FF2B5EF4-FFF2-40B4-BE49-F238E27FC236}">
                <a16:creationId xmlns:a16="http://schemas.microsoft.com/office/drawing/2014/main" id="{0BDA7EC7-6962-F5FA-C03D-E35486AEC32F}"/>
              </a:ext>
            </a:extLst>
          </p:cNvPr>
          <p:cNvSpPr/>
          <p:nvPr/>
        </p:nvSpPr>
        <p:spPr>
          <a:xfrm>
            <a:off x="3561455" y="338232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Issuing &amp; Acquiring f.upl.</a:t>
            </a:r>
            <a:endParaRPr lang="en-US" sz="800" dirty="0">
              <a:solidFill>
                <a:schemeClr val="tx1"/>
              </a:solidFill>
            </a:endParaRPr>
          </a:p>
        </p:txBody>
      </p:sp>
      <p:sp>
        <p:nvSpPr>
          <p:cNvPr id="568" name="Rectangle: Rounded Corners 567">
            <a:extLst>
              <a:ext uri="{FF2B5EF4-FFF2-40B4-BE49-F238E27FC236}">
                <a16:creationId xmlns:a16="http://schemas.microsoft.com/office/drawing/2014/main" id="{83853805-7F64-42B4-2F22-658DA7FC1DB4}"/>
              </a:ext>
            </a:extLst>
          </p:cNvPr>
          <p:cNvSpPr/>
          <p:nvPr/>
        </p:nvSpPr>
        <p:spPr>
          <a:xfrm>
            <a:off x="3561455" y="3570800"/>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Trade Finance</a:t>
            </a:r>
          </a:p>
        </p:txBody>
      </p:sp>
      <p:sp>
        <p:nvSpPr>
          <p:cNvPr id="569" name="Rectangle: Rounded Corners 568">
            <a:extLst>
              <a:ext uri="{FF2B5EF4-FFF2-40B4-BE49-F238E27FC236}">
                <a16:creationId xmlns:a16="http://schemas.microsoft.com/office/drawing/2014/main" id="{7EF3DE20-C115-23F2-1CFD-3AA885BC2DA2}"/>
              </a:ext>
            </a:extLst>
          </p:cNvPr>
          <p:cNvSpPr/>
          <p:nvPr/>
        </p:nvSpPr>
        <p:spPr>
          <a:xfrm>
            <a:off x="3561455" y="3730704"/>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LC and LG</a:t>
            </a:r>
            <a:endParaRPr lang="en-US" sz="800" dirty="0">
              <a:solidFill>
                <a:schemeClr val="tx1"/>
              </a:solidFill>
            </a:endParaRPr>
          </a:p>
        </p:txBody>
      </p:sp>
      <p:sp>
        <p:nvSpPr>
          <p:cNvPr id="570" name="Rectangle: Rounded Corners 569">
            <a:extLst>
              <a:ext uri="{FF2B5EF4-FFF2-40B4-BE49-F238E27FC236}">
                <a16:creationId xmlns:a16="http://schemas.microsoft.com/office/drawing/2014/main" id="{2289CA27-50DA-351A-19CF-84F767E5A7B3}"/>
              </a:ext>
            </a:extLst>
          </p:cNvPr>
          <p:cNvSpPr/>
          <p:nvPr/>
        </p:nvSpPr>
        <p:spPr>
          <a:xfrm>
            <a:off x="3561455" y="3890608"/>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Bill &amp; Collection</a:t>
            </a:r>
            <a:endParaRPr lang="en-US" sz="800" dirty="0">
              <a:solidFill>
                <a:schemeClr val="tx1"/>
              </a:solidFill>
            </a:endParaRPr>
          </a:p>
        </p:txBody>
      </p:sp>
      <p:sp>
        <p:nvSpPr>
          <p:cNvPr id="571" name="Rectangle: Rounded Corners 570">
            <a:extLst>
              <a:ext uri="{FF2B5EF4-FFF2-40B4-BE49-F238E27FC236}">
                <a16:creationId xmlns:a16="http://schemas.microsoft.com/office/drawing/2014/main" id="{4479EC46-5F53-8774-C49A-C99D94804FD0}"/>
              </a:ext>
            </a:extLst>
          </p:cNvPr>
          <p:cNvSpPr/>
          <p:nvPr/>
        </p:nvSpPr>
        <p:spPr>
          <a:xfrm>
            <a:off x="3561455" y="4050512"/>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Guarantees</a:t>
            </a:r>
            <a:endParaRPr lang="en-US" sz="800" dirty="0">
              <a:solidFill>
                <a:schemeClr val="tx1"/>
              </a:solidFill>
            </a:endParaRPr>
          </a:p>
        </p:txBody>
      </p:sp>
      <p:sp>
        <p:nvSpPr>
          <p:cNvPr id="572" name="Rectangle: Rounded Corners 571">
            <a:extLst>
              <a:ext uri="{FF2B5EF4-FFF2-40B4-BE49-F238E27FC236}">
                <a16:creationId xmlns:a16="http://schemas.microsoft.com/office/drawing/2014/main" id="{F9509A63-4BF0-846A-D741-CDC99234E514}"/>
              </a:ext>
            </a:extLst>
          </p:cNvPr>
          <p:cNvSpPr/>
          <p:nvPr/>
        </p:nvSpPr>
        <p:spPr>
          <a:xfrm>
            <a:off x="3561455" y="4242166"/>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Risk and Reporting</a:t>
            </a:r>
          </a:p>
        </p:txBody>
      </p:sp>
      <p:sp>
        <p:nvSpPr>
          <p:cNvPr id="573" name="Rectangle: Rounded Corners 572">
            <a:extLst>
              <a:ext uri="{FF2B5EF4-FFF2-40B4-BE49-F238E27FC236}">
                <a16:creationId xmlns:a16="http://schemas.microsoft.com/office/drawing/2014/main" id="{5B00CD89-2E7A-0FC1-A67A-4472D1D56A99}"/>
              </a:ext>
            </a:extLst>
          </p:cNvPr>
          <p:cNvSpPr/>
          <p:nvPr/>
        </p:nvSpPr>
        <p:spPr>
          <a:xfrm>
            <a:off x="3561455" y="4402070"/>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Relat.Pricing</a:t>
            </a:r>
            <a:endParaRPr lang="en-US" sz="800" dirty="0">
              <a:solidFill>
                <a:schemeClr val="tx1"/>
              </a:solidFill>
            </a:endParaRPr>
          </a:p>
        </p:txBody>
      </p:sp>
      <p:sp>
        <p:nvSpPr>
          <p:cNvPr id="574" name="Rectangle: Rounded Corners 573">
            <a:extLst>
              <a:ext uri="{FF2B5EF4-FFF2-40B4-BE49-F238E27FC236}">
                <a16:creationId xmlns:a16="http://schemas.microsoft.com/office/drawing/2014/main" id="{2E59B370-A29B-8203-8D50-C78FBADF5172}"/>
              </a:ext>
            </a:extLst>
          </p:cNvPr>
          <p:cNvSpPr/>
          <p:nvPr/>
        </p:nvSpPr>
        <p:spPr>
          <a:xfrm>
            <a:off x="3561455" y="4561966"/>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Account / MIS</a:t>
            </a:r>
            <a:endParaRPr lang="en-US" sz="800" dirty="0">
              <a:solidFill>
                <a:schemeClr val="tx1"/>
              </a:solidFill>
            </a:endParaRPr>
          </a:p>
        </p:txBody>
      </p:sp>
      <p:sp>
        <p:nvSpPr>
          <p:cNvPr id="577" name="Rectangle: Rounded Corners 576">
            <a:extLst>
              <a:ext uri="{FF2B5EF4-FFF2-40B4-BE49-F238E27FC236}">
                <a16:creationId xmlns:a16="http://schemas.microsoft.com/office/drawing/2014/main" id="{9558386F-748A-507D-0A23-47CD72324586}"/>
              </a:ext>
            </a:extLst>
          </p:cNvPr>
          <p:cNvSpPr/>
          <p:nvPr/>
        </p:nvSpPr>
        <p:spPr>
          <a:xfrm>
            <a:off x="5159742" y="2103089"/>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Loan Management</a:t>
            </a:r>
            <a:endParaRPr lang="en-US" sz="800" dirty="0">
              <a:solidFill>
                <a:schemeClr val="bg1"/>
              </a:solidFill>
            </a:endParaRPr>
          </a:p>
        </p:txBody>
      </p:sp>
      <p:sp>
        <p:nvSpPr>
          <p:cNvPr id="578" name="Rectangle: Rounded Corners 577">
            <a:extLst>
              <a:ext uri="{FF2B5EF4-FFF2-40B4-BE49-F238E27FC236}">
                <a16:creationId xmlns:a16="http://schemas.microsoft.com/office/drawing/2014/main" id="{6C215CEC-F1A4-6477-DB68-13FD51681D5A}"/>
              </a:ext>
            </a:extLst>
          </p:cNvPr>
          <p:cNvSpPr/>
          <p:nvPr/>
        </p:nvSpPr>
        <p:spPr>
          <a:xfrm>
            <a:off x="5159742" y="226299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Retail Loan</a:t>
            </a:r>
            <a:endParaRPr lang="en-US" sz="800" dirty="0">
              <a:solidFill>
                <a:schemeClr val="tx1"/>
              </a:solidFill>
            </a:endParaRPr>
          </a:p>
        </p:txBody>
      </p:sp>
      <p:sp>
        <p:nvSpPr>
          <p:cNvPr id="579" name="Rectangle: Rounded Corners 578">
            <a:extLst>
              <a:ext uri="{FF2B5EF4-FFF2-40B4-BE49-F238E27FC236}">
                <a16:creationId xmlns:a16="http://schemas.microsoft.com/office/drawing/2014/main" id="{BCC46CF1-5015-3A2D-3301-39A47A9B1609}"/>
              </a:ext>
            </a:extLst>
          </p:cNvPr>
          <p:cNvSpPr/>
          <p:nvPr/>
        </p:nvSpPr>
        <p:spPr>
          <a:xfrm>
            <a:off x="5159742" y="242289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Corporate Loan</a:t>
            </a:r>
            <a:endParaRPr lang="en-US" sz="800" dirty="0">
              <a:solidFill>
                <a:schemeClr val="tx1"/>
              </a:solidFill>
            </a:endParaRPr>
          </a:p>
        </p:txBody>
      </p:sp>
      <p:sp>
        <p:nvSpPr>
          <p:cNvPr id="580" name="Rectangle: Rounded Corners 579">
            <a:extLst>
              <a:ext uri="{FF2B5EF4-FFF2-40B4-BE49-F238E27FC236}">
                <a16:creationId xmlns:a16="http://schemas.microsoft.com/office/drawing/2014/main" id="{0B14038D-3485-2416-D2E8-44B13869A595}"/>
              </a:ext>
            </a:extLst>
          </p:cNvPr>
          <p:cNvSpPr/>
          <p:nvPr/>
        </p:nvSpPr>
        <p:spPr>
          <a:xfrm>
            <a:off x="5159742" y="258280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Loan Syndicate</a:t>
            </a:r>
            <a:endParaRPr lang="en-US" sz="800" dirty="0">
              <a:solidFill>
                <a:schemeClr val="tx1"/>
              </a:solidFill>
            </a:endParaRPr>
          </a:p>
        </p:txBody>
      </p:sp>
      <p:sp>
        <p:nvSpPr>
          <p:cNvPr id="581" name="Rectangle: Rounded Corners 580">
            <a:extLst>
              <a:ext uri="{FF2B5EF4-FFF2-40B4-BE49-F238E27FC236}">
                <a16:creationId xmlns:a16="http://schemas.microsoft.com/office/drawing/2014/main" id="{9F0DAFDC-AA07-E458-E58A-DDBA266BADB6}"/>
              </a:ext>
            </a:extLst>
          </p:cNvPr>
          <p:cNvSpPr/>
          <p:nvPr/>
        </p:nvSpPr>
        <p:spPr>
          <a:xfrm>
            <a:off x="5159742" y="274270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Commercial Leasing</a:t>
            </a:r>
            <a:endParaRPr lang="en-US" sz="800" dirty="0">
              <a:solidFill>
                <a:schemeClr val="tx1"/>
              </a:solidFill>
            </a:endParaRPr>
          </a:p>
        </p:txBody>
      </p:sp>
      <p:sp>
        <p:nvSpPr>
          <p:cNvPr id="582" name="Rectangle: Rounded Corners 581">
            <a:extLst>
              <a:ext uri="{FF2B5EF4-FFF2-40B4-BE49-F238E27FC236}">
                <a16:creationId xmlns:a16="http://schemas.microsoft.com/office/drawing/2014/main" id="{AFC8732B-401A-F926-8BE7-B5DC3EB1E948}"/>
              </a:ext>
            </a:extLst>
          </p:cNvPr>
          <p:cNvSpPr/>
          <p:nvPr/>
        </p:nvSpPr>
        <p:spPr>
          <a:xfrm>
            <a:off x="5159742" y="2902609"/>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Mortgages</a:t>
            </a:r>
            <a:endParaRPr lang="en-US" sz="800" dirty="0">
              <a:solidFill>
                <a:schemeClr val="tx1"/>
              </a:solidFill>
            </a:endParaRPr>
          </a:p>
        </p:txBody>
      </p:sp>
      <p:sp>
        <p:nvSpPr>
          <p:cNvPr id="583" name="Rectangle: Rounded Corners 582">
            <a:extLst>
              <a:ext uri="{FF2B5EF4-FFF2-40B4-BE49-F238E27FC236}">
                <a16:creationId xmlns:a16="http://schemas.microsoft.com/office/drawing/2014/main" id="{62061D60-3D64-7259-0561-1F069D5D0AE7}"/>
              </a:ext>
            </a:extLst>
          </p:cNvPr>
          <p:cNvSpPr/>
          <p:nvPr/>
        </p:nvSpPr>
        <p:spPr>
          <a:xfrm>
            <a:off x="5159742" y="306251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Lending</a:t>
            </a:r>
            <a:endParaRPr lang="en-US" sz="800" dirty="0">
              <a:solidFill>
                <a:schemeClr val="tx1"/>
              </a:solidFill>
            </a:endParaRPr>
          </a:p>
        </p:txBody>
      </p:sp>
      <p:sp>
        <p:nvSpPr>
          <p:cNvPr id="584" name="Rectangle: Rounded Corners 583">
            <a:extLst>
              <a:ext uri="{FF2B5EF4-FFF2-40B4-BE49-F238E27FC236}">
                <a16:creationId xmlns:a16="http://schemas.microsoft.com/office/drawing/2014/main" id="{5E67509A-C2AD-5360-9C4B-6D13AA0AF294}"/>
              </a:ext>
            </a:extLst>
          </p:cNvPr>
          <p:cNvSpPr/>
          <p:nvPr/>
        </p:nvSpPr>
        <p:spPr>
          <a:xfrm>
            <a:off x="5159742" y="322241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Provisioning</a:t>
            </a:r>
            <a:endParaRPr lang="en-US" sz="800" dirty="0">
              <a:solidFill>
                <a:schemeClr val="tx1"/>
              </a:solidFill>
            </a:endParaRPr>
          </a:p>
        </p:txBody>
      </p:sp>
      <p:sp>
        <p:nvSpPr>
          <p:cNvPr id="585" name="Rectangle: Rounded Corners 584">
            <a:extLst>
              <a:ext uri="{FF2B5EF4-FFF2-40B4-BE49-F238E27FC236}">
                <a16:creationId xmlns:a16="http://schemas.microsoft.com/office/drawing/2014/main" id="{8C9442E4-5631-87EF-613B-1E1483831E0B}"/>
              </a:ext>
            </a:extLst>
          </p:cNvPr>
          <p:cNvSpPr/>
          <p:nvPr/>
        </p:nvSpPr>
        <p:spPr>
          <a:xfrm>
            <a:off x="5159742" y="338232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Loan Portfolio</a:t>
            </a:r>
            <a:endParaRPr lang="en-US" sz="800" dirty="0">
              <a:solidFill>
                <a:schemeClr val="tx1"/>
              </a:solidFill>
            </a:endParaRPr>
          </a:p>
        </p:txBody>
      </p:sp>
      <p:grpSp>
        <p:nvGrpSpPr>
          <p:cNvPr id="695" name="Group 694">
            <a:extLst>
              <a:ext uri="{FF2B5EF4-FFF2-40B4-BE49-F238E27FC236}">
                <a16:creationId xmlns:a16="http://schemas.microsoft.com/office/drawing/2014/main" id="{CBE80FBC-DF40-7022-DD92-DE6AEA28E0FB}"/>
              </a:ext>
            </a:extLst>
          </p:cNvPr>
          <p:cNvGrpSpPr/>
          <p:nvPr/>
        </p:nvGrpSpPr>
        <p:grpSpPr>
          <a:xfrm>
            <a:off x="5159742" y="3570800"/>
            <a:ext cx="1444676" cy="944256"/>
            <a:chOff x="5159742" y="3535554"/>
            <a:chExt cx="1444676" cy="944256"/>
          </a:xfrm>
        </p:grpSpPr>
        <p:sp>
          <p:nvSpPr>
            <p:cNvPr id="586" name="Rectangle: Rounded Corners 585">
              <a:extLst>
                <a:ext uri="{FF2B5EF4-FFF2-40B4-BE49-F238E27FC236}">
                  <a16:creationId xmlns:a16="http://schemas.microsoft.com/office/drawing/2014/main" id="{FA324B57-C31C-59BE-067C-9C23806F38AD}"/>
                </a:ext>
              </a:extLst>
            </p:cNvPr>
            <p:cNvSpPr/>
            <p:nvPr/>
          </p:nvSpPr>
          <p:spPr>
            <a:xfrm>
              <a:off x="5159742" y="3535554"/>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Treasure</a:t>
              </a:r>
              <a:endParaRPr lang="en-US" sz="800" dirty="0">
                <a:solidFill>
                  <a:schemeClr val="bg1"/>
                </a:solidFill>
              </a:endParaRPr>
            </a:p>
          </p:txBody>
        </p:sp>
        <p:sp>
          <p:nvSpPr>
            <p:cNvPr id="587" name="Rectangle: Rounded Corners 586">
              <a:extLst>
                <a:ext uri="{FF2B5EF4-FFF2-40B4-BE49-F238E27FC236}">
                  <a16:creationId xmlns:a16="http://schemas.microsoft.com/office/drawing/2014/main" id="{2E749E24-98F8-FAE7-3101-67AE81D98E42}"/>
                </a:ext>
              </a:extLst>
            </p:cNvPr>
            <p:cNvSpPr/>
            <p:nvPr/>
          </p:nvSpPr>
          <p:spPr>
            <a:xfrm>
              <a:off x="5159742" y="3695458"/>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ForEx</a:t>
              </a:r>
              <a:endParaRPr lang="en-US" sz="800" dirty="0">
                <a:solidFill>
                  <a:schemeClr val="tx1"/>
                </a:solidFill>
              </a:endParaRPr>
            </a:p>
          </p:txBody>
        </p:sp>
        <p:sp>
          <p:nvSpPr>
            <p:cNvPr id="588" name="Rectangle: Rounded Corners 587">
              <a:extLst>
                <a:ext uri="{FF2B5EF4-FFF2-40B4-BE49-F238E27FC236}">
                  <a16:creationId xmlns:a16="http://schemas.microsoft.com/office/drawing/2014/main" id="{771F0911-044C-3500-11E5-72D3D803B38A}"/>
                </a:ext>
              </a:extLst>
            </p:cNvPr>
            <p:cNvSpPr/>
            <p:nvPr/>
          </p:nvSpPr>
          <p:spPr>
            <a:xfrm>
              <a:off x="5159742" y="3855362"/>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Money Market</a:t>
              </a:r>
              <a:endParaRPr lang="en-US" sz="800" dirty="0">
                <a:solidFill>
                  <a:schemeClr val="tx1"/>
                </a:solidFill>
              </a:endParaRPr>
            </a:p>
          </p:txBody>
        </p:sp>
        <p:sp>
          <p:nvSpPr>
            <p:cNvPr id="589" name="Rectangle: Rounded Corners 588">
              <a:extLst>
                <a:ext uri="{FF2B5EF4-FFF2-40B4-BE49-F238E27FC236}">
                  <a16:creationId xmlns:a16="http://schemas.microsoft.com/office/drawing/2014/main" id="{D1753E78-DE14-5111-C4C9-5CC560AC69E6}"/>
                </a:ext>
              </a:extLst>
            </p:cNvPr>
            <p:cNvSpPr/>
            <p:nvPr/>
          </p:nvSpPr>
          <p:spPr>
            <a:xfrm>
              <a:off x="5159742" y="4015266"/>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Securities</a:t>
              </a:r>
              <a:endParaRPr lang="en-US" sz="800" dirty="0">
                <a:solidFill>
                  <a:schemeClr val="tx1"/>
                </a:solidFill>
              </a:endParaRPr>
            </a:p>
          </p:txBody>
        </p:sp>
        <p:sp>
          <p:nvSpPr>
            <p:cNvPr id="590" name="Rectangle: Rounded Corners 589">
              <a:extLst>
                <a:ext uri="{FF2B5EF4-FFF2-40B4-BE49-F238E27FC236}">
                  <a16:creationId xmlns:a16="http://schemas.microsoft.com/office/drawing/2014/main" id="{EB9A451A-11A5-86AB-8E94-5DC0026456CA}"/>
                </a:ext>
              </a:extLst>
            </p:cNvPr>
            <p:cNvSpPr/>
            <p:nvPr/>
          </p:nvSpPr>
          <p:spPr>
            <a:xfrm>
              <a:off x="5159742" y="4175170"/>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Treasury CCY</a:t>
              </a:r>
              <a:endParaRPr lang="en-US" sz="800" dirty="0">
                <a:solidFill>
                  <a:schemeClr val="tx1"/>
                </a:solidFill>
              </a:endParaRPr>
            </a:p>
          </p:txBody>
        </p:sp>
        <p:sp>
          <p:nvSpPr>
            <p:cNvPr id="591" name="Rectangle: Rounded Corners 590">
              <a:extLst>
                <a:ext uri="{FF2B5EF4-FFF2-40B4-BE49-F238E27FC236}">
                  <a16:creationId xmlns:a16="http://schemas.microsoft.com/office/drawing/2014/main" id="{3C99E5FB-04AE-AABE-FA21-24013C2E189A}"/>
                </a:ext>
              </a:extLst>
            </p:cNvPr>
            <p:cNvSpPr/>
            <p:nvPr/>
          </p:nvSpPr>
          <p:spPr>
            <a:xfrm>
              <a:off x="5159742" y="4335074"/>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Periodic Rate Upload</a:t>
              </a:r>
              <a:endParaRPr lang="en-US" sz="800" dirty="0">
                <a:solidFill>
                  <a:schemeClr val="tx1"/>
                </a:solidFill>
              </a:endParaRPr>
            </a:p>
          </p:txBody>
        </p:sp>
      </p:grpSp>
      <p:sp>
        <p:nvSpPr>
          <p:cNvPr id="595" name="Rectangle: Rounded Corners 594">
            <a:extLst>
              <a:ext uri="{FF2B5EF4-FFF2-40B4-BE49-F238E27FC236}">
                <a16:creationId xmlns:a16="http://schemas.microsoft.com/office/drawing/2014/main" id="{E857864C-48B7-1503-8E5F-FBB5EF6A1711}"/>
              </a:ext>
            </a:extLst>
          </p:cNvPr>
          <p:cNvSpPr/>
          <p:nvPr/>
        </p:nvSpPr>
        <p:spPr>
          <a:xfrm>
            <a:off x="6758029" y="2103089"/>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Accounts</a:t>
            </a:r>
            <a:endParaRPr lang="en-US" sz="800" dirty="0">
              <a:solidFill>
                <a:schemeClr val="bg1"/>
              </a:solidFill>
            </a:endParaRPr>
          </a:p>
        </p:txBody>
      </p:sp>
      <p:sp>
        <p:nvSpPr>
          <p:cNvPr id="596" name="Rectangle: Rounded Corners 595">
            <a:extLst>
              <a:ext uri="{FF2B5EF4-FFF2-40B4-BE49-F238E27FC236}">
                <a16:creationId xmlns:a16="http://schemas.microsoft.com/office/drawing/2014/main" id="{DD08D498-27B7-B0DA-31D9-218B773A8F20}"/>
              </a:ext>
            </a:extLst>
          </p:cNvPr>
          <p:cNvSpPr/>
          <p:nvPr/>
        </p:nvSpPr>
        <p:spPr>
          <a:xfrm>
            <a:off x="6758029" y="226299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Savings</a:t>
            </a:r>
            <a:endParaRPr lang="en-US" sz="800" dirty="0">
              <a:solidFill>
                <a:schemeClr val="tx1"/>
              </a:solidFill>
            </a:endParaRPr>
          </a:p>
        </p:txBody>
      </p:sp>
      <p:sp>
        <p:nvSpPr>
          <p:cNvPr id="597" name="Rectangle: Rounded Corners 596">
            <a:extLst>
              <a:ext uri="{FF2B5EF4-FFF2-40B4-BE49-F238E27FC236}">
                <a16:creationId xmlns:a16="http://schemas.microsoft.com/office/drawing/2014/main" id="{383A281E-4846-7A7D-F498-F5A72CBB3016}"/>
              </a:ext>
            </a:extLst>
          </p:cNvPr>
          <p:cNvSpPr/>
          <p:nvPr/>
        </p:nvSpPr>
        <p:spPr>
          <a:xfrm>
            <a:off x="6758029" y="242289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Current</a:t>
            </a:r>
            <a:endParaRPr lang="en-US" sz="800" dirty="0">
              <a:solidFill>
                <a:schemeClr val="tx1"/>
              </a:solidFill>
            </a:endParaRPr>
          </a:p>
        </p:txBody>
      </p:sp>
      <p:sp>
        <p:nvSpPr>
          <p:cNvPr id="598" name="Rectangle: Rounded Corners 597">
            <a:extLst>
              <a:ext uri="{FF2B5EF4-FFF2-40B4-BE49-F238E27FC236}">
                <a16:creationId xmlns:a16="http://schemas.microsoft.com/office/drawing/2014/main" id="{B18E86A0-6762-3986-F1ED-A0FC5DA15348}"/>
              </a:ext>
            </a:extLst>
          </p:cNvPr>
          <p:cNvSpPr/>
          <p:nvPr/>
        </p:nvSpPr>
        <p:spPr>
          <a:xfrm>
            <a:off x="6758029" y="258280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Overdraft</a:t>
            </a:r>
            <a:endParaRPr lang="en-US" sz="800" dirty="0">
              <a:solidFill>
                <a:schemeClr val="tx1"/>
              </a:solidFill>
            </a:endParaRPr>
          </a:p>
        </p:txBody>
      </p:sp>
      <p:sp>
        <p:nvSpPr>
          <p:cNvPr id="599" name="Rectangle: Rounded Corners 598">
            <a:extLst>
              <a:ext uri="{FF2B5EF4-FFF2-40B4-BE49-F238E27FC236}">
                <a16:creationId xmlns:a16="http://schemas.microsoft.com/office/drawing/2014/main" id="{4C6E922E-D341-62B8-89D2-61726588C9F2}"/>
              </a:ext>
            </a:extLst>
          </p:cNvPr>
          <p:cNvSpPr/>
          <p:nvPr/>
        </p:nvSpPr>
        <p:spPr>
          <a:xfrm>
            <a:off x="6758029" y="274270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Data Entry</a:t>
            </a:r>
            <a:endParaRPr lang="en-US" sz="800" dirty="0">
              <a:solidFill>
                <a:schemeClr val="tx1"/>
              </a:solidFill>
            </a:endParaRPr>
          </a:p>
        </p:txBody>
      </p:sp>
      <p:sp>
        <p:nvSpPr>
          <p:cNvPr id="600" name="Rectangle: Rounded Corners 599">
            <a:extLst>
              <a:ext uri="{FF2B5EF4-FFF2-40B4-BE49-F238E27FC236}">
                <a16:creationId xmlns:a16="http://schemas.microsoft.com/office/drawing/2014/main" id="{47587807-7F86-2673-CDB3-AB15E1AD32D0}"/>
              </a:ext>
            </a:extLst>
          </p:cNvPr>
          <p:cNvSpPr/>
          <p:nvPr/>
        </p:nvSpPr>
        <p:spPr>
          <a:xfrm>
            <a:off x="6758029" y="2902609"/>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Teller Operat.</a:t>
            </a:r>
            <a:endParaRPr lang="en-US" sz="800" dirty="0">
              <a:solidFill>
                <a:schemeClr val="tx1"/>
              </a:solidFill>
            </a:endParaRPr>
          </a:p>
        </p:txBody>
      </p:sp>
      <p:sp>
        <p:nvSpPr>
          <p:cNvPr id="601" name="Rectangle: Rounded Corners 600">
            <a:extLst>
              <a:ext uri="{FF2B5EF4-FFF2-40B4-BE49-F238E27FC236}">
                <a16:creationId xmlns:a16="http://schemas.microsoft.com/office/drawing/2014/main" id="{A2FC96B3-5169-918E-00E2-02D64157FE61}"/>
              </a:ext>
            </a:extLst>
          </p:cNvPr>
          <p:cNvSpPr/>
          <p:nvPr/>
        </p:nvSpPr>
        <p:spPr>
          <a:xfrm>
            <a:off x="6758029" y="306251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FATCA</a:t>
            </a:r>
            <a:endParaRPr lang="en-US" sz="800" dirty="0">
              <a:solidFill>
                <a:schemeClr val="tx1"/>
              </a:solidFill>
            </a:endParaRPr>
          </a:p>
        </p:txBody>
      </p:sp>
      <p:sp>
        <p:nvSpPr>
          <p:cNvPr id="602" name="Rectangle: Rounded Corners 601">
            <a:extLst>
              <a:ext uri="{FF2B5EF4-FFF2-40B4-BE49-F238E27FC236}">
                <a16:creationId xmlns:a16="http://schemas.microsoft.com/office/drawing/2014/main" id="{B2DD45F0-DEC7-120B-49E5-ED02D0494FAC}"/>
              </a:ext>
            </a:extLst>
          </p:cNvPr>
          <p:cNvSpPr/>
          <p:nvPr/>
        </p:nvSpPr>
        <p:spPr>
          <a:xfrm>
            <a:off x="6758029" y="322241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Arrests</a:t>
            </a:r>
            <a:endParaRPr lang="en-US" sz="800" dirty="0">
              <a:solidFill>
                <a:schemeClr val="tx1"/>
              </a:solidFill>
            </a:endParaRPr>
          </a:p>
        </p:txBody>
      </p:sp>
      <p:sp>
        <p:nvSpPr>
          <p:cNvPr id="603" name="Rectangle: Rounded Corners 602">
            <a:extLst>
              <a:ext uri="{FF2B5EF4-FFF2-40B4-BE49-F238E27FC236}">
                <a16:creationId xmlns:a16="http://schemas.microsoft.com/office/drawing/2014/main" id="{3FB7375F-9D41-DEA3-B66A-AF35B168FEB9}"/>
              </a:ext>
            </a:extLst>
          </p:cNvPr>
          <p:cNvSpPr/>
          <p:nvPr/>
        </p:nvSpPr>
        <p:spPr>
          <a:xfrm>
            <a:off x="6758029" y="338232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Corporate Teller</a:t>
            </a:r>
            <a:endParaRPr lang="en-US" sz="800" dirty="0">
              <a:solidFill>
                <a:schemeClr val="tx1"/>
              </a:solidFill>
            </a:endParaRPr>
          </a:p>
        </p:txBody>
      </p:sp>
      <p:sp>
        <p:nvSpPr>
          <p:cNvPr id="604" name="Rectangle: Rounded Corners 603">
            <a:extLst>
              <a:ext uri="{FF2B5EF4-FFF2-40B4-BE49-F238E27FC236}">
                <a16:creationId xmlns:a16="http://schemas.microsoft.com/office/drawing/2014/main" id="{A4DAA376-9638-4DC7-651B-9895D2C90C1F}"/>
              </a:ext>
            </a:extLst>
          </p:cNvPr>
          <p:cNvSpPr/>
          <p:nvPr/>
        </p:nvSpPr>
        <p:spPr>
          <a:xfrm>
            <a:off x="6758029" y="354222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GL Balance</a:t>
            </a:r>
            <a:endParaRPr lang="en-US" sz="800" dirty="0">
              <a:solidFill>
                <a:schemeClr val="tx1"/>
              </a:solidFill>
            </a:endParaRPr>
          </a:p>
        </p:txBody>
      </p:sp>
      <p:grpSp>
        <p:nvGrpSpPr>
          <p:cNvPr id="696" name="Group 695">
            <a:extLst>
              <a:ext uri="{FF2B5EF4-FFF2-40B4-BE49-F238E27FC236}">
                <a16:creationId xmlns:a16="http://schemas.microsoft.com/office/drawing/2014/main" id="{62B2A109-FC54-6BB6-4804-B0065BCB7F88}"/>
              </a:ext>
            </a:extLst>
          </p:cNvPr>
          <p:cNvGrpSpPr/>
          <p:nvPr/>
        </p:nvGrpSpPr>
        <p:grpSpPr>
          <a:xfrm>
            <a:off x="6758029" y="3733879"/>
            <a:ext cx="1444676" cy="624448"/>
            <a:chOff x="6758029" y="3695458"/>
            <a:chExt cx="1444676" cy="624448"/>
          </a:xfrm>
        </p:grpSpPr>
        <p:sp>
          <p:nvSpPr>
            <p:cNvPr id="605" name="Rectangle: Rounded Corners 604">
              <a:extLst>
                <a:ext uri="{FF2B5EF4-FFF2-40B4-BE49-F238E27FC236}">
                  <a16:creationId xmlns:a16="http://schemas.microsoft.com/office/drawing/2014/main" id="{98E1045E-3A79-0CA5-3388-B938D3AD6242}"/>
                </a:ext>
              </a:extLst>
            </p:cNvPr>
            <p:cNvSpPr/>
            <p:nvPr/>
          </p:nvSpPr>
          <p:spPr>
            <a:xfrm>
              <a:off x="6758029" y="3695458"/>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Deposits</a:t>
              </a:r>
            </a:p>
          </p:txBody>
        </p:sp>
        <p:sp>
          <p:nvSpPr>
            <p:cNvPr id="606" name="Rectangle: Rounded Corners 605">
              <a:extLst>
                <a:ext uri="{FF2B5EF4-FFF2-40B4-BE49-F238E27FC236}">
                  <a16:creationId xmlns:a16="http://schemas.microsoft.com/office/drawing/2014/main" id="{8833EC4E-3CC0-E0BA-AC87-DFC5AC9421EB}"/>
                </a:ext>
              </a:extLst>
            </p:cNvPr>
            <p:cNvSpPr/>
            <p:nvPr/>
          </p:nvSpPr>
          <p:spPr>
            <a:xfrm>
              <a:off x="6758029" y="3855362"/>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tx1"/>
                  </a:solidFill>
                </a:rPr>
                <a:t>Term Deposits</a:t>
              </a:r>
            </a:p>
          </p:txBody>
        </p:sp>
        <p:sp>
          <p:nvSpPr>
            <p:cNvPr id="607" name="Rectangle: Rounded Corners 606">
              <a:extLst>
                <a:ext uri="{FF2B5EF4-FFF2-40B4-BE49-F238E27FC236}">
                  <a16:creationId xmlns:a16="http://schemas.microsoft.com/office/drawing/2014/main" id="{6212B679-B5B7-3798-CCA4-B82C944062C5}"/>
                </a:ext>
              </a:extLst>
            </p:cNvPr>
            <p:cNvSpPr/>
            <p:nvPr/>
          </p:nvSpPr>
          <p:spPr>
            <a:xfrm>
              <a:off x="6758029" y="4015266"/>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Demand Deposits</a:t>
              </a:r>
              <a:endParaRPr lang="en-US" sz="800" dirty="0">
                <a:solidFill>
                  <a:schemeClr val="tx1"/>
                </a:solidFill>
              </a:endParaRPr>
            </a:p>
          </p:txBody>
        </p:sp>
        <p:sp>
          <p:nvSpPr>
            <p:cNvPr id="608" name="Rectangle: Rounded Corners 607">
              <a:extLst>
                <a:ext uri="{FF2B5EF4-FFF2-40B4-BE49-F238E27FC236}">
                  <a16:creationId xmlns:a16="http://schemas.microsoft.com/office/drawing/2014/main" id="{C77EE05E-9FE0-6227-A536-AFC328886F19}"/>
                </a:ext>
              </a:extLst>
            </p:cNvPr>
            <p:cNvSpPr/>
            <p:nvPr/>
          </p:nvSpPr>
          <p:spPr>
            <a:xfrm>
              <a:off x="6758029" y="4175170"/>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Safe Deposit Box</a:t>
              </a:r>
              <a:endParaRPr lang="en-US" sz="800" dirty="0">
                <a:solidFill>
                  <a:schemeClr val="tx1"/>
                </a:solidFill>
              </a:endParaRPr>
            </a:p>
          </p:txBody>
        </p:sp>
      </p:grpSp>
      <p:sp>
        <p:nvSpPr>
          <p:cNvPr id="559" name="Rectangle: Rounded Corners 558">
            <a:extLst>
              <a:ext uri="{FF2B5EF4-FFF2-40B4-BE49-F238E27FC236}">
                <a16:creationId xmlns:a16="http://schemas.microsoft.com/office/drawing/2014/main" id="{EA9FA5C0-D184-9778-E3E9-2AE0A89A322F}"/>
              </a:ext>
            </a:extLst>
          </p:cNvPr>
          <p:cNvSpPr/>
          <p:nvPr/>
        </p:nvSpPr>
        <p:spPr>
          <a:xfrm>
            <a:off x="3561455" y="2103089"/>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Settlements</a:t>
            </a:r>
            <a:endParaRPr lang="en-US" sz="800" dirty="0">
              <a:solidFill>
                <a:schemeClr val="bg1"/>
              </a:solidFill>
            </a:endParaRPr>
          </a:p>
        </p:txBody>
      </p:sp>
      <p:sp>
        <p:nvSpPr>
          <p:cNvPr id="614" name="Rectangle: Rounded Corners 613">
            <a:extLst>
              <a:ext uri="{FF2B5EF4-FFF2-40B4-BE49-F238E27FC236}">
                <a16:creationId xmlns:a16="http://schemas.microsoft.com/office/drawing/2014/main" id="{AF09C10D-2BCD-FCB7-4254-023DEB4B25A4}"/>
              </a:ext>
            </a:extLst>
          </p:cNvPr>
          <p:cNvSpPr/>
          <p:nvPr/>
        </p:nvSpPr>
        <p:spPr>
          <a:xfrm>
            <a:off x="8356315" y="2103089"/>
            <a:ext cx="1444676" cy="14473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Core Services</a:t>
            </a:r>
            <a:endParaRPr lang="en-US" sz="800" dirty="0">
              <a:solidFill>
                <a:schemeClr val="bg1"/>
              </a:solidFill>
            </a:endParaRPr>
          </a:p>
        </p:txBody>
      </p:sp>
      <p:sp>
        <p:nvSpPr>
          <p:cNvPr id="615" name="Rectangle: Rounded Corners 614">
            <a:extLst>
              <a:ext uri="{FF2B5EF4-FFF2-40B4-BE49-F238E27FC236}">
                <a16:creationId xmlns:a16="http://schemas.microsoft.com/office/drawing/2014/main" id="{174D9D5F-81F2-E975-C6F0-AABDC9DBF782}"/>
              </a:ext>
            </a:extLst>
          </p:cNvPr>
          <p:cNvSpPr/>
          <p:nvPr/>
        </p:nvSpPr>
        <p:spPr>
          <a:xfrm>
            <a:off x="8356315" y="226299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Customer Info</a:t>
            </a:r>
            <a:endParaRPr lang="en-US" sz="800" dirty="0">
              <a:solidFill>
                <a:schemeClr val="tx1"/>
              </a:solidFill>
            </a:endParaRPr>
          </a:p>
        </p:txBody>
      </p:sp>
      <p:sp>
        <p:nvSpPr>
          <p:cNvPr id="616" name="Rectangle: Rounded Corners 615">
            <a:extLst>
              <a:ext uri="{FF2B5EF4-FFF2-40B4-BE49-F238E27FC236}">
                <a16:creationId xmlns:a16="http://schemas.microsoft.com/office/drawing/2014/main" id="{A8D141EA-E910-40D7-6693-AEB02D9B8B1B}"/>
              </a:ext>
            </a:extLst>
          </p:cNvPr>
          <p:cNvSpPr/>
          <p:nvPr/>
        </p:nvSpPr>
        <p:spPr>
          <a:xfrm>
            <a:off x="8356315" y="242289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General Ledger</a:t>
            </a:r>
            <a:endParaRPr lang="en-US" sz="800" dirty="0">
              <a:solidFill>
                <a:schemeClr val="tx1"/>
              </a:solidFill>
            </a:endParaRPr>
          </a:p>
        </p:txBody>
      </p:sp>
      <p:sp>
        <p:nvSpPr>
          <p:cNvPr id="617" name="Rectangle: Rounded Corners 616">
            <a:extLst>
              <a:ext uri="{FF2B5EF4-FFF2-40B4-BE49-F238E27FC236}">
                <a16:creationId xmlns:a16="http://schemas.microsoft.com/office/drawing/2014/main" id="{63420AF9-065B-27E1-7F78-0872CEB11E96}"/>
              </a:ext>
            </a:extLst>
          </p:cNvPr>
          <p:cNvSpPr/>
          <p:nvPr/>
        </p:nvSpPr>
        <p:spPr>
          <a:xfrm>
            <a:off x="8356315" y="258280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End of Day</a:t>
            </a:r>
            <a:endParaRPr lang="en-US" sz="800" dirty="0">
              <a:solidFill>
                <a:schemeClr val="tx1"/>
              </a:solidFill>
            </a:endParaRPr>
          </a:p>
        </p:txBody>
      </p:sp>
      <p:sp>
        <p:nvSpPr>
          <p:cNvPr id="618" name="Rectangle: Rounded Corners 617">
            <a:extLst>
              <a:ext uri="{FF2B5EF4-FFF2-40B4-BE49-F238E27FC236}">
                <a16:creationId xmlns:a16="http://schemas.microsoft.com/office/drawing/2014/main" id="{8511B3EA-2104-F007-0F90-93316743653C}"/>
              </a:ext>
            </a:extLst>
          </p:cNvPr>
          <p:cNvSpPr/>
          <p:nvPr/>
        </p:nvSpPr>
        <p:spPr>
          <a:xfrm>
            <a:off x="8356315" y="274270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Fixed Assets</a:t>
            </a:r>
            <a:endParaRPr lang="en-US" sz="800" dirty="0">
              <a:solidFill>
                <a:schemeClr val="tx1"/>
              </a:solidFill>
            </a:endParaRPr>
          </a:p>
        </p:txBody>
      </p:sp>
      <p:sp>
        <p:nvSpPr>
          <p:cNvPr id="619" name="Rectangle: Rounded Corners 618">
            <a:extLst>
              <a:ext uri="{FF2B5EF4-FFF2-40B4-BE49-F238E27FC236}">
                <a16:creationId xmlns:a16="http://schemas.microsoft.com/office/drawing/2014/main" id="{715CF5D6-0945-C4A2-5E08-CB88B8C32480}"/>
              </a:ext>
            </a:extLst>
          </p:cNvPr>
          <p:cNvSpPr/>
          <p:nvPr/>
        </p:nvSpPr>
        <p:spPr>
          <a:xfrm>
            <a:off x="8356315" y="2902609"/>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Collateral Mng</a:t>
            </a:r>
            <a:endParaRPr lang="en-US" sz="800" dirty="0">
              <a:solidFill>
                <a:schemeClr val="tx1"/>
              </a:solidFill>
            </a:endParaRPr>
          </a:p>
        </p:txBody>
      </p:sp>
      <p:sp>
        <p:nvSpPr>
          <p:cNvPr id="620" name="Rectangle: Rounded Corners 619">
            <a:extLst>
              <a:ext uri="{FF2B5EF4-FFF2-40B4-BE49-F238E27FC236}">
                <a16:creationId xmlns:a16="http://schemas.microsoft.com/office/drawing/2014/main" id="{080815DA-59FB-AF60-9A65-776C1D29489F}"/>
              </a:ext>
            </a:extLst>
          </p:cNvPr>
          <p:cNvSpPr/>
          <p:nvPr/>
        </p:nvSpPr>
        <p:spPr>
          <a:xfrm>
            <a:off x="8356315" y="306251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UDF</a:t>
            </a:r>
            <a:endParaRPr lang="en-US" sz="800" dirty="0">
              <a:solidFill>
                <a:schemeClr val="tx1"/>
              </a:solidFill>
            </a:endParaRPr>
          </a:p>
        </p:txBody>
      </p:sp>
      <p:sp>
        <p:nvSpPr>
          <p:cNvPr id="621" name="Rectangle: Rounded Corners 620">
            <a:extLst>
              <a:ext uri="{FF2B5EF4-FFF2-40B4-BE49-F238E27FC236}">
                <a16:creationId xmlns:a16="http://schemas.microsoft.com/office/drawing/2014/main" id="{A0798EF4-8692-C292-17A9-C2A89C597FB7}"/>
              </a:ext>
            </a:extLst>
          </p:cNvPr>
          <p:cNvSpPr/>
          <p:nvPr/>
        </p:nvSpPr>
        <p:spPr>
          <a:xfrm>
            <a:off x="8356315" y="322241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MIS</a:t>
            </a:r>
            <a:endParaRPr lang="en-US" sz="800" dirty="0">
              <a:solidFill>
                <a:schemeClr val="tx1"/>
              </a:solidFill>
            </a:endParaRPr>
          </a:p>
        </p:txBody>
      </p:sp>
      <p:sp>
        <p:nvSpPr>
          <p:cNvPr id="622" name="Rectangle: Rounded Corners 621">
            <a:extLst>
              <a:ext uri="{FF2B5EF4-FFF2-40B4-BE49-F238E27FC236}">
                <a16:creationId xmlns:a16="http://schemas.microsoft.com/office/drawing/2014/main" id="{E2D9F574-C8C6-06D5-9346-777F6C45CF5E}"/>
              </a:ext>
            </a:extLst>
          </p:cNvPr>
          <p:cNvSpPr/>
          <p:nvPr/>
        </p:nvSpPr>
        <p:spPr>
          <a:xfrm>
            <a:off x="8356315" y="338232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Charge / Fees</a:t>
            </a:r>
            <a:endParaRPr lang="en-US" sz="800" dirty="0">
              <a:solidFill>
                <a:schemeClr val="tx1"/>
              </a:solidFill>
            </a:endParaRPr>
          </a:p>
        </p:txBody>
      </p:sp>
      <p:sp>
        <p:nvSpPr>
          <p:cNvPr id="623" name="Rectangle: Rounded Corners 622">
            <a:extLst>
              <a:ext uri="{FF2B5EF4-FFF2-40B4-BE49-F238E27FC236}">
                <a16:creationId xmlns:a16="http://schemas.microsoft.com/office/drawing/2014/main" id="{282AD6F9-C3EC-6EBE-0A42-58238312752A}"/>
              </a:ext>
            </a:extLst>
          </p:cNvPr>
          <p:cNvSpPr/>
          <p:nvPr/>
        </p:nvSpPr>
        <p:spPr>
          <a:xfrm>
            <a:off x="8356315" y="354222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Products</a:t>
            </a:r>
            <a:endParaRPr lang="en-US" sz="800" dirty="0">
              <a:solidFill>
                <a:schemeClr val="tx1"/>
              </a:solidFill>
            </a:endParaRPr>
          </a:p>
        </p:txBody>
      </p:sp>
      <p:sp>
        <p:nvSpPr>
          <p:cNvPr id="624" name="Rectangle: Rounded Corners 623">
            <a:extLst>
              <a:ext uri="{FF2B5EF4-FFF2-40B4-BE49-F238E27FC236}">
                <a16:creationId xmlns:a16="http://schemas.microsoft.com/office/drawing/2014/main" id="{1ADE3331-4943-71C0-96AC-CFE46FE27C83}"/>
              </a:ext>
            </a:extLst>
          </p:cNvPr>
          <p:cNvSpPr/>
          <p:nvPr/>
        </p:nvSpPr>
        <p:spPr>
          <a:xfrm>
            <a:off x="8356315" y="3702129"/>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Account Classes</a:t>
            </a:r>
            <a:endParaRPr lang="en-US" sz="800" dirty="0">
              <a:solidFill>
                <a:schemeClr val="tx1"/>
              </a:solidFill>
            </a:endParaRPr>
          </a:p>
        </p:txBody>
      </p:sp>
      <p:sp>
        <p:nvSpPr>
          <p:cNvPr id="625" name="Rectangle: Rounded Corners 624">
            <a:extLst>
              <a:ext uri="{FF2B5EF4-FFF2-40B4-BE49-F238E27FC236}">
                <a16:creationId xmlns:a16="http://schemas.microsoft.com/office/drawing/2014/main" id="{3A09A3BB-B8E2-C369-DB9A-43F78BE7C101}"/>
              </a:ext>
            </a:extLst>
          </p:cNvPr>
          <p:cNvSpPr/>
          <p:nvPr/>
        </p:nvSpPr>
        <p:spPr>
          <a:xfrm>
            <a:off x="8356315" y="3862033"/>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Bank Parameters</a:t>
            </a:r>
            <a:endParaRPr lang="en-US" sz="800" dirty="0">
              <a:solidFill>
                <a:schemeClr val="tx1"/>
              </a:solidFill>
            </a:endParaRPr>
          </a:p>
        </p:txBody>
      </p:sp>
      <p:sp>
        <p:nvSpPr>
          <p:cNvPr id="626" name="Rectangle: Rounded Corners 625">
            <a:extLst>
              <a:ext uri="{FF2B5EF4-FFF2-40B4-BE49-F238E27FC236}">
                <a16:creationId xmlns:a16="http://schemas.microsoft.com/office/drawing/2014/main" id="{D938DD06-832E-1297-36A0-8B31A5D2144E}"/>
              </a:ext>
            </a:extLst>
          </p:cNvPr>
          <p:cNvSpPr/>
          <p:nvPr/>
        </p:nvSpPr>
        <p:spPr>
          <a:xfrm>
            <a:off x="8356315" y="4021937"/>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STP rule maintenance</a:t>
            </a:r>
            <a:endParaRPr lang="en-US" sz="800" dirty="0">
              <a:solidFill>
                <a:schemeClr val="tx1"/>
              </a:solidFill>
            </a:endParaRPr>
          </a:p>
        </p:txBody>
      </p:sp>
      <p:sp>
        <p:nvSpPr>
          <p:cNvPr id="627" name="Rectangle: Rounded Corners 626">
            <a:extLst>
              <a:ext uri="{FF2B5EF4-FFF2-40B4-BE49-F238E27FC236}">
                <a16:creationId xmlns:a16="http://schemas.microsoft.com/office/drawing/2014/main" id="{FDDD157C-1C31-6346-5EC1-B90FF8061DEE}"/>
              </a:ext>
            </a:extLst>
          </p:cNvPr>
          <p:cNvSpPr/>
          <p:nvPr/>
        </p:nvSpPr>
        <p:spPr>
          <a:xfrm>
            <a:off x="8356315" y="418184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Generic Interface</a:t>
            </a:r>
            <a:endParaRPr lang="en-US" sz="800" dirty="0">
              <a:solidFill>
                <a:schemeClr val="tx1"/>
              </a:solidFill>
            </a:endParaRPr>
          </a:p>
        </p:txBody>
      </p:sp>
      <p:sp>
        <p:nvSpPr>
          <p:cNvPr id="628" name="Rectangle: Rounded Corners 627">
            <a:extLst>
              <a:ext uri="{FF2B5EF4-FFF2-40B4-BE49-F238E27FC236}">
                <a16:creationId xmlns:a16="http://schemas.microsoft.com/office/drawing/2014/main" id="{1BEF77CA-0EC4-2520-332F-6D9A2C755296}"/>
              </a:ext>
            </a:extLst>
          </p:cNvPr>
          <p:cNvSpPr/>
          <p:nvPr/>
        </p:nvSpPr>
        <p:spPr>
          <a:xfrm>
            <a:off x="8356315" y="4341745"/>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Card Costing</a:t>
            </a:r>
            <a:endParaRPr lang="en-US" sz="800" dirty="0">
              <a:solidFill>
                <a:schemeClr val="tx1"/>
              </a:solidFill>
            </a:endParaRPr>
          </a:p>
        </p:txBody>
      </p:sp>
      <p:sp>
        <p:nvSpPr>
          <p:cNvPr id="629" name="Rectangle: Rounded Corners 628">
            <a:extLst>
              <a:ext uri="{FF2B5EF4-FFF2-40B4-BE49-F238E27FC236}">
                <a16:creationId xmlns:a16="http://schemas.microsoft.com/office/drawing/2014/main" id="{5E32C03F-CD93-7522-9A1A-A277FB9633A1}"/>
              </a:ext>
            </a:extLst>
          </p:cNvPr>
          <p:cNvSpPr/>
          <p:nvPr/>
        </p:nvSpPr>
        <p:spPr>
          <a:xfrm>
            <a:off x="8356315" y="4501641"/>
            <a:ext cx="1444676" cy="144736"/>
          </a:xfrm>
          <a:prstGeom prst="roundRect">
            <a:avLst/>
          </a:prstGeom>
          <a:solidFill>
            <a:schemeClr val="bg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tx1"/>
                </a:solidFill>
              </a:rPr>
              <a:t>ASANPay</a:t>
            </a:r>
            <a:endParaRPr lang="en-US" sz="800" dirty="0">
              <a:solidFill>
                <a:schemeClr val="tx1"/>
              </a:solidFill>
            </a:endParaRPr>
          </a:p>
        </p:txBody>
      </p:sp>
      <p:sp>
        <p:nvSpPr>
          <p:cNvPr id="636" name="Rectangle: Rounded Corners 635">
            <a:extLst>
              <a:ext uri="{FF2B5EF4-FFF2-40B4-BE49-F238E27FC236}">
                <a16:creationId xmlns:a16="http://schemas.microsoft.com/office/drawing/2014/main" id="{05124CDC-1EDF-E4CB-337A-E3D9B58691C1}"/>
              </a:ext>
            </a:extLst>
          </p:cNvPr>
          <p:cNvSpPr/>
          <p:nvPr/>
        </p:nvSpPr>
        <p:spPr>
          <a:xfrm>
            <a:off x="658449" y="2103089"/>
            <a:ext cx="1623107" cy="144736"/>
          </a:xfrm>
          <a:prstGeom prst="round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ERP</a:t>
            </a:r>
          </a:p>
        </p:txBody>
      </p:sp>
      <p:sp>
        <p:nvSpPr>
          <p:cNvPr id="631" name="Rectangle: Rounded Corners 630">
            <a:extLst>
              <a:ext uri="{FF2B5EF4-FFF2-40B4-BE49-F238E27FC236}">
                <a16:creationId xmlns:a16="http://schemas.microsoft.com/office/drawing/2014/main" id="{C0446EE5-0366-7187-0CEB-76A43EF1F39A}"/>
              </a:ext>
            </a:extLst>
          </p:cNvPr>
          <p:cNvSpPr/>
          <p:nvPr/>
        </p:nvSpPr>
        <p:spPr>
          <a:xfrm>
            <a:off x="658450" y="2262993"/>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Petty Cash</a:t>
            </a:r>
            <a:endParaRPr lang="en-US" sz="800" dirty="0">
              <a:solidFill>
                <a:schemeClr val="bg1"/>
              </a:solidFill>
            </a:endParaRPr>
          </a:p>
        </p:txBody>
      </p:sp>
      <p:sp>
        <p:nvSpPr>
          <p:cNvPr id="632" name="Rectangle: Rounded Corners 631">
            <a:extLst>
              <a:ext uri="{FF2B5EF4-FFF2-40B4-BE49-F238E27FC236}">
                <a16:creationId xmlns:a16="http://schemas.microsoft.com/office/drawing/2014/main" id="{A7A18D04-D8B3-922E-C34B-8BD6060367D1}"/>
              </a:ext>
            </a:extLst>
          </p:cNvPr>
          <p:cNvSpPr/>
          <p:nvPr/>
        </p:nvSpPr>
        <p:spPr>
          <a:xfrm>
            <a:off x="658450" y="2573172"/>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Payments</a:t>
            </a:r>
            <a:endParaRPr lang="en-US" sz="800" dirty="0">
              <a:solidFill>
                <a:schemeClr val="bg1"/>
              </a:solidFill>
            </a:endParaRPr>
          </a:p>
        </p:txBody>
      </p:sp>
      <p:sp>
        <p:nvSpPr>
          <p:cNvPr id="633" name="Rectangle: Rounded Corners 632">
            <a:extLst>
              <a:ext uri="{FF2B5EF4-FFF2-40B4-BE49-F238E27FC236}">
                <a16:creationId xmlns:a16="http://schemas.microsoft.com/office/drawing/2014/main" id="{31BDE106-7F4A-8684-94ED-C505EA280DB7}"/>
              </a:ext>
            </a:extLst>
          </p:cNvPr>
          <p:cNvSpPr/>
          <p:nvPr/>
        </p:nvSpPr>
        <p:spPr>
          <a:xfrm>
            <a:off x="658450" y="2883351"/>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Travel Allowance</a:t>
            </a:r>
            <a:endParaRPr lang="en-US" sz="800" dirty="0">
              <a:solidFill>
                <a:schemeClr val="bg1"/>
              </a:solidFill>
            </a:endParaRPr>
          </a:p>
        </p:txBody>
      </p:sp>
      <p:sp>
        <p:nvSpPr>
          <p:cNvPr id="634" name="Rectangle: Rounded Corners 633">
            <a:extLst>
              <a:ext uri="{FF2B5EF4-FFF2-40B4-BE49-F238E27FC236}">
                <a16:creationId xmlns:a16="http://schemas.microsoft.com/office/drawing/2014/main" id="{66756097-5F11-EA9E-A614-4D147621C1FA}"/>
              </a:ext>
            </a:extLst>
          </p:cNvPr>
          <p:cNvSpPr/>
          <p:nvPr/>
        </p:nvSpPr>
        <p:spPr>
          <a:xfrm>
            <a:off x="658450" y="3193530"/>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Tax Accounting</a:t>
            </a:r>
            <a:endParaRPr lang="en-US" sz="800" dirty="0">
              <a:solidFill>
                <a:schemeClr val="bg1"/>
              </a:solidFill>
            </a:endParaRPr>
          </a:p>
        </p:txBody>
      </p:sp>
      <p:sp>
        <p:nvSpPr>
          <p:cNvPr id="635" name="Rectangle: Rounded Corners 634">
            <a:extLst>
              <a:ext uri="{FF2B5EF4-FFF2-40B4-BE49-F238E27FC236}">
                <a16:creationId xmlns:a16="http://schemas.microsoft.com/office/drawing/2014/main" id="{FC8AE045-10AF-4714-27D0-9A5F9D37BF76}"/>
              </a:ext>
            </a:extLst>
          </p:cNvPr>
          <p:cNvSpPr/>
          <p:nvPr/>
        </p:nvSpPr>
        <p:spPr>
          <a:xfrm>
            <a:off x="658450" y="3503709"/>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HRM (SAP)</a:t>
            </a:r>
            <a:endParaRPr lang="en-US" sz="800" dirty="0">
              <a:solidFill>
                <a:schemeClr val="bg1"/>
              </a:solidFill>
            </a:endParaRPr>
          </a:p>
        </p:txBody>
      </p:sp>
      <p:sp>
        <p:nvSpPr>
          <p:cNvPr id="639" name="Rectangle: Rounded Corners 638">
            <a:extLst>
              <a:ext uri="{FF2B5EF4-FFF2-40B4-BE49-F238E27FC236}">
                <a16:creationId xmlns:a16="http://schemas.microsoft.com/office/drawing/2014/main" id="{20336773-C438-19B4-38D2-3F57111C6D7D}"/>
              </a:ext>
            </a:extLst>
          </p:cNvPr>
          <p:cNvSpPr/>
          <p:nvPr/>
        </p:nvSpPr>
        <p:spPr>
          <a:xfrm>
            <a:off x="1502588" y="2262993"/>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Account Payables</a:t>
            </a:r>
            <a:endParaRPr lang="en-US" sz="800" dirty="0">
              <a:solidFill>
                <a:schemeClr val="bg1"/>
              </a:solidFill>
            </a:endParaRPr>
          </a:p>
        </p:txBody>
      </p:sp>
      <p:sp>
        <p:nvSpPr>
          <p:cNvPr id="640" name="Rectangle: Rounded Corners 639">
            <a:extLst>
              <a:ext uri="{FF2B5EF4-FFF2-40B4-BE49-F238E27FC236}">
                <a16:creationId xmlns:a16="http://schemas.microsoft.com/office/drawing/2014/main" id="{89592A20-82A4-BA75-6D0E-D970441B6A37}"/>
              </a:ext>
            </a:extLst>
          </p:cNvPr>
          <p:cNvSpPr/>
          <p:nvPr/>
        </p:nvSpPr>
        <p:spPr>
          <a:xfrm>
            <a:off x="1502588" y="2573172"/>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Account Receivable</a:t>
            </a:r>
            <a:endParaRPr lang="en-US" sz="800" dirty="0">
              <a:solidFill>
                <a:schemeClr val="bg1"/>
              </a:solidFill>
            </a:endParaRPr>
          </a:p>
        </p:txBody>
      </p:sp>
      <p:sp>
        <p:nvSpPr>
          <p:cNvPr id="641" name="Rectangle: Rounded Corners 640">
            <a:extLst>
              <a:ext uri="{FF2B5EF4-FFF2-40B4-BE49-F238E27FC236}">
                <a16:creationId xmlns:a16="http://schemas.microsoft.com/office/drawing/2014/main" id="{4CD5B2BD-8095-E7D5-FABF-848BECDD4172}"/>
              </a:ext>
            </a:extLst>
          </p:cNvPr>
          <p:cNvSpPr/>
          <p:nvPr/>
        </p:nvSpPr>
        <p:spPr>
          <a:xfrm>
            <a:off x="1502588" y="2883351"/>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Fixed Asset</a:t>
            </a:r>
            <a:endParaRPr lang="en-US" sz="800" dirty="0">
              <a:solidFill>
                <a:schemeClr val="bg1"/>
              </a:solidFill>
            </a:endParaRPr>
          </a:p>
        </p:txBody>
      </p:sp>
      <p:sp>
        <p:nvSpPr>
          <p:cNvPr id="642" name="Rectangle: Rounded Corners 641">
            <a:extLst>
              <a:ext uri="{FF2B5EF4-FFF2-40B4-BE49-F238E27FC236}">
                <a16:creationId xmlns:a16="http://schemas.microsoft.com/office/drawing/2014/main" id="{0F4C7707-BA78-349B-3AAD-3894AC7674AC}"/>
              </a:ext>
            </a:extLst>
          </p:cNvPr>
          <p:cNvSpPr/>
          <p:nvPr/>
        </p:nvSpPr>
        <p:spPr>
          <a:xfrm>
            <a:off x="1502588" y="3193530"/>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Cost Accounting</a:t>
            </a:r>
            <a:endParaRPr lang="en-US" sz="800" dirty="0">
              <a:solidFill>
                <a:schemeClr val="bg1"/>
              </a:solidFill>
            </a:endParaRPr>
          </a:p>
        </p:txBody>
      </p:sp>
      <p:sp>
        <p:nvSpPr>
          <p:cNvPr id="643" name="Rectangle: Rounded Corners 642">
            <a:extLst>
              <a:ext uri="{FF2B5EF4-FFF2-40B4-BE49-F238E27FC236}">
                <a16:creationId xmlns:a16="http://schemas.microsoft.com/office/drawing/2014/main" id="{7E75CAC9-C6C3-3A26-2F96-2E4A3977B9DC}"/>
              </a:ext>
            </a:extLst>
          </p:cNvPr>
          <p:cNvSpPr/>
          <p:nvPr/>
        </p:nvSpPr>
        <p:spPr>
          <a:xfrm>
            <a:off x="1502588" y="3503709"/>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Procurement &amp; Inventory</a:t>
            </a:r>
          </a:p>
        </p:txBody>
      </p:sp>
      <p:grpSp>
        <p:nvGrpSpPr>
          <p:cNvPr id="663" name="Group 662">
            <a:extLst>
              <a:ext uri="{FF2B5EF4-FFF2-40B4-BE49-F238E27FC236}">
                <a16:creationId xmlns:a16="http://schemas.microsoft.com/office/drawing/2014/main" id="{666B77FE-C27C-6732-D940-627AFA5DEFB3}"/>
              </a:ext>
            </a:extLst>
          </p:cNvPr>
          <p:cNvGrpSpPr/>
          <p:nvPr/>
        </p:nvGrpSpPr>
        <p:grpSpPr>
          <a:xfrm>
            <a:off x="2346726" y="2103089"/>
            <a:ext cx="777474" cy="2151640"/>
            <a:chOff x="2346726" y="2256322"/>
            <a:chExt cx="777474" cy="2151640"/>
          </a:xfrm>
        </p:grpSpPr>
        <p:sp>
          <p:nvSpPr>
            <p:cNvPr id="646" name="Rectangle: Rounded Corners 645">
              <a:extLst>
                <a:ext uri="{FF2B5EF4-FFF2-40B4-BE49-F238E27FC236}">
                  <a16:creationId xmlns:a16="http://schemas.microsoft.com/office/drawing/2014/main" id="{96E8893D-4E86-EF13-2E3E-9B0C6BCCD601}"/>
                </a:ext>
              </a:extLst>
            </p:cNvPr>
            <p:cNvSpPr/>
            <p:nvPr/>
          </p:nvSpPr>
          <p:spPr>
            <a:xfrm>
              <a:off x="2346726" y="2256322"/>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Teito Card Suite</a:t>
              </a:r>
            </a:p>
          </p:txBody>
        </p:sp>
        <p:sp>
          <p:nvSpPr>
            <p:cNvPr id="647" name="Rectangle: Rounded Corners 646">
              <a:extLst>
                <a:ext uri="{FF2B5EF4-FFF2-40B4-BE49-F238E27FC236}">
                  <a16:creationId xmlns:a16="http://schemas.microsoft.com/office/drawing/2014/main" id="{62DC7BB2-2352-B3DA-A425-594A0DF20124}"/>
                </a:ext>
              </a:extLst>
            </p:cNvPr>
            <p:cNvSpPr/>
            <p:nvPr/>
          </p:nvSpPr>
          <p:spPr>
            <a:xfrm>
              <a:off x="2346726" y="2566501"/>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RTPS</a:t>
              </a:r>
              <a:endParaRPr lang="en-US" sz="800" dirty="0">
                <a:solidFill>
                  <a:schemeClr val="bg1"/>
                </a:solidFill>
              </a:endParaRPr>
            </a:p>
          </p:txBody>
        </p:sp>
        <p:sp>
          <p:nvSpPr>
            <p:cNvPr id="648" name="Rectangle: Rounded Corners 647">
              <a:extLst>
                <a:ext uri="{FF2B5EF4-FFF2-40B4-BE49-F238E27FC236}">
                  <a16:creationId xmlns:a16="http://schemas.microsoft.com/office/drawing/2014/main" id="{7EF4B3EB-47B8-FD43-B1F6-259A79F89D12}"/>
                </a:ext>
              </a:extLst>
            </p:cNvPr>
            <p:cNvSpPr/>
            <p:nvPr/>
          </p:nvSpPr>
          <p:spPr>
            <a:xfrm>
              <a:off x="2346726" y="2876680"/>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CMS</a:t>
              </a:r>
              <a:endParaRPr lang="en-US" sz="800" dirty="0">
                <a:solidFill>
                  <a:schemeClr val="bg1"/>
                </a:solidFill>
              </a:endParaRPr>
            </a:p>
          </p:txBody>
        </p:sp>
        <p:sp>
          <p:nvSpPr>
            <p:cNvPr id="649" name="Rectangle: Rounded Corners 648">
              <a:extLst>
                <a:ext uri="{FF2B5EF4-FFF2-40B4-BE49-F238E27FC236}">
                  <a16:creationId xmlns:a16="http://schemas.microsoft.com/office/drawing/2014/main" id="{24CE0E61-63C5-7105-4EDF-89437E41012D}"/>
                </a:ext>
              </a:extLst>
            </p:cNvPr>
            <p:cNvSpPr/>
            <p:nvPr/>
          </p:nvSpPr>
          <p:spPr>
            <a:xfrm>
              <a:off x="2346726" y="3186859"/>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MPCS</a:t>
              </a:r>
              <a:endParaRPr lang="en-US" sz="800" dirty="0">
                <a:solidFill>
                  <a:schemeClr val="bg1"/>
                </a:solidFill>
              </a:endParaRPr>
            </a:p>
          </p:txBody>
        </p:sp>
        <p:sp>
          <p:nvSpPr>
            <p:cNvPr id="650" name="Rectangle: Rounded Corners 649">
              <a:extLst>
                <a:ext uri="{FF2B5EF4-FFF2-40B4-BE49-F238E27FC236}">
                  <a16:creationId xmlns:a16="http://schemas.microsoft.com/office/drawing/2014/main" id="{7AEB68F8-F3FC-1166-A191-6F30D2F5DB4D}"/>
                </a:ext>
              </a:extLst>
            </p:cNvPr>
            <p:cNvSpPr/>
            <p:nvPr/>
          </p:nvSpPr>
          <p:spPr>
            <a:xfrm>
              <a:off x="2346726" y="3497038"/>
              <a:ext cx="777474" cy="290566"/>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MPI</a:t>
              </a:r>
              <a:endParaRPr lang="en-US" sz="800" dirty="0">
                <a:solidFill>
                  <a:schemeClr val="bg1"/>
                </a:solidFill>
              </a:endParaRPr>
            </a:p>
          </p:txBody>
        </p:sp>
        <p:sp>
          <p:nvSpPr>
            <p:cNvPr id="653" name="Rectangle: Rounded Corners 652">
              <a:extLst>
                <a:ext uri="{FF2B5EF4-FFF2-40B4-BE49-F238E27FC236}">
                  <a16:creationId xmlns:a16="http://schemas.microsoft.com/office/drawing/2014/main" id="{E23D2FD2-9D02-5C94-86D1-45C6E2E4ABC4}"/>
                </a:ext>
              </a:extLst>
            </p:cNvPr>
            <p:cNvSpPr/>
            <p:nvPr/>
          </p:nvSpPr>
          <p:spPr>
            <a:xfrm>
              <a:off x="2346726" y="3807217"/>
              <a:ext cx="777474" cy="29056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Posting Journal</a:t>
              </a:r>
            </a:p>
          </p:txBody>
        </p:sp>
        <p:sp>
          <p:nvSpPr>
            <p:cNvPr id="654" name="Rectangle: Rounded Corners 653">
              <a:extLst>
                <a:ext uri="{FF2B5EF4-FFF2-40B4-BE49-F238E27FC236}">
                  <a16:creationId xmlns:a16="http://schemas.microsoft.com/office/drawing/2014/main" id="{38019164-078B-62D2-F2FC-53FB388241B8}"/>
                </a:ext>
              </a:extLst>
            </p:cNvPr>
            <p:cNvSpPr/>
            <p:nvPr/>
          </p:nvSpPr>
          <p:spPr>
            <a:xfrm>
              <a:off x="2346726" y="4117396"/>
              <a:ext cx="777474" cy="29056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Calypso</a:t>
              </a:r>
              <a:endParaRPr lang="en-US" sz="800" dirty="0">
                <a:solidFill>
                  <a:schemeClr val="bg1"/>
                </a:solidFill>
              </a:endParaRPr>
            </a:p>
          </p:txBody>
        </p:sp>
      </p:grpSp>
      <p:cxnSp>
        <p:nvCxnSpPr>
          <p:cNvPr id="656" name="Connector: Elbow 655">
            <a:extLst>
              <a:ext uri="{FF2B5EF4-FFF2-40B4-BE49-F238E27FC236}">
                <a16:creationId xmlns:a16="http://schemas.microsoft.com/office/drawing/2014/main" id="{C67E5147-3550-B3D1-3927-1C3CE78A609C}"/>
              </a:ext>
            </a:extLst>
          </p:cNvPr>
          <p:cNvCxnSpPr>
            <a:cxnSpLocks/>
            <a:stCxn id="659" idx="0"/>
            <a:endCxn id="558" idx="1"/>
          </p:cNvCxnSpPr>
          <p:nvPr/>
        </p:nvCxnSpPr>
        <p:spPr>
          <a:xfrm rot="5400000" flipH="1" flipV="1">
            <a:off x="2231353" y="3001759"/>
            <a:ext cx="2316307" cy="343897"/>
          </a:xfrm>
          <a:prstGeom prst="bentConnector2">
            <a:avLst/>
          </a:prstGeom>
          <a:ln w="6350" cap="sq">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59" name="Rectangle: Rounded Corners 658">
            <a:extLst>
              <a:ext uri="{FF2B5EF4-FFF2-40B4-BE49-F238E27FC236}">
                <a16:creationId xmlns:a16="http://schemas.microsoft.com/office/drawing/2014/main" id="{83E2F258-77CA-B3E9-8F7F-448A6650C340}"/>
              </a:ext>
            </a:extLst>
          </p:cNvPr>
          <p:cNvSpPr/>
          <p:nvPr/>
        </p:nvSpPr>
        <p:spPr>
          <a:xfrm>
            <a:off x="2904140" y="4331860"/>
            <a:ext cx="626836" cy="290566"/>
          </a:xfrm>
          <a:prstGeom prst="roundRect">
            <a:avLst/>
          </a:prstGeom>
          <a:solidFill>
            <a:schemeClr val="accent2">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Payment Hub</a:t>
            </a:r>
          </a:p>
        </p:txBody>
      </p:sp>
      <p:sp>
        <p:nvSpPr>
          <p:cNvPr id="666" name="object 265">
            <a:extLst>
              <a:ext uri="{FF2B5EF4-FFF2-40B4-BE49-F238E27FC236}">
                <a16:creationId xmlns:a16="http://schemas.microsoft.com/office/drawing/2014/main" id="{1D9CA75C-2865-332C-238F-0149B7850E33}"/>
              </a:ext>
            </a:extLst>
          </p:cNvPr>
          <p:cNvSpPr>
            <a:spLocks/>
          </p:cNvSpPr>
          <p:nvPr/>
        </p:nvSpPr>
        <p:spPr>
          <a:xfrm>
            <a:off x="554734" y="1455542"/>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System of integration</a:t>
            </a:r>
          </a:p>
        </p:txBody>
      </p:sp>
      <p:sp>
        <p:nvSpPr>
          <p:cNvPr id="667" name="Rectangle: Rounded Corners 666">
            <a:extLst>
              <a:ext uri="{FF2B5EF4-FFF2-40B4-BE49-F238E27FC236}">
                <a16:creationId xmlns:a16="http://schemas.microsoft.com/office/drawing/2014/main" id="{A3E2C801-0D2B-B75F-7DF4-118C120E3E52}"/>
              </a:ext>
            </a:extLst>
          </p:cNvPr>
          <p:cNvSpPr/>
          <p:nvPr/>
        </p:nvSpPr>
        <p:spPr>
          <a:xfrm>
            <a:off x="663919" y="161823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ESB (SOA Suite)</a:t>
            </a:r>
          </a:p>
        </p:txBody>
      </p:sp>
      <p:sp>
        <p:nvSpPr>
          <p:cNvPr id="668" name="Rectangle: Rounded Corners 667">
            <a:extLst>
              <a:ext uri="{FF2B5EF4-FFF2-40B4-BE49-F238E27FC236}">
                <a16:creationId xmlns:a16="http://schemas.microsoft.com/office/drawing/2014/main" id="{7330BABC-2FCE-9DF9-30A8-62BB51156129}"/>
              </a:ext>
            </a:extLst>
          </p:cNvPr>
          <p:cNvSpPr/>
          <p:nvPr/>
        </p:nvSpPr>
        <p:spPr>
          <a:xfrm>
            <a:off x="4364106" y="161823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Public WS</a:t>
            </a:r>
          </a:p>
        </p:txBody>
      </p:sp>
      <p:sp>
        <p:nvSpPr>
          <p:cNvPr id="669" name="Rectangle: Rounded Corners 668">
            <a:extLst>
              <a:ext uri="{FF2B5EF4-FFF2-40B4-BE49-F238E27FC236}">
                <a16:creationId xmlns:a16="http://schemas.microsoft.com/office/drawing/2014/main" id="{B0EE3966-4495-E150-B67A-1E82BE33E1DC}"/>
              </a:ext>
            </a:extLst>
          </p:cNvPr>
          <p:cNvSpPr/>
          <p:nvPr/>
        </p:nvSpPr>
        <p:spPr>
          <a:xfrm>
            <a:off x="8064293" y="1618230"/>
            <a:ext cx="3463784"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Private WS</a:t>
            </a:r>
          </a:p>
        </p:txBody>
      </p:sp>
      <p:sp>
        <p:nvSpPr>
          <p:cNvPr id="671" name="object 265">
            <a:extLst>
              <a:ext uri="{FF2B5EF4-FFF2-40B4-BE49-F238E27FC236}">
                <a16:creationId xmlns:a16="http://schemas.microsoft.com/office/drawing/2014/main" id="{89C21654-1247-4F1B-7A59-5CB07B30F93E}"/>
              </a:ext>
            </a:extLst>
          </p:cNvPr>
          <p:cNvSpPr>
            <a:spLocks/>
          </p:cNvSpPr>
          <p:nvPr/>
        </p:nvSpPr>
        <p:spPr>
          <a:xfrm>
            <a:off x="554734" y="1031887"/>
            <a:ext cx="11082528" cy="387107"/>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rPr>
              <a:t>System of engagement</a:t>
            </a:r>
          </a:p>
        </p:txBody>
      </p:sp>
      <p:sp>
        <p:nvSpPr>
          <p:cNvPr id="681" name="Rectangle: Rounded Corners 680">
            <a:extLst>
              <a:ext uri="{FF2B5EF4-FFF2-40B4-BE49-F238E27FC236}">
                <a16:creationId xmlns:a16="http://schemas.microsoft.com/office/drawing/2014/main" id="{9BD90301-D9B5-14BA-102A-409E71A77BA9}"/>
              </a:ext>
            </a:extLst>
          </p:cNvPr>
          <p:cNvSpPr>
            <a:spLocks/>
          </p:cNvSpPr>
          <p:nvPr/>
        </p:nvSpPr>
        <p:spPr>
          <a:xfrm>
            <a:off x="1306241" y="1194575"/>
            <a:ext cx="821523"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POS Terminal</a:t>
            </a:r>
          </a:p>
        </p:txBody>
      </p:sp>
      <p:sp>
        <p:nvSpPr>
          <p:cNvPr id="682" name="Rectangle: Rounded Corners 681">
            <a:extLst>
              <a:ext uri="{FF2B5EF4-FFF2-40B4-BE49-F238E27FC236}">
                <a16:creationId xmlns:a16="http://schemas.microsoft.com/office/drawing/2014/main" id="{792F5D52-D666-28B9-C9DD-6442526B198D}"/>
              </a:ext>
            </a:extLst>
          </p:cNvPr>
          <p:cNvSpPr>
            <a:spLocks/>
          </p:cNvSpPr>
          <p:nvPr/>
        </p:nvSpPr>
        <p:spPr>
          <a:xfrm>
            <a:off x="2146225" y="1194575"/>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ECOMM</a:t>
            </a:r>
            <a:endParaRPr lang="en-US" sz="800" dirty="0">
              <a:solidFill>
                <a:schemeClr val="bg1"/>
              </a:solidFill>
            </a:endParaRPr>
          </a:p>
        </p:txBody>
      </p:sp>
      <p:sp>
        <p:nvSpPr>
          <p:cNvPr id="683" name="Rectangle: Rounded Corners 682">
            <a:extLst>
              <a:ext uri="{FF2B5EF4-FFF2-40B4-BE49-F238E27FC236}">
                <a16:creationId xmlns:a16="http://schemas.microsoft.com/office/drawing/2014/main" id="{2EE388EF-AEC6-6A20-7C9E-E628DA94C1E6}"/>
              </a:ext>
            </a:extLst>
          </p:cNvPr>
          <p:cNvSpPr>
            <a:spLocks/>
          </p:cNvSpPr>
          <p:nvPr/>
        </p:nvSpPr>
        <p:spPr>
          <a:xfrm>
            <a:off x="3024251" y="1194575"/>
            <a:ext cx="1159536"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United Front Channel</a:t>
            </a:r>
          </a:p>
        </p:txBody>
      </p:sp>
      <p:sp>
        <p:nvSpPr>
          <p:cNvPr id="684" name="Rectangle: Rounded Corners 683">
            <a:extLst>
              <a:ext uri="{FF2B5EF4-FFF2-40B4-BE49-F238E27FC236}">
                <a16:creationId xmlns:a16="http://schemas.microsoft.com/office/drawing/2014/main" id="{4EEFBCE4-4639-4221-4C48-554E9ED527C1}"/>
              </a:ext>
            </a:extLst>
          </p:cNvPr>
          <p:cNvSpPr/>
          <p:nvPr/>
        </p:nvSpPr>
        <p:spPr>
          <a:xfrm>
            <a:off x="4202248" y="1194575"/>
            <a:ext cx="919786"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Web Acquiring</a:t>
            </a:r>
            <a:endParaRPr lang="en-US" sz="800" dirty="0">
              <a:solidFill>
                <a:schemeClr val="bg1"/>
              </a:solidFill>
            </a:endParaRPr>
          </a:p>
        </p:txBody>
      </p:sp>
      <p:sp>
        <p:nvSpPr>
          <p:cNvPr id="685" name="Rectangle: Rounded Corners 684">
            <a:extLst>
              <a:ext uri="{FF2B5EF4-FFF2-40B4-BE49-F238E27FC236}">
                <a16:creationId xmlns:a16="http://schemas.microsoft.com/office/drawing/2014/main" id="{189302FE-A2DF-8C24-43AF-3BFBB13542C5}"/>
              </a:ext>
            </a:extLst>
          </p:cNvPr>
          <p:cNvSpPr>
            <a:spLocks/>
          </p:cNvSpPr>
          <p:nvPr/>
        </p:nvSpPr>
        <p:spPr>
          <a:xfrm>
            <a:off x="5140495" y="1194575"/>
            <a:ext cx="1618662"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Mobile (</a:t>
            </a:r>
            <a:r>
              <a:rPr lang="en-US" sz="800" dirty="0" err="1">
                <a:solidFill>
                  <a:schemeClr val="bg1"/>
                </a:solidFill>
              </a:rPr>
              <a:t>Corpor</a:t>
            </a:r>
            <a:r>
              <a:rPr lang="en-US" sz="800" dirty="0">
                <a:solidFill>
                  <a:schemeClr val="bg1"/>
                </a:solidFill>
              </a:rPr>
              <a:t>. / SME / Retail)</a:t>
            </a:r>
          </a:p>
        </p:txBody>
      </p:sp>
      <p:sp>
        <p:nvSpPr>
          <p:cNvPr id="686" name="Rectangle: Rounded Corners 685">
            <a:extLst>
              <a:ext uri="{FF2B5EF4-FFF2-40B4-BE49-F238E27FC236}">
                <a16:creationId xmlns:a16="http://schemas.microsoft.com/office/drawing/2014/main" id="{C93A9B4E-5FD6-1602-8C4A-C3F97846836D}"/>
              </a:ext>
            </a:extLst>
          </p:cNvPr>
          <p:cNvSpPr>
            <a:spLocks/>
          </p:cNvSpPr>
          <p:nvPr/>
        </p:nvSpPr>
        <p:spPr>
          <a:xfrm>
            <a:off x="6777618" y="1194575"/>
            <a:ext cx="607450"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Web Site</a:t>
            </a:r>
            <a:endParaRPr lang="en-US" sz="800" dirty="0">
              <a:solidFill>
                <a:schemeClr val="bg1"/>
              </a:solidFill>
            </a:endParaRPr>
          </a:p>
        </p:txBody>
      </p:sp>
      <p:sp>
        <p:nvSpPr>
          <p:cNvPr id="687" name="Rectangle: Rounded Corners 686">
            <a:extLst>
              <a:ext uri="{FF2B5EF4-FFF2-40B4-BE49-F238E27FC236}">
                <a16:creationId xmlns:a16="http://schemas.microsoft.com/office/drawing/2014/main" id="{85DA22B1-BAA8-74D0-65BE-F586B229F2D5}"/>
              </a:ext>
            </a:extLst>
          </p:cNvPr>
          <p:cNvSpPr>
            <a:spLocks/>
          </p:cNvSpPr>
          <p:nvPr/>
        </p:nvSpPr>
        <p:spPr>
          <a:xfrm>
            <a:off x="7403529" y="1194575"/>
            <a:ext cx="956246"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Call Center 3CX</a:t>
            </a:r>
          </a:p>
        </p:txBody>
      </p:sp>
      <p:sp>
        <p:nvSpPr>
          <p:cNvPr id="688" name="Rectangle: Rounded Corners 687">
            <a:extLst>
              <a:ext uri="{FF2B5EF4-FFF2-40B4-BE49-F238E27FC236}">
                <a16:creationId xmlns:a16="http://schemas.microsoft.com/office/drawing/2014/main" id="{C16A2B11-922F-C0B3-3065-B7D958085DD3}"/>
              </a:ext>
            </a:extLst>
          </p:cNvPr>
          <p:cNvSpPr>
            <a:spLocks/>
          </p:cNvSpPr>
          <p:nvPr/>
        </p:nvSpPr>
        <p:spPr>
          <a:xfrm>
            <a:off x="8378236" y="1194575"/>
            <a:ext cx="607450"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B2B</a:t>
            </a:r>
            <a:endParaRPr lang="en-US" sz="800" dirty="0">
              <a:solidFill>
                <a:schemeClr val="bg1"/>
              </a:solidFill>
            </a:endParaRPr>
          </a:p>
        </p:txBody>
      </p:sp>
      <p:sp>
        <p:nvSpPr>
          <p:cNvPr id="689" name="Rectangle: Rounded Corners 688">
            <a:extLst>
              <a:ext uri="{FF2B5EF4-FFF2-40B4-BE49-F238E27FC236}">
                <a16:creationId xmlns:a16="http://schemas.microsoft.com/office/drawing/2014/main" id="{ECF61C8E-367C-FD7A-6AD7-35B0064A6B9F}"/>
              </a:ext>
            </a:extLst>
          </p:cNvPr>
          <p:cNvSpPr>
            <a:spLocks/>
          </p:cNvSpPr>
          <p:nvPr/>
        </p:nvSpPr>
        <p:spPr>
          <a:xfrm>
            <a:off x="9004147" y="1194575"/>
            <a:ext cx="859565"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Internet Bank</a:t>
            </a:r>
            <a:endParaRPr lang="en-US" sz="800" dirty="0">
              <a:solidFill>
                <a:schemeClr val="bg1"/>
              </a:solidFill>
            </a:endParaRPr>
          </a:p>
        </p:txBody>
      </p:sp>
      <p:sp>
        <p:nvSpPr>
          <p:cNvPr id="680" name="Rectangle: Rounded Corners 679">
            <a:extLst>
              <a:ext uri="{FF2B5EF4-FFF2-40B4-BE49-F238E27FC236}">
                <a16:creationId xmlns:a16="http://schemas.microsoft.com/office/drawing/2014/main" id="{E89EDF73-D4EA-1BE1-02E5-F433C793E509}"/>
              </a:ext>
            </a:extLst>
          </p:cNvPr>
          <p:cNvSpPr/>
          <p:nvPr/>
        </p:nvSpPr>
        <p:spPr>
          <a:xfrm>
            <a:off x="663919" y="1194575"/>
            <a:ext cx="623861"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a:solidFill>
                  <a:schemeClr val="bg1"/>
                </a:solidFill>
              </a:rPr>
              <a:t>ATM</a:t>
            </a:r>
            <a:endParaRPr lang="en-US" sz="800" dirty="0" err="1">
              <a:solidFill>
                <a:schemeClr val="bg1"/>
              </a:solidFill>
            </a:endParaRPr>
          </a:p>
        </p:txBody>
      </p:sp>
      <p:sp>
        <p:nvSpPr>
          <p:cNvPr id="690" name="Rectangle: Rounded Corners 689">
            <a:extLst>
              <a:ext uri="{FF2B5EF4-FFF2-40B4-BE49-F238E27FC236}">
                <a16:creationId xmlns:a16="http://schemas.microsoft.com/office/drawing/2014/main" id="{98BE8D75-B892-3A91-2594-E0CA9BDED19D}"/>
              </a:ext>
            </a:extLst>
          </p:cNvPr>
          <p:cNvSpPr/>
          <p:nvPr/>
        </p:nvSpPr>
        <p:spPr>
          <a:xfrm>
            <a:off x="10623550" y="1194575"/>
            <a:ext cx="904527"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Digital platform</a:t>
            </a:r>
          </a:p>
        </p:txBody>
      </p:sp>
      <p:sp>
        <p:nvSpPr>
          <p:cNvPr id="691" name="Rectangle: Rounded Corners 690">
            <a:extLst>
              <a:ext uri="{FF2B5EF4-FFF2-40B4-BE49-F238E27FC236}">
                <a16:creationId xmlns:a16="http://schemas.microsoft.com/office/drawing/2014/main" id="{9BD29684-6A1F-025D-963F-6118AAD0BC9B}"/>
              </a:ext>
            </a:extLst>
          </p:cNvPr>
          <p:cNvSpPr/>
          <p:nvPr/>
        </p:nvSpPr>
        <p:spPr>
          <a:xfrm>
            <a:off x="9882173" y="1194575"/>
            <a:ext cx="722917" cy="197519"/>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bg1"/>
                </a:solidFill>
              </a:rPr>
              <a:t>IVR 3CX</a:t>
            </a:r>
          </a:p>
        </p:txBody>
      </p:sp>
      <p:sp>
        <p:nvSpPr>
          <p:cNvPr id="2" name="5. Source">
            <a:extLst>
              <a:ext uri="{FF2B5EF4-FFF2-40B4-BE49-F238E27FC236}">
                <a16:creationId xmlns:a16="http://schemas.microsoft.com/office/drawing/2014/main" id="{71891791-7B39-08F8-418A-F4A46E179569}"/>
              </a:ext>
            </a:extLst>
          </p:cNvPr>
          <p:cNvSpPr txBox="1">
            <a:spLocks/>
          </p:cNvSpPr>
          <p:nvPr>
            <p:custDataLst>
              <p:tags r:id="rId2"/>
            </p:custDataLst>
          </p:nvPr>
        </p:nvSpPr>
        <p:spPr>
          <a:xfrm>
            <a:off x="554736" y="6492570"/>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KPMG’s assessment of Pasha Bank’s core banking 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2CEC9-5059-5468-540E-111ED60E1B06}"/>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F9613EAF-000B-7FCD-D924-D7177CF95B0D}"/>
              </a:ext>
            </a:extLst>
          </p:cNvPr>
          <p:cNvGraphicFramePr>
            <a:graphicFrameLocks noChangeAspect="1"/>
          </p:cNvGraphicFramePr>
          <p:nvPr>
            <p:custDataLst>
              <p:tags r:id="rId1"/>
            </p:custDataLst>
            <p:extLst>
              <p:ext uri="{D42A27DB-BD31-4B8C-83A1-F6EECF244321}">
                <p14:modId xmlns:p14="http://schemas.microsoft.com/office/powerpoint/2010/main" val="1771649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6" progId="TCLayout.ActiveDocument.1">
                  <p:embed/>
                </p:oleObj>
              </mc:Choice>
              <mc:Fallback>
                <p:oleObj name="think-cell Slide" r:id="rId5" imgW="484" imgH="486" progId="TCLayout.ActiveDocument.1">
                  <p:embed/>
                  <p:pic>
                    <p:nvPicPr>
                      <p:cNvPr id="5" name="Object 6" hidden="1">
                        <a:extLst>
                          <a:ext uri="{FF2B5EF4-FFF2-40B4-BE49-F238E27FC236}">
                            <a16:creationId xmlns:a16="http://schemas.microsoft.com/office/drawing/2014/main" id="{F9613EAF-000B-7FCD-D924-D7177CF95B0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87" name="Title 286">
            <a:extLst>
              <a:ext uri="{FF2B5EF4-FFF2-40B4-BE49-F238E27FC236}">
                <a16:creationId xmlns:a16="http://schemas.microsoft.com/office/drawing/2014/main" id="{86876BD9-CAC2-C036-5CCA-8580A5839038}"/>
              </a:ext>
            </a:extLst>
          </p:cNvPr>
          <p:cNvSpPr>
            <a:spLocks noGrp="1"/>
          </p:cNvSpPr>
          <p:nvPr>
            <p:ph type="title"/>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latin typeface="+mj-lt"/>
                <a:cs typeface="Arial"/>
              </a:rPr>
              <a:t>PASHA Bank’s Core Banking Related Target Application Architecture developed by KPMG</a:t>
            </a:r>
            <a:endParaRPr lang="sv-SE" dirty="0">
              <a:latin typeface="+mj-lt"/>
            </a:endParaRPr>
          </a:p>
        </p:txBody>
      </p:sp>
      <p:sp>
        <p:nvSpPr>
          <p:cNvPr id="289" name="1. On-page tracker">
            <a:extLst>
              <a:ext uri="{FF2B5EF4-FFF2-40B4-BE49-F238E27FC236}">
                <a16:creationId xmlns:a16="http://schemas.microsoft.com/office/drawing/2014/main" id="{FBF2F5B4-38ED-9B5A-60E8-547D00B2B3E5}"/>
              </a:ext>
            </a:extLst>
          </p:cNvPr>
          <p:cNvSpPr>
            <a:spLocks noGrp="1"/>
          </p:cNvSpPr>
          <p:nvPr>
            <p:ph type="body" sz="quarter" idx="10"/>
            <p:custDataLst>
              <p:tags r:id="rId2"/>
            </p:custDataLst>
          </p:nvPr>
        </p:nvSpPr>
        <p:spPr/>
        <p:txBody>
          <a:bodyPr/>
          <a:lstStyle/>
          <a:p>
            <a:endParaRPr lang="sv-SE" dirty="0"/>
          </a:p>
        </p:txBody>
      </p:sp>
      <p:sp>
        <p:nvSpPr>
          <p:cNvPr id="4" name="Rectangle: Rounded Corners 3">
            <a:extLst>
              <a:ext uri="{FF2B5EF4-FFF2-40B4-BE49-F238E27FC236}">
                <a16:creationId xmlns:a16="http://schemas.microsoft.com/office/drawing/2014/main" id="{31F69450-DEF1-D7D2-5BEC-7BAB9ACBA073}"/>
              </a:ext>
            </a:extLst>
          </p:cNvPr>
          <p:cNvSpPr/>
          <p:nvPr/>
        </p:nvSpPr>
        <p:spPr>
          <a:xfrm>
            <a:off x="570995" y="1031887"/>
            <a:ext cx="11066267" cy="642865"/>
          </a:xfrm>
          <a:prstGeom prst="roundRect">
            <a:avLst>
              <a:gd name="adj" fmla="val 10260"/>
            </a:avLst>
          </a:prstGeom>
          <a:solidFill>
            <a:schemeClr val="accent2">
              <a:lumMod val="20000"/>
              <a:lumOff val="80000"/>
              <a:alpha val="40000"/>
            </a:schemeClr>
          </a:solidFill>
          <a:ln w="6350">
            <a:solidFill>
              <a:schemeClr val="accent2"/>
            </a:solidFill>
          </a:ln>
        </p:spPr>
        <p:txBody>
          <a:bodyPr wrap="square" lIns="0" tIns="0" rIns="0" bIns="0" rtlCol="0">
            <a:noAutofit/>
          </a:bodyPr>
          <a:lstStyle/>
          <a:p>
            <a:endParaRPr lang="en-US" sz="800" b="1" kern="0">
              <a:solidFill>
                <a:sysClr val="windowText" lastClr="000000"/>
              </a:solidFill>
            </a:endParaRPr>
          </a:p>
        </p:txBody>
      </p:sp>
      <p:sp>
        <p:nvSpPr>
          <p:cNvPr id="15" name="TextBox 14">
            <a:extLst>
              <a:ext uri="{FF2B5EF4-FFF2-40B4-BE49-F238E27FC236}">
                <a16:creationId xmlns:a16="http://schemas.microsoft.com/office/drawing/2014/main" id="{D6903CDD-7F18-FDEC-C1BD-43431A6CF92D}"/>
              </a:ext>
            </a:extLst>
          </p:cNvPr>
          <p:cNvSpPr txBox="1"/>
          <p:nvPr/>
        </p:nvSpPr>
        <p:spPr>
          <a:xfrm>
            <a:off x="660144" y="1057342"/>
            <a:ext cx="2906533" cy="145226"/>
          </a:xfrm>
          <a:prstGeom prst="rect">
            <a:avLst/>
          </a:prstGeom>
        </p:spPr>
        <p:txBody>
          <a:bodyPr vert="horz" wrap="none" lIns="0" tIns="0" rIns="0" bIns="0" rtlCol="0" anchor="t" anchorCtr="0">
            <a:noAutofit/>
          </a:bodyPr>
          <a:lstStyle/>
          <a:p>
            <a:pPr algn="l">
              <a:spcAft>
                <a:spcPts val="600"/>
              </a:spcAft>
            </a:pPr>
            <a:r>
              <a:rPr lang="en-US" sz="1000" b="1" dirty="0">
                <a:solidFill>
                  <a:schemeClr val="tx2"/>
                </a:solidFill>
              </a:rPr>
              <a:t>System of Engagement</a:t>
            </a:r>
          </a:p>
        </p:txBody>
      </p:sp>
      <p:grpSp>
        <p:nvGrpSpPr>
          <p:cNvPr id="344" name="Group 343">
            <a:extLst>
              <a:ext uri="{FF2B5EF4-FFF2-40B4-BE49-F238E27FC236}">
                <a16:creationId xmlns:a16="http://schemas.microsoft.com/office/drawing/2014/main" id="{F68526E4-328C-23DD-520E-C0C776C9C4FB}"/>
              </a:ext>
            </a:extLst>
          </p:cNvPr>
          <p:cNvGrpSpPr/>
          <p:nvPr/>
        </p:nvGrpSpPr>
        <p:grpSpPr>
          <a:xfrm>
            <a:off x="614262" y="1279924"/>
            <a:ext cx="10882413" cy="283665"/>
            <a:chOff x="614262" y="1260874"/>
            <a:chExt cx="10217757" cy="283665"/>
          </a:xfrm>
        </p:grpSpPr>
        <p:sp>
          <p:nvSpPr>
            <p:cNvPr id="7" name="Rectangle: Rounded Corners 6">
              <a:extLst>
                <a:ext uri="{FF2B5EF4-FFF2-40B4-BE49-F238E27FC236}">
                  <a16:creationId xmlns:a16="http://schemas.microsoft.com/office/drawing/2014/main" id="{942FC597-648E-78EC-351A-8E1C6264E04B}"/>
                </a:ext>
              </a:extLst>
            </p:cNvPr>
            <p:cNvSpPr>
              <a:spLocks/>
            </p:cNvSpPr>
            <p:nvPr/>
          </p:nvSpPr>
          <p:spPr>
            <a:xfrm>
              <a:off x="614262" y="1260874"/>
              <a:ext cx="872777"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az-Latn-AZ" sz="800" dirty="0">
                  <a:solidFill>
                    <a:schemeClr val="bg1"/>
                  </a:solidFill>
                </a:rPr>
                <a:t>ATM</a:t>
              </a:r>
              <a:endParaRPr lang="en-US" sz="800" dirty="0">
                <a:solidFill>
                  <a:schemeClr val="bg1"/>
                </a:solidFill>
              </a:endParaRPr>
            </a:p>
          </p:txBody>
        </p:sp>
        <p:sp>
          <p:nvSpPr>
            <p:cNvPr id="10" name="Rectangle: Rounded Corners 9">
              <a:extLst>
                <a:ext uri="{FF2B5EF4-FFF2-40B4-BE49-F238E27FC236}">
                  <a16:creationId xmlns:a16="http://schemas.microsoft.com/office/drawing/2014/main" id="{74E5D363-7EF8-64DF-7222-39B0B7DE07ED}"/>
                </a:ext>
              </a:extLst>
            </p:cNvPr>
            <p:cNvSpPr>
              <a:spLocks/>
            </p:cNvSpPr>
            <p:nvPr/>
          </p:nvSpPr>
          <p:spPr>
            <a:xfrm>
              <a:off x="1510211" y="1260874"/>
              <a:ext cx="872777"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az-Latn-AZ" sz="800">
                  <a:solidFill>
                    <a:schemeClr val="bg1"/>
                  </a:solidFill>
                </a:rPr>
                <a:t>POS Terminal</a:t>
              </a:r>
              <a:endParaRPr lang="en-US" sz="800">
                <a:solidFill>
                  <a:schemeClr val="bg1"/>
                </a:solidFill>
              </a:endParaRPr>
            </a:p>
          </p:txBody>
        </p:sp>
        <p:sp>
          <p:nvSpPr>
            <p:cNvPr id="11" name="Rectangle: Rounded Corners 10">
              <a:extLst>
                <a:ext uri="{FF2B5EF4-FFF2-40B4-BE49-F238E27FC236}">
                  <a16:creationId xmlns:a16="http://schemas.microsoft.com/office/drawing/2014/main" id="{167C5DFB-F3DC-D36B-E2D5-3C9DB84D96D8}"/>
                </a:ext>
              </a:extLst>
            </p:cNvPr>
            <p:cNvSpPr>
              <a:spLocks/>
            </p:cNvSpPr>
            <p:nvPr/>
          </p:nvSpPr>
          <p:spPr>
            <a:xfrm>
              <a:off x="3314546" y="1260874"/>
              <a:ext cx="872777"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E-COMM</a:t>
              </a:r>
            </a:p>
          </p:txBody>
        </p:sp>
        <p:sp>
          <p:nvSpPr>
            <p:cNvPr id="12" name="Rectangle: Rounded Corners 11">
              <a:extLst>
                <a:ext uri="{FF2B5EF4-FFF2-40B4-BE49-F238E27FC236}">
                  <a16:creationId xmlns:a16="http://schemas.microsoft.com/office/drawing/2014/main" id="{E9C07FA4-B9F7-43CD-764C-CB2861BE564E}"/>
                </a:ext>
              </a:extLst>
            </p:cNvPr>
            <p:cNvSpPr>
              <a:spLocks/>
            </p:cNvSpPr>
            <p:nvPr/>
          </p:nvSpPr>
          <p:spPr>
            <a:xfrm>
              <a:off x="4236148" y="1260874"/>
              <a:ext cx="93492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PB UFC</a:t>
              </a:r>
            </a:p>
          </p:txBody>
        </p:sp>
        <p:sp>
          <p:nvSpPr>
            <p:cNvPr id="13" name="Rectangle: Rounded Corners 12">
              <a:extLst>
                <a:ext uri="{FF2B5EF4-FFF2-40B4-BE49-F238E27FC236}">
                  <a16:creationId xmlns:a16="http://schemas.microsoft.com/office/drawing/2014/main" id="{4A4BE0A8-A393-5683-8F74-9FCAF05B41D2}"/>
                </a:ext>
              </a:extLst>
            </p:cNvPr>
            <p:cNvSpPr>
              <a:spLocks/>
            </p:cNvSpPr>
            <p:nvPr/>
          </p:nvSpPr>
          <p:spPr>
            <a:xfrm>
              <a:off x="5210264" y="1260874"/>
              <a:ext cx="93492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Business Mobile</a:t>
              </a:r>
            </a:p>
          </p:txBody>
        </p:sp>
        <p:sp>
          <p:nvSpPr>
            <p:cNvPr id="14" name="Rectangle: Rounded Corners 13">
              <a:extLst>
                <a:ext uri="{FF2B5EF4-FFF2-40B4-BE49-F238E27FC236}">
                  <a16:creationId xmlns:a16="http://schemas.microsoft.com/office/drawing/2014/main" id="{5837CACF-8202-180E-6731-4952451BFABE}"/>
                </a:ext>
              </a:extLst>
            </p:cNvPr>
            <p:cNvSpPr>
              <a:spLocks/>
            </p:cNvSpPr>
            <p:nvPr/>
          </p:nvSpPr>
          <p:spPr>
            <a:xfrm>
              <a:off x="9959239" y="1260874"/>
              <a:ext cx="87278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IVR 3CX</a:t>
              </a:r>
            </a:p>
          </p:txBody>
        </p:sp>
        <p:sp>
          <p:nvSpPr>
            <p:cNvPr id="21" name="Rectangle: Rounded Corners 20">
              <a:extLst>
                <a:ext uri="{FF2B5EF4-FFF2-40B4-BE49-F238E27FC236}">
                  <a16:creationId xmlns:a16="http://schemas.microsoft.com/office/drawing/2014/main" id="{32FF4A9A-9DFE-15DD-EE02-818D4EC09F16}"/>
                </a:ext>
              </a:extLst>
            </p:cNvPr>
            <p:cNvSpPr>
              <a:spLocks/>
            </p:cNvSpPr>
            <p:nvPr/>
          </p:nvSpPr>
          <p:spPr>
            <a:xfrm>
              <a:off x="8118497" y="1260874"/>
              <a:ext cx="87278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Internet Bank</a:t>
              </a:r>
            </a:p>
          </p:txBody>
        </p:sp>
        <p:sp>
          <p:nvSpPr>
            <p:cNvPr id="22" name="Rectangle: Rounded Corners 21">
              <a:extLst>
                <a:ext uri="{FF2B5EF4-FFF2-40B4-BE49-F238E27FC236}">
                  <a16:creationId xmlns:a16="http://schemas.microsoft.com/office/drawing/2014/main" id="{88D20FE8-A197-82F9-4731-6290B2BF3441}"/>
                </a:ext>
              </a:extLst>
            </p:cNvPr>
            <p:cNvSpPr>
              <a:spLocks/>
            </p:cNvSpPr>
            <p:nvPr/>
          </p:nvSpPr>
          <p:spPr>
            <a:xfrm>
              <a:off x="9038868" y="1260874"/>
              <a:ext cx="87278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Call Center 3CX</a:t>
              </a:r>
            </a:p>
          </p:txBody>
        </p:sp>
        <p:sp>
          <p:nvSpPr>
            <p:cNvPr id="23" name="Rectangle: Rounded Corners 22">
              <a:extLst>
                <a:ext uri="{FF2B5EF4-FFF2-40B4-BE49-F238E27FC236}">
                  <a16:creationId xmlns:a16="http://schemas.microsoft.com/office/drawing/2014/main" id="{BD8C4C49-8B87-EF84-34BF-151DE3A10087}"/>
                </a:ext>
              </a:extLst>
            </p:cNvPr>
            <p:cNvSpPr>
              <a:spLocks/>
            </p:cNvSpPr>
            <p:nvPr/>
          </p:nvSpPr>
          <p:spPr>
            <a:xfrm>
              <a:off x="7182587" y="1260874"/>
              <a:ext cx="87278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a:solidFill>
                    <a:schemeClr val="bg1"/>
                  </a:solidFill>
                </a:rPr>
                <a:t>B2B</a:t>
              </a:r>
            </a:p>
          </p:txBody>
        </p:sp>
        <p:sp>
          <p:nvSpPr>
            <p:cNvPr id="307" name="Rectangle: Rounded Corners 306">
              <a:extLst>
                <a:ext uri="{FF2B5EF4-FFF2-40B4-BE49-F238E27FC236}">
                  <a16:creationId xmlns:a16="http://schemas.microsoft.com/office/drawing/2014/main" id="{5E6D19E0-31C8-65FA-0D2B-20FB7B9770DE}"/>
                </a:ext>
              </a:extLst>
            </p:cNvPr>
            <p:cNvSpPr>
              <a:spLocks/>
            </p:cNvSpPr>
            <p:nvPr/>
          </p:nvSpPr>
          <p:spPr>
            <a:xfrm>
              <a:off x="2406159" y="1260874"/>
              <a:ext cx="872777"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Mobile </a:t>
              </a:r>
              <a:r>
                <a:rPr lang="az-Latn-AZ" sz="800" dirty="0">
                  <a:solidFill>
                    <a:schemeClr val="bg1"/>
                  </a:solidFill>
                </a:rPr>
                <a:t>POS Terminal</a:t>
              </a:r>
              <a:endParaRPr lang="en-US" sz="800" dirty="0">
                <a:solidFill>
                  <a:schemeClr val="bg1"/>
                </a:solidFill>
              </a:endParaRPr>
            </a:p>
          </p:txBody>
        </p:sp>
        <p:sp>
          <p:nvSpPr>
            <p:cNvPr id="308" name="Rectangle: Rounded Corners 307">
              <a:extLst>
                <a:ext uri="{FF2B5EF4-FFF2-40B4-BE49-F238E27FC236}">
                  <a16:creationId xmlns:a16="http://schemas.microsoft.com/office/drawing/2014/main" id="{A5E96774-B88A-4E2E-4485-56843A8E776A}"/>
                </a:ext>
              </a:extLst>
            </p:cNvPr>
            <p:cNvSpPr>
              <a:spLocks/>
            </p:cNvSpPr>
            <p:nvPr/>
          </p:nvSpPr>
          <p:spPr>
            <a:xfrm>
              <a:off x="6184198" y="1260874"/>
              <a:ext cx="934920" cy="28366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Retail Mobile</a:t>
              </a:r>
            </a:p>
          </p:txBody>
        </p:sp>
      </p:grpSp>
      <p:sp>
        <p:nvSpPr>
          <p:cNvPr id="59" name="Rectangle: Rounded Corners 58">
            <a:extLst>
              <a:ext uri="{FF2B5EF4-FFF2-40B4-BE49-F238E27FC236}">
                <a16:creationId xmlns:a16="http://schemas.microsoft.com/office/drawing/2014/main" id="{12469F41-60D5-766D-9340-D66E6F86DE29}"/>
              </a:ext>
            </a:extLst>
          </p:cNvPr>
          <p:cNvSpPr/>
          <p:nvPr/>
        </p:nvSpPr>
        <p:spPr>
          <a:xfrm>
            <a:off x="563226" y="6004791"/>
            <a:ext cx="9881358" cy="408366"/>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endParaRPr lang="en-US" sz="800" b="1" kern="0" err="1">
              <a:solidFill>
                <a:sysClr val="windowText" lastClr="000000"/>
              </a:solidFill>
            </a:endParaRPr>
          </a:p>
        </p:txBody>
      </p:sp>
      <p:sp>
        <p:nvSpPr>
          <p:cNvPr id="60" name="Rectangle: Rounded Corners 59">
            <a:extLst>
              <a:ext uri="{FF2B5EF4-FFF2-40B4-BE49-F238E27FC236}">
                <a16:creationId xmlns:a16="http://schemas.microsoft.com/office/drawing/2014/main" id="{24ADCB8F-BED9-E101-0A50-35E9EC4CF0E5}"/>
              </a:ext>
            </a:extLst>
          </p:cNvPr>
          <p:cNvSpPr>
            <a:spLocks/>
          </p:cNvSpPr>
          <p:nvPr/>
        </p:nvSpPr>
        <p:spPr>
          <a:xfrm>
            <a:off x="1796215" y="6078603"/>
            <a:ext cx="1567632" cy="26074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a:solidFill>
                  <a:schemeClr val="bg1"/>
                </a:solidFill>
              </a:rPr>
              <a:t>SIEM</a:t>
            </a:r>
          </a:p>
        </p:txBody>
      </p:sp>
      <p:sp>
        <p:nvSpPr>
          <p:cNvPr id="61" name="Rectangle: Rounded Corners 60">
            <a:extLst>
              <a:ext uri="{FF2B5EF4-FFF2-40B4-BE49-F238E27FC236}">
                <a16:creationId xmlns:a16="http://schemas.microsoft.com/office/drawing/2014/main" id="{E7528803-3110-0FDB-DB5B-ABCCD10F62B5}"/>
              </a:ext>
            </a:extLst>
          </p:cNvPr>
          <p:cNvSpPr>
            <a:spLocks/>
          </p:cNvSpPr>
          <p:nvPr/>
        </p:nvSpPr>
        <p:spPr>
          <a:xfrm>
            <a:off x="7071938" y="6078603"/>
            <a:ext cx="1567632" cy="26074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Antivirus</a:t>
            </a:r>
          </a:p>
        </p:txBody>
      </p:sp>
      <p:sp>
        <p:nvSpPr>
          <p:cNvPr id="62" name="Rectangle: Rounded Corners 61">
            <a:extLst>
              <a:ext uri="{FF2B5EF4-FFF2-40B4-BE49-F238E27FC236}">
                <a16:creationId xmlns:a16="http://schemas.microsoft.com/office/drawing/2014/main" id="{DED72BB2-DE12-79EE-3062-DC74A59FAA16}"/>
              </a:ext>
            </a:extLst>
          </p:cNvPr>
          <p:cNvSpPr>
            <a:spLocks/>
          </p:cNvSpPr>
          <p:nvPr/>
        </p:nvSpPr>
        <p:spPr>
          <a:xfrm>
            <a:off x="5125802" y="6078603"/>
            <a:ext cx="1867273" cy="26074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Data Protection (Guardium)</a:t>
            </a:r>
          </a:p>
        </p:txBody>
      </p:sp>
      <p:sp>
        <p:nvSpPr>
          <p:cNvPr id="63" name="Rectangle: Rounded Corners 62">
            <a:extLst>
              <a:ext uri="{FF2B5EF4-FFF2-40B4-BE49-F238E27FC236}">
                <a16:creationId xmlns:a16="http://schemas.microsoft.com/office/drawing/2014/main" id="{69E375C0-4563-6135-6EDB-D4FFE47CC137}"/>
              </a:ext>
            </a:extLst>
          </p:cNvPr>
          <p:cNvSpPr>
            <a:spLocks/>
          </p:cNvSpPr>
          <p:nvPr/>
        </p:nvSpPr>
        <p:spPr>
          <a:xfrm>
            <a:off x="8776518" y="6078603"/>
            <a:ext cx="1567632" cy="26074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PAM</a:t>
            </a:r>
          </a:p>
        </p:txBody>
      </p:sp>
      <p:sp>
        <p:nvSpPr>
          <p:cNvPr id="256" name="Rectangle: Rounded Corners 255">
            <a:extLst>
              <a:ext uri="{FF2B5EF4-FFF2-40B4-BE49-F238E27FC236}">
                <a16:creationId xmlns:a16="http://schemas.microsoft.com/office/drawing/2014/main" id="{59E7DE28-FF57-A04D-9295-8CC6743441A2}"/>
              </a:ext>
            </a:extLst>
          </p:cNvPr>
          <p:cNvSpPr>
            <a:spLocks/>
          </p:cNvSpPr>
          <p:nvPr/>
        </p:nvSpPr>
        <p:spPr>
          <a:xfrm>
            <a:off x="3462469" y="6078603"/>
            <a:ext cx="1567632" cy="26074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a:solidFill>
                  <a:schemeClr val="bg1"/>
                </a:solidFill>
              </a:rPr>
              <a:t>IAM</a:t>
            </a:r>
          </a:p>
        </p:txBody>
      </p:sp>
      <p:sp>
        <p:nvSpPr>
          <p:cNvPr id="265" name="TextBox 264">
            <a:extLst>
              <a:ext uri="{FF2B5EF4-FFF2-40B4-BE49-F238E27FC236}">
                <a16:creationId xmlns:a16="http://schemas.microsoft.com/office/drawing/2014/main" id="{37A64931-8751-C795-275F-74254E741AF9}"/>
              </a:ext>
            </a:extLst>
          </p:cNvPr>
          <p:cNvSpPr txBox="1"/>
          <p:nvPr/>
        </p:nvSpPr>
        <p:spPr>
          <a:xfrm>
            <a:off x="668302" y="6130300"/>
            <a:ext cx="1038746" cy="157346"/>
          </a:xfrm>
          <a:prstGeom prst="rect">
            <a:avLst/>
          </a:prstGeom>
        </p:spPr>
        <p:txBody>
          <a:bodyPr vert="horz" wrap="none" lIns="0" tIns="0" rIns="0" bIns="0" rtlCol="0" anchor="t" anchorCtr="0">
            <a:spAutoFit/>
          </a:bodyPr>
          <a:lstStyle/>
          <a:p>
            <a:pPr algn="l">
              <a:spcAft>
                <a:spcPts val="600"/>
              </a:spcAft>
            </a:pPr>
            <a:r>
              <a:rPr lang="en-US" sz="1000" b="1" dirty="0">
                <a:solidFill>
                  <a:schemeClr val="tx2"/>
                </a:solidFill>
              </a:rPr>
              <a:t>Security System</a:t>
            </a:r>
          </a:p>
        </p:txBody>
      </p:sp>
      <p:sp>
        <p:nvSpPr>
          <p:cNvPr id="276" name="Rectangle: Rounded Corners 275">
            <a:extLst>
              <a:ext uri="{FF2B5EF4-FFF2-40B4-BE49-F238E27FC236}">
                <a16:creationId xmlns:a16="http://schemas.microsoft.com/office/drawing/2014/main" id="{33337CA3-A66D-4386-DF7C-1719C3F38BC2}"/>
              </a:ext>
            </a:extLst>
          </p:cNvPr>
          <p:cNvSpPr/>
          <p:nvPr/>
        </p:nvSpPr>
        <p:spPr>
          <a:xfrm>
            <a:off x="10638905" y="4773493"/>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MKR</a:t>
            </a:r>
          </a:p>
        </p:txBody>
      </p:sp>
      <p:sp>
        <p:nvSpPr>
          <p:cNvPr id="277" name="Rectangle: Rounded Corners 276">
            <a:extLst>
              <a:ext uri="{FF2B5EF4-FFF2-40B4-BE49-F238E27FC236}">
                <a16:creationId xmlns:a16="http://schemas.microsoft.com/office/drawing/2014/main" id="{519B6D6F-8435-1984-0C84-F0B451FE95A5}"/>
              </a:ext>
            </a:extLst>
          </p:cNvPr>
          <p:cNvSpPr/>
          <p:nvPr/>
        </p:nvSpPr>
        <p:spPr>
          <a:xfrm>
            <a:off x="10623366" y="2415394"/>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AZIPS</a:t>
            </a:r>
          </a:p>
        </p:txBody>
      </p:sp>
      <p:sp>
        <p:nvSpPr>
          <p:cNvPr id="278" name="Rectangle: Rounded Corners 277">
            <a:extLst>
              <a:ext uri="{FF2B5EF4-FFF2-40B4-BE49-F238E27FC236}">
                <a16:creationId xmlns:a16="http://schemas.microsoft.com/office/drawing/2014/main" id="{97F0AC95-214F-0EB2-EDFA-10D7EF694731}"/>
              </a:ext>
            </a:extLst>
          </p:cNvPr>
          <p:cNvSpPr/>
          <p:nvPr/>
        </p:nvSpPr>
        <p:spPr>
          <a:xfrm>
            <a:off x="10623366" y="2558296"/>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XOHKS</a:t>
            </a:r>
          </a:p>
        </p:txBody>
      </p:sp>
      <p:sp>
        <p:nvSpPr>
          <p:cNvPr id="279" name="Rectangle: Rounded Corners 278">
            <a:extLst>
              <a:ext uri="{FF2B5EF4-FFF2-40B4-BE49-F238E27FC236}">
                <a16:creationId xmlns:a16="http://schemas.microsoft.com/office/drawing/2014/main" id="{2E26AA6A-E171-83DB-17F4-7786E2CD282B}"/>
              </a:ext>
            </a:extLst>
          </p:cNvPr>
          <p:cNvSpPr/>
          <p:nvPr/>
        </p:nvSpPr>
        <p:spPr>
          <a:xfrm>
            <a:off x="10623366" y="2704368"/>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GPP</a:t>
            </a:r>
          </a:p>
        </p:txBody>
      </p:sp>
      <p:sp>
        <p:nvSpPr>
          <p:cNvPr id="280" name="Rectangle: Rounded Corners 279">
            <a:extLst>
              <a:ext uri="{FF2B5EF4-FFF2-40B4-BE49-F238E27FC236}">
                <a16:creationId xmlns:a16="http://schemas.microsoft.com/office/drawing/2014/main" id="{F4182A14-0F5B-07A9-AF4B-79B5F12DFE19}"/>
              </a:ext>
            </a:extLst>
          </p:cNvPr>
          <p:cNvSpPr/>
          <p:nvPr/>
        </p:nvSpPr>
        <p:spPr>
          <a:xfrm>
            <a:off x="10622702" y="2170873"/>
            <a:ext cx="956316" cy="211933"/>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External Interface</a:t>
            </a:r>
          </a:p>
        </p:txBody>
      </p:sp>
      <p:sp>
        <p:nvSpPr>
          <p:cNvPr id="281" name="Rectangle: Rounded Corners 280">
            <a:extLst>
              <a:ext uri="{FF2B5EF4-FFF2-40B4-BE49-F238E27FC236}">
                <a16:creationId xmlns:a16="http://schemas.microsoft.com/office/drawing/2014/main" id="{7FCDA37A-1168-15B3-F114-E9D69372A3A8}"/>
              </a:ext>
            </a:extLst>
          </p:cNvPr>
          <p:cNvSpPr/>
          <p:nvPr/>
        </p:nvSpPr>
        <p:spPr>
          <a:xfrm>
            <a:off x="10638209" y="4628071"/>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MilliON</a:t>
            </a:r>
          </a:p>
        </p:txBody>
      </p:sp>
      <p:sp>
        <p:nvSpPr>
          <p:cNvPr id="282" name="Rectangle: Rounded Corners 281">
            <a:extLst>
              <a:ext uri="{FF2B5EF4-FFF2-40B4-BE49-F238E27FC236}">
                <a16:creationId xmlns:a16="http://schemas.microsoft.com/office/drawing/2014/main" id="{4FF10E79-1B5A-5E65-C5B3-D10B5F53D6FB}"/>
              </a:ext>
            </a:extLst>
          </p:cNvPr>
          <p:cNvSpPr/>
          <p:nvPr/>
        </p:nvSpPr>
        <p:spPr>
          <a:xfrm>
            <a:off x="10634148" y="4052223"/>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Unionpay</a:t>
            </a:r>
          </a:p>
        </p:txBody>
      </p:sp>
      <p:sp>
        <p:nvSpPr>
          <p:cNvPr id="283" name="Rectangle: Rounded Corners 282">
            <a:extLst>
              <a:ext uri="{FF2B5EF4-FFF2-40B4-BE49-F238E27FC236}">
                <a16:creationId xmlns:a16="http://schemas.microsoft.com/office/drawing/2014/main" id="{81D78469-65E2-133D-58A4-40B479C04841}"/>
              </a:ext>
            </a:extLst>
          </p:cNvPr>
          <p:cNvSpPr/>
          <p:nvPr/>
        </p:nvSpPr>
        <p:spPr>
          <a:xfrm>
            <a:off x="10626295" y="3454743"/>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SWIFT </a:t>
            </a:r>
          </a:p>
        </p:txBody>
      </p:sp>
      <p:sp>
        <p:nvSpPr>
          <p:cNvPr id="284" name="Rectangle: Rounded Corners 283">
            <a:extLst>
              <a:ext uri="{FF2B5EF4-FFF2-40B4-BE49-F238E27FC236}">
                <a16:creationId xmlns:a16="http://schemas.microsoft.com/office/drawing/2014/main" id="{67A1AB19-93F4-49E1-8E8F-229ADD86E517}"/>
              </a:ext>
            </a:extLst>
          </p:cNvPr>
          <p:cNvSpPr/>
          <p:nvPr/>
        </p:nvSpPr>
        <p:spPr>
          <a:xfrm>
            <a:off x="10623366" y="2852614"/>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IPS</a:t>
            </a:r>
          </a:p>
        </p:txBody>
      </p:sp>
      <p:sp>
        <p:nvSpPr>
          <p:cNvPr id="285" name="Rectangle: Rounded Corners 284">
            <a:extLst>
              <a:ext uri="{FF2B5EF4-FFF2-40B4-BE49-F238E27FC236}">
                <a16:creationId xmlns:a16="http://schemas.microsoft.com/office/drawing/2014/main" id="{6A9A14E9-87F2-6524-A5FE-CD327657A262}"/>
              </a:ext>
            </a:extLst>
          </p:cNvPr>
          <p:cNvSpPr/>
          <p:nvPr/>
        </p:nvSpPr>
        <p:spPr>
          <a:xfrm>
            <a:off x="10623366" y="3317620"/>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E-TAX</a:t>
            </a:r>
          </a:p>
        </p:txBody>
      </p:sp>
      <p:sp>
        <p:nvSpPr>
          <p:cNvPr id="286" name="Rectangle: Rounded Corners 285">
            <a:extLst>
              <a:ext uri="{FF2B5EF4-FFF2-40B4-BE49-F238E27FC236}">
                <a16:creationId xmlns:a16="http://schemas.microsoft.com/office/drawing/2014/main" id="{D66C59E0-5604-DA1A-7287-E5B54753CC13}"/>
              </a:ext>
            </a:extLst>
          </p:cNvPr>
          <p:cNvSpPr/>
          <p:nvPr/>
        </p:nvSpPr>
        <p:spPr>
          <a:xfrm>
            <a:off x="10634574" y="4201240"/>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MilliCard</a:t>
            </a:r>
          </a:p>
        </p:txBody>
      </p:sp>
      <p:sp>
        <p:nvSpPr>
          <p:cNvPr id="288" name="Rectangle: Rounded Corners 287">
            <a:extLst>
              <a:ext uri="{FF2B5EF4-FFF2-40B4-BE49-F238E27FC236}">
                <a16:creationId xmlns:a16="http://schemas.microsoft.com/office/drawing/2014/main" id="{CBD67BF9-6E1B-8970-8A0B-445514ED1A6F}"/>
              </a:ext>
            </a:extLst>
          </p:cNvPr>
          <p:cNvSpPr/>
          <p:nvPr/>
        </p:nvSpPr>
        <p:spPr>
          <a:xfrm>
            <a:off x="10638209" y="4342619"/>
            <a:ext cx="956316" cy="124182"/>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AzeriCard</a:t>
            </a:r>
          </a:p>
        </p:txBody>
      </p:sp>
      <p:sp>
        <p:nvSpPr>
          <p:cNvPr id="316" name="Rectangle: Rounded Corners 315">
            <a:extLst>
              <a:ext uri="{FF2B5EF4-FFF2-40B4-BE49-F238E27FC236}">
                <a16:creationId xmlns:a16="http://schemas.microsoft.com/office/drawing/2014/main" id="{EF30FB20-0DF2-2D18-C30E-426ACBBB4BDB}"/>
              </a:ext>
            </a:extLst>
          </p:cNvPr>
          <p:cNvSpPr/>
          <p:nvPr/>
        </p:nvSpPr>
        <p:spPr>
          <a:xfrm>
            <a:off x="10644174" y="4494659"/>
            <a:ext cx="942613" cy="108062"/>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BKM</a:t>
            </a:r>
          </a:p>
        </p:txBody>
      </p:sp>
      <p:sp>
        <p:nvSpPr>
          <p:cNvPr id="317" name="Rectangle: Rounded Corners 316">
            <a:extLst>
              <a:ext uri="{FF2B5EF4-FFF2-40B4-BE49-F238E27FC236}">
                <a16:creationId xmlns:a16="http://schemas.microsoft.com/office/drawing/2014/main" id="{9AA7C1D4-A54D-C082-1C6F-B31CDEB3ED0F}"/>
              </a:ext>
            </a:extLst>
          </p:cNvPr>
          <p:cNvSpPr/>
          <p:nvPr/>
        </p:nvSpPr>
        <p:spPr>
          <a:xfrm>
            <a:off x="10630472" y="3166181"/>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VEVIS</a:t>
            </a:r>
          </a:p>
        </p:txBody>
      </p:sp>
      <p:sp>
        <p:nvSpPr>
          <p:cNvPr id="318" name="Rectangle: Rounded Corners 317">
            <a:extLst>
              <a:ext uri="{FF2B5EF4-FFF2-40B4-BE49-F238E27FC236}">
                <a16:creationId xmlns:a16="http://schemas.microsoft.com/office/drawing/2014/main" id="{4CBB1965-D856-750D-CDF2-635292FF69D5}"/>
              </a:ext>
            </a:extLst>
          </p:cNvPr>
          <p:cNvSpPr/>
          <p:nvPr/>
        </p:nvSpPr>
        <p:spPr>
          <a:xfrm>
            <a:off x="10636176" y="3902244"/>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Master Card </a:t>
            </a:r>
          </a:p>
        </p:txBody>
      </p:sp>
      <p:sp>
        <p:nvSpPr>
          <p:cNvPr id="319" name="Rectangle: Rounded Corners 318">
            <a:extLst>
              <a:ext uri="{FF2B5EF4-FFF2-40B4-BE49-F238E27FC236}">
                <a16:creationId xmlns:a16="http://schemas.microsoft.com/office/drawing/2014/main" id="{FFE8FFEF-8CD4-8725-77A8-1159C469B3AC}"/>
              </a:ext>
            </a:extLst>
          </p:cNvPr>
          <p:cNvSpPr/>
          <p:nvPr/>
        </p:nvSpPr>
        <p:spPr>
          <a:xfrm>
            <a:off x="10626805" y="3602446"/>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VISA B2B </a:t>
            </a:r>
          </a:p>
        </p:txBody>
      </p:sp>
      <p:sp>
        <p:nvSpPr>
          <p:cNvPr id="58" name="Rectangle: Rounded Corners 57">
            <a:extLst>
              <a:ext uri="{FF2B5EF4-FFF2-40B4-BE49-F238E27FC236}">
                <a16:creationId xmlns:a16="http://schemas.microsoft.com/office/drawing/2014/main" id="{F1147509-F928-DCB6-DB05-BE22FBD05B21}"/>
              </a:ext>
            </a:extLst>
          </p:cNvPr>
          <p:cNvSpPr/>
          <p:nvPr/>
        </p:nvSpPr>
        <p:spPr>
          <a:xfrm>
            <a:off x="554734" y="5173737"/>
            <a:ext cx="9892307" cy="765543"/>
          </a:xfrm>
          <a:prstGeom prst="roundRect">
            <a:avLst>
              <a:gd name="adj" fmla="val 12217"/>
            </a:avLst>
          </a:prstGeom>
          <a:solidFill>
            <a:schemeClr val="accent2">
              <a:lumMod val="20000"/>
              <a:lumOff val="80000"/>
              <a:alpha val="40000"/>
            </a:schemeClr>
          </a:solidFill>
          <a:ln w="6350">
            <a:solidFill>
              <a:schemeClr val="accent2"/>
            </a:solidFill>
          </a:ln>
        </p:spPr>
        <p:txBody>
          <a:bodyPr wrap="square" lIns="0" tIns="0" rIns="0" bIns="0" rtlCol="0">
            <a:noAutofit/>
          </a:bodyPr>
          <a:lstStyle/>
          <a:p>
            <a:endParaRPr lang="en-US" sz="800" b="1" kern="0" err="1">
              <a:solidFill>
                <a:sysClr val="windowText" lastClr="000000"/>
              </a:solidFill>
            </a:endParaRPr>
          </a:p>
        </p:txBody>
      </p:sp>
      <p:sp>
        <p:nvSpPr>
          <p:cNvPr id="257" name="Rectangle: Rounded Corners 256">
            <a:extLst>
              <a:ext uri="{FF2B5EF4-FFF2-40B4-BE49-F238E27FC236}">
                <a16:creationId xmlns:a16="http://schemas.microsoft.com/office/drawing/2014/main" id="{D86D4D66-890C-00FB-0110-8E2B63B6EA0C}"/>
              </a:ext>
            </a:extLst>
          </p:cNvPr>
          <p:cNvSpPr/>
          <p:nvPr/>
        </p:nvSpPr>
        <p:spPr>
          <a:xfrm>
            <a:off x="665053" y="5354114"/>
            <a:ext cx="1150549" cy="19671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Loyalty (SOLAR)</a:t>
            </a:r>
          </a:p>
        </p:txBody>
      </p:sp>
      <p:sp>
        <p:nvSpPr>
          <p:cNvPr id="258" name="Rectangle: Rounded Corners 257">
            <a:extLst>
              <a:ext uri="{FF2B5EF4-FFF2-40B4-BE49-F238E27FC236}">
                <a16:creationId xmlns:a16="http://schemas.microsoft.com/office/drawing/2014/main" id="{8EDD6057-967A-F615-DAF7-85E18B98205E}"/>
              </a:ext>
            </a:extLst>
          </p:cNvPr>
          <p:cNvSpPr>
            <a:spLocks/>
          </p:cNvSpPr>
          <p:nvPr/>
        </p:nvSpPr>
        <p:spPr>
          <a:xfrm>
            <a:off x="1876677" y="5359603"/>
            <a:ext cx="1312228" cy="19025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Card Fraud Management</a:t>
            </a:r>
          </a:p>
        </p:txBody>
      </p:sp>
      <p:sp>
        <p:nvSpPr>
          <p:cNvPr id="259" name="Rectangle: Rounded Corners 258">
            <a:extLst>
              <a:ext uri="{FF2B5EF4-FFF2-40B4-BE49-F238E27FC236}">
                <a16:creationId xmlns:a16="http://schemas.microsoft.com/office/drawing/2014/main" id="{AE8D927A-BB0A-E791-9F56-AAB0DE5A43DD}"/>
              </a:ext>
            </a:extLst>
          </p:cNvPr>
          <p:cNvSpPr>
            <a:spLocks/>
          </p:cNvSpPr>
          <p:nvPr/>
        </p:nvSpPr>
        <p:spPr>
          <a:xfrm>
            <a:off x="1876677" y="5604352"/>
            <a:ext cx="1312228" cy="25594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noAutofit/>
          </a:bodyPr>
          <a:lstStyle/>
          <a:p>
            <a:pPr algn="ctr"/>
            <a:r>
              <a:rPr lang="en-US" sz="800" dirty="0">
                <a:solidFill>
                  <a:schemeClr val="bg1"/>
                </a:solidFill>
              </a:rPr>
              <a:t>Fraud Management (SAS)</a:t>
            </a:r>
          </a:p>
        </p:txBody>
      </p:sp>
      <p:sp>
        <p:nvSpPr>
          <p:cNvPr id="260" name="Rectangle: Rounded Corners 259">
            <a:extLst>
              <a:ext uri="{FF2B5EF4-FFF2-40B4-BE49-F238E27FC236}">
                <a16:creationId xmlns:a16="http://schemas.microsoft.com/office/drawing/2014/main" id="{B7AE7F60-5ABC-8ED5-E134-FE15379C49D9}"/>
              </a:ext>
            </a:extLst>
          </p:cNvPr>
          <p:cNvSpPr/>
          <p:nvPr/>
        </p:nvSpPr>
        <p:spPr>
          <a:xfrm>
            <a:off x="7083653" y="5355746"/>
            <a:ext cx="1235039" cy="21524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Business Intelligience</a:t>
            </a:r>
          </a:p>
        </p:txBody>
      </p:sp>
      <p:sp>
        <p:nvSpPr>
          <p:cNvPr id="261" name="Rectangle: Rounded Corners 260">
            <a:extLst>
              <a:ext uri="{FF2B5EF4-FFF2-40B4-BE49-F238E27FC236}">
                <a16:creationId xmlns:a16="http://schemas.microsoft.com/office/drawing/2014/main" id="{C872C09C-01A2-31BF-4A54-43551DABACFE}"/>
              </a:ext>
            </a:extLst>
          </p:cNvPr>
          <p:cNvSpPr/>
          <p:nvPr/>
        </p:nvSpPr>
        <p:spPr>
          <a:xfrm>
            <a:off x="4531664" y="5347708"/>
            <a:ext cx="1235039" cy="21524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Corporate DWH</a:t>
            </a:r>
          </a:p>
        </p:txBody>
      </p:sp>
      <p:sp>
        <p:nvSpPr>
          <p:cNvPr id="262" name="Rectangle: Rounded Corners 261">
            <a:extLst>
              <a:ext uri="{FF2B5EF4-FFF2-40B4-BE49-F238E27FC236}">
                <a16:creationId xmlns:a16="http://schemas.microsoft.com/office/drawing/2014/main" id="{73582CE9-5EDA-8789-8F3E-0D60AB0A877D}"/>
              </a:ext>
            </a:extLst>
          </p:cNvPr>
          <p:cNvSpPr/>
          <p:nvPr/>
        </p:nvSpPr>
        <p:spPr>
          <a:xfrm>
            <a:off x="3239496" y="5356214"/>
            <a:ext cx="1235039" cy="19447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AML NiceActimize</a:t>
            </a:r>
          </a:p>
        </p:txBody>
      </p:sp>
      <p:sp>
        <p:nvSpPr>
          <p:cNvPr id="264" name="TextBox 263">
            <a:extLst>
              <a:ext uri="{FF2B5EF4-FFF2-40B4-BE49-F238E27FC236}">
                <a16:creationId xmlns:a16="http://schemas.microsoft.com/office/drawing/2014/main" id="{E01D8E7D-31D2-F5BB-5E9E-9CAE3BF235C8}"/>
              </a:ext>
            </a:extLst>
          </p:cNvPr>
          <p:cNvSpPr txBox="1"/>
          <p:nvPr/>
        </p:nvSpPr>
        <p:spPr>
          <a:xfrm>
            <a:off x="648932" y="5175335"/>
            <a:ext cx="1433410" cy="185030"/>
          </a:xfrm>
          <a:prstGeom prst="rect">
            <a:avLst/>
          </a:prstGeom>
        </p:spPr>
        <p:txBody>
          <a:bodyPr vert="horz" wrap="none" lIns="0" tIns="0" rIns="0" bIns="0" rtlCol="0" anchor="t" anchorCtr="0">
            <a:noAutofit/>
          </a:bodyPr>
          <a:lstStyle/>
          <a:p>
            <a:pPr algn="l">
              <a:spcAft>
                <a:spcPts val="600"/>
              </a:spcAft>
            </a:pPr>
            <a:r>
              <a:rPr lang="en-US" sz="1000" b="1" dirty="0">
                <a:solidFill>
                  <a:schemeClr val="tx2"/>
                </a:solidFill>
              </a:rPr>
              <a:t>System of Insight</a:t>
            </a:r>
          </a:p>
        </p:txBody>
      </p:sp>
      <p:sp>
        <p:nvSpPr>
          <p:cNvPr id="321" name="Rectangle: Rounded Corners 320">
            <a:extLst>
              <a:ext uri="{FF2B5EF4-FFF2-40B4-BE49-F238E27FC236}">
                <a16:creationId xmlns:a16="http://schemas.microsoft.com/office/drawing/2014/main" id="{405D60FF-ED4A-38BB-AEAE-7C0CF519E817}"/>
              </a:ext>
            </a:extLst>
          </p:cNvPr>
          <p:cNvSpPr/>
          <p:nvPr/>
        </p:nvSpPr>
        <p:spPr>
          <a:xfrm>
            <a:off x="5798023" y="5345772"/>
            <a:ext cx="1235039" cy="21524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Lake House </a:t>
            </a:r>
          </a:p>
        </p:txBody>
      </p:sp>
      <p:sp>
        <p:nvSpPr>
          <p:cNvPr id="322" name="Rectangle: Rounded Corners 321">
            <a:extLst>
              <a:ext uri="{FF2B5EF4-FFF2-40B4-BE49-F238E27FC236}">
                <a16:creationId xmlns:a16="http://schemas.microsoft.com/office/drawing/2014/main" id="{09FAE89E-751E-6A2A-4470-1CD1E6024BED}"/>
              </a:ext>
            </a:extLst>
          </p:cNvPr>
          <p:cNvSpPr/>
          <p:nvPr/>
        </p:nvSpPr>
        <p:spPr>
          <a:xfrm>
            <a:off x="8363973" y="5354379"/>
            <a:ext cx="1235039" cy="21524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RPA</a:t>
            </a:r>
          </a:p>
        </p:txBody>
      </p:sp>
      <p:sp>
        <p:nvSpPr>
          <p:cNvPr id="323" name="Rectangle: Rounded Corners 322">
            <a:extLst>
              <a:ext uri="{FF2B5EF4-FFF2-40B4-BE49-F238E27FC236}">
                <a16:creationId xmlns:a16="http://schemas.microsoft.com/office/drawing/2014/main" id="{90EA04E3-248C-DA89-D6C3-4517A7F82716}"/>
              </a:ext>
            </a:extLst>
          </p:cNvPr>
          <p:cNvSpPr/>
          <p:nvPr/>
        </p:nvSpPr>
        <p:spPr>
          <a:xfrm>
            <a:off x="10628406" y="3002474"/>
            <a:ext cx="956316" cy="12755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FIMSA</a:t>
            </a:r>
          </a:p>
        </p:txBody>
      </p:sp>
      <p:sp>
        <p:nvSpPr>
          <p:cNvPr id="6" name="Rectangle: Rounded Corners 5">
            <a:extLst>
              <a:ext uri="{FF2B5EF4-FFF2-40B4-BE49-F238E27FC236}">
                <a16:creationId xmlns:a16="http://schemas.microsoft.com/office/drawing/2014/main" id="{FFCF94B2-9FD7-F053-E6B4-D59229AF285B}"/>
              </a:ext>
            </a:extLst>
          </p:cNvPr>
          <p:cNvSpPr/>
          <p:nvPr/>
        </p:nvSpPr>
        <p:spPr>
          <a:xfrm>
            <a:off x="563226" y="1740261"/>
            <a:ext cx="11066267" cy="323900"/>
          </a:xfrm>
          <a:prstGeom prst="roundRect">
            <a:avLst/>
          </a:prstGeom>
          <a:solidFill>
            <a:schemeClr val="accent2">
              <a:lumMod val="20000"/>
              <a:lumOff val="80000"/>
              <a:alpha val="40000"/>
            </a:schemeClr>
          </a:solidFill>
          <a:ln w="6350">
            <a:solidFill>
              <a:schemeClr val="accent2"/>
            </a:solidFill>
          </a:ln>
        </p:spPr>
        <p:txBody>
          <a:bodyPr wrap="square" lIns="0" tIns="0" rIns="0" bIns="0" rtlCol="0">
            <a:noAutofit/>
          </a:bodyPr>
          <a:lstStyle/>
          <a:p>
            <a:endParaRPr lang="en-US" sz="800" b="1" kern="0">
              <a:solidFill>
                <a:sysClr val="windowText" lastClr="000000"/>
              </a:solidFill>
            </a:endParaRPr>
          </a:p>
        </p:txBody>
      </p:sp>
      <p:sp>
        <p:nvSpPr>
          <p:cNvPr id="16" name="TextBox 15">
            <a:extLst>
              <a:ext uri="{FF2B5EF4-FFF2-40B4-BE49-F238E27FC236}">
                <a16:creationId xmlns:a16="http://schemas.microsoft.com/office/drawing/2014/main" id="{F9A1D577-EA3E-2236-CB72-7FE208080F4E}"/>
              </a:ext>
            </a:extLst>
          </p:cNvPr>
          <p:cNvSpPr txBox="1"/>
          <p:nvPr/>
        </p:nvSpPr>
        <p:spPr>
          <a:xfrm>
            <a:off x="664950" y="1781145"/>
            <a:ext cx="1344700" cy="201161"/>
          </a:xfrm>
          <a:prstGeom prst="rect">
            <a:avLst/>
          </a:prstGeom>
        </p:spPr>
        <p:txBody>
          <a:bodyPr vert="horz" wrap="none" lIns="0" tIns="0" rIns="0" bIns="0" rtlCol="0" anchor="t" anchorCtr="0">
            <a:noAutofit/>
          </a:bodyPr>
          <a:lstStyle/>
          <a:p>
            <a:pPr algn="l">
              <a:spcAft>
                <a:spcPts val="600"/>
              </a:spcAft>
            </a:pPr>
            <a:r>
              <a:rPr lang="en-US" sz="1000" b="1" dirty="0">
                <a:solidFill>
                  <a:schemeClr val="tx2"/>
                </a:solidFill>
              </a:rPr>
              <a:t>System of Integration</a:t>
            </a:r>
          </a:p>
        </p:txBody>
      </p:sp>
      <p:grpSp>
        <p:nvGrpSpPr>
          <p:cNvPr id="343" name="Group 342">
            <a:extLst>
              <a:ext uri="{FF2B5EF4-FFF2-40B4-BE49-F238E27FC236}">
                <a16:creationId xmlns:a16="http://schemas.microsoft.com/office/drawing/2014/main" id="{53BE9793-74DD-FC3A-D509-374994E3A712}"/>
              </a:ext>
            </a:extLst>
          </p:cNvPr>
          <p:cNvGrpSpPr/>
          <p:nvPr/>
        </p:nvGrpSpPr>
        <p:grpSpPr>
          <a:xfrm>
            <a:off x="2387441" y="1782491"/>
            <a:ext cx="9139609" cy="234329"/>
            <a:chOff x="2387441" y="1895854"/>
            <a:chExt cx="4216741" cy="229179"/>
          </a:xfrm>
        </p:grpSpPr>
        <p:sp>
          <p:nvSpPr>
            <p:cNvPr id="17" name="Rectangle: Rounded Corners 16">
              <a:extLst>
                <a:ext uri="{FF2B5EF4-FFF2-40B4-BE49-F238E27FC236}">
                  <a16:creationId xmlns:a16="http://schemas.microsoft.com/office/drawing/2014/main" id="{16BD4FFA-7A28-29C1-55D3-1D0DD5918A84}"/>
                </a:ext>
              </a:extLst>
            </p:cNvPr>
            <p:cNvSpPr/>
            <p:nvPr/>
          </p:nvSpPr>
          <p:spPr>
            <a:xfrm>
              <a:off x="4492412" y="1908339"/>
              <a:ext cx="1105539" cy="20859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ESB (SOA Suite)</a:t>
              </a:r>
            </a:p>
          </p:txBody>
        </p:sp>
        <p:sp>
          <p:nvSpPr>
            <p:cNvPr id="18" name="Rectangle: Rounded Corners 17">
              <a:extLst>
                <a:ext uri="{FF2B5EF4-FFF2-40B4-BE49-F238E27FC236}">
                  <a16:creationId xmlns:a16="http://schemas.microsoft.com/office/drawing/2014/main" id="{0275B902-55C9-43A0-5C2F-A60DAC616986}"/>
                </a:ext>
              </a:extLst>
            </p:cNvPr>
            <p:cNvSpPr/>
            <p:nvPr/>
          </p:nvSpPr>
          <p:spPr>
            <a:xfrm>
              <a:off x="5664700" y="1906125"/>
              <a:ext cx="939482" cy="208594"/>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Private WS</a:t>
              </a:r>
            </a:p>
          </p:txBody>
        </p:sp>
        <p:sp>
          <p:nvSpPr>
            <p:cNvPr id="313" name="Rectangle: Rounded Corners 312">
              <a:extLst>
                <a:ext uri="{FF2B5EF4-FFF2-40B4-BE49-F238E27FC236}">
                  <a16:creationId xmlns:a16="http://schemas.microsoft.com/office/drawing/2014/main" id="{8D6AC1AF-445C-7831-F920-F8BF9A325185}"/>
                </a:ext>
              </a:extLst>
            </p:cNvPr>
            <p:cNvSpPr/>
            <p:nvPr/>
          </p:nvSpPr>
          <p:spPr>
            <a:xfrm>
              <a:off x="3436765" y="1895854"/>
              <a:ext cx="981490" cy="221078"/>
            </a:xfrm>
            <a:prstGeom prst="roundRect">
              <a:avLst/>
            </a:prstGeom>
            <a:solidFill>
              <a:schemeClr val="accent2">
                <a:lumMod val="60000"/>
                <a:lumOff val="40000"/>
              </a:schemeClr>
            </a:solidFill>
            <a:ln w="3175">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800" dirty="0">
                  <a:solidFill>
                    <a:schemeClr val="tx1"/>
                  </a:solidFill>
                </a:rPr>
                <a:t>API Gateway</a:t>
              </a:r>
            </a:p>
          </p:txBody>
        </p:sp>
        <p:sp>
          <p:nvSpPr>
            <p:cNvPr id="324" name="Rectangle: Rounded Corners 323">
              <a:extLst>
                <a:ext uri="{FF2B5EF4-FFF2-40B4-BE49-F238E27FC236}">
                  <a16:creationId xmlns:a16="http://schemas.microsoft.com/office/drawing/2014/main" id="{4853A849-760F-8038-7739-4403EBAE57D6}"/>
                </a:ext>
              </a:extLst>
            </p:cNvPr>
            <p:cNvSpPr/>
            <p:nvPr/>
          </p:nvSpPr>
          <p:spPr>
            <a:xfrm>
              <a:off x="2387441" y="1903955"/>
              <a:ext cx="981490" cy="221078"/>
            </a:xfrm>
            <a:prstGeom prst="roundRect">
              <a:avLst/>
            </a:prstGeom>
            <a:solidFill>
              <a:schemeClr val="accent2">
                <a:lumMod val="60000"/>
                <a:lumOff val="40000"/>
              </a:schemeClr>
            </a:solidFill>
            <a:ln w="3175">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800" dirty="0">
                  <a:solidFill>
                    <a:schemeClr val="tx1"/>
                  </a:solidFill>
                </a:rPr>
                <a:t>Event Bus </a:t>
              </a:r>
            </a:p>
          </p:txBody>
        </p:sp>
      </p:grpSp>
      <p:sp>
        <p:nvSpPr>
          <p:cNvPr id="3" name="Rectangle: Rounded Corners 2">
            <a:extLst>
              <a:ext uri="{FF2B5EF4-FFF2-40B4-BE49-F238E27FC236}">
                <a16:creationId xmlns:a16="http://schemas.microsoft.com/office/drawing/2014/main" id="{E08FD4A3-0541-0AAA-56A0-9469A544E16F}"/>
              </a:ext>
            </a:extLst>
          </p:cNvPr>
          <p:cNvSpPr/>
          <p:nvPr/>
        </p:nvSpPr>
        <p:spPr>
          <a:xfrm>
            <a:off x="565682" y="2129670"/>
            <a:ext cx="9881358" cy="2978558"/>
          </a:xfrm>
          <a:prstGeom prst="roundRect">
            <a:avLst>
              <a:gd name="adj" fmla="val 2086"/>
            </a:avLst>
          </a:prstGeom>
          <a:solidFill>
            <a:schemeClr val="accent2">
              <a:lumMod val="20000"/>
              <a:lumOff val="80000"/>
              <a:alpha val="40000"/>
            </a:schemeClr>
          </a:solidFill>
          <a:ln w="6350">
            <a:solidFill>
              <a:schemeClr val="accent2"/>
            </a:solidFill>
          </a:ln>
        </p:spPr>
        <p:txBody>
          <a:bodyPr wrap="square" lIns="0" tIns="0" rIns="0" bIns="0" rtlCol="0">
            <a:noAutofit/>
          </a:bodyPr>
          <a:lstStyle/>
          <a:p>
            <a:endParaRPr lang="en-US" sz="800" b="1" kern="0">
              <a:solidFill>
                <a:sysClr val="windowText" lastClr="000000"/>
              </a:solidFill>
            </a:endParaRPr>
          </a:p>
        </p:txBody>
      </p:sp>
      <p:sp>
        <p:nvSpPr>
          <p:cNvPr id="320" name="TextBox 319">
            <a:extLst>
              <a:ext uri="{FF2B5EF4-FFF2-40B4-BE49-F238E27FC236}">
                <a16:creationId xmlns:a16="http://schemas.microsoft.com/office/drawing/2014/main" id="{AAE75ACA-C799-3F36-9860-C31A9EDEC89F}"/>
              </a:ext>
            </a:extLst>
          </p:cNvPr>
          <p:cNvSpPr txBox="1"/>
          <p:nvPr/>
        </p:nvSpPr>
        <p:spPr>
          <a:xfrm>
            <a:off x="648236" y="2135889"/>
            <a:ext cx="1344700" cy="201161"/>
          </a:xfrm>
          <a:prstGeom prst="rect">
            <a:avLst/>
          </a:prstGeom>
        </p:spPr>
        <p:txBody>
          <a:bodyPr vert="horz" wrap="none" lIns="0" tIns="0" rIns="0" bIns="0" rtlCol="0" anchor="t" anchorCtr="0">
            <a:noAutofit/>
          </a:bodyPr>
          <a:lstStyle/>
          <a:p>
            <a:pPr algn="l">
              <a:spcAft>
                <a:spcPts val="600"/>
              </a:spcAft>
            </a:pPr>
            <a:r>
              <a:rPr lang="en-US" sz="1000" b="1" dirty="0">
                <a:solidFill>
                  <a:schemeClr val="tx2"/>
                </a:solidFill>
              </a:rPr>
              <a:t>System of Records</a:t>
            </a:r>
          </a:p>
        </p:txBody>
      </p:sp>
      <p:sp>
        <p:nvSpPr>
          <p:cNvPr id="19" name="Rectangle: Rounded Corners 18">
            <a:extLst>
              <a:ext uri="{FF2B5EF4-FFF2-40B4-BE49-F238E27FC236}">
                <a16:creationId xmlns:a16="http://schemas.microsoft.com/office/drawing/2014/main" id="{E8B088B6-479F-B0D6-E8E7-5233D9022FDB}"/>
              </a:ext>
            </a:extLst>
          </p:cNvPr>
          <p:cNvSpPr/>
          <p:nvPr/>
        </p:nvSpPr>
        <p:spPr>
          <a:xfrm>
            <a:off x="6091524" y="2338524"/>
            <a:ext cx="4252626" cy="211882"/>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b="1">
                <a:solidFill>
                  <a:schemeClr val="bg1"/>
                </a:solidFill>
              </a:rPr>
              <a:t>CORE BANKING SYSTEM</a:t>
            </a:r>
          </a:p>
        </p:txBody>
      </p:sp>
      <p:sp>
        <p:nvSpPr>
          <p:cNvPr id="20" name="Rectangle: Rounded Corners 19">
            <a:extLst>
              <a:ext uri="{FF2B5EF4-FFF2-40B4-BE49-F238E27FC236}">
                <a16:creationId xmlns:a16="http://schemas.microsoft.com/office/drawing/2014/main" id="{384E9C88-ED3F-13FF-C8EB-AE479BA7C047}"/>
              </a:ext>
            </a:extLst>
          </p:cNvPr>
          <p:cNvSpPr/>
          <p:nvPr/>
        </p:nvSpPr>
        <p:spPr>
          <a:xfrm>
            <a:off x="7513668" y="4678372"/>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Settlements</a:t>
            </a:r>
          </a:p>
        </p:txBody>
      </p:sp>
      <p:sp>
        <p:nvSpPr>
          <p:cNvPr id="24" name="Rectangle: Rounded Corners 23">
            <a:extLst>
              <a:ext uri="{FF2B5EF4-FFF2-40B4-BE49-F238E27FC236}">
                <a16:creationId xmlns:a16="http://schemas.microsoft.com/office/drawing/2014/main" id="{68E81039-4C44-AF0C-45CD-DE6461C5D2C1}"/>
              </a:ext>
            </a:extLst>
          </p:cNvPr>
          <p:cNvSpPr/>
          <p:nvPr/>
        </p:nvSpPr>
        <p:spPr>
          <a:xfrm>
            <a:off x="6097767" y="2608164"/>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Loan Management</a:t>
            </a:r>
          </a:p>
        </p:txBody>
      </p:sp>
      <p:sp>
        <p:nvSpPr>
          <p:cNvPr id="25" name="Rectangle: Rounded Corners 24">
            <a:extLst>
              <a:ext uri="{FF2B5EF4-FFF2-40B4-BE49-F238E27FC236}">
                <a16:creationId xmlns:a16="http://schemas.microsoft.com/office/drawing/2014/main" id="{454AF007-73AA-0562-7FB8-144D28D7F936}"/>
              </a:ext>
            </a:extLst>
          </p:cNvPr>
          <p:cNvSpPr/>
          <p:nvPr/>
        </p:nvSpPr>
        <p:spPr>
          <a:xfrm>
            <a:off x="7530178" y="2607224"/>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Accounts</a:t>
            </a:r>
          </a:p>
        </p:txBody>
      </p:sp>
      <p:sp>
        <p:nvSpPr>
          <p:cNvPr id="26" name="Rectangle: Rounded Corners 25">
            <a:extLst>
              <a:ext uri="{FF2B5EF4-FFF2-40B4-BE49-F238E27FC236}">
                <a16:creationId xmlns:a16="http://schemas.microsoft.com/office/drawing/2014/main" id="{077C7072-D450-87A5-AB0A-90365F6ED279}"/>
              </a:ext>
            </a:extLst>
          </p:cNvPr>
          <p:cNvSpPr/>
          <p:nvPr/>
        </p:nvSpPr>
        <p:spPr>
          <a:xfrm>
            <a:off x="8955547" y="2607224"/>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Core Services</a:t>
            </a:r>
          </a:p>
        </p:txBody>
      </p:sp>
      <p:sp>
        <p:nvSpPr>
          <p:cNvPr id="27" name="Rectangle: Rounded Corners 26">
            <a:extLst>
              <a:ext uri="{FF2B5EF4-FFF2-40B4-BE49-F238E27FC236}">
                <a16:creationId xmlns:a16="http://schemas.microsoft.com/office/drawing/2014/main" id="{2776E9DB-BC2B-B460-7075-A9F15525446A}"/>
              </a:ext>
            </a:extLst>
          </p:cNvPr>
          <p:cNvSpPr/>
          <p:nvPr/>
        </p:nvSpPr>
        <p:spPr>
          <a:xfrm>
            <a:off x="6097767" y="2774592"/>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Retail Loan</a:t>
            </a:r>
          </a:p>
        </p:txBody>
      </p:sp>
      <p:sp>
        <p:nvSpPr>
          <p:cNvPr id="28" name="Rectangle: Rounded Corners 27">
            <a:extLst>
              <a:ext uri="{FF2B5EF4-FFF2-40B4-BE49-F238E27FC236}">
                <a16:creationId xmlns:a16="http://schemas.microsoft.com/office/drawing/2014/main" id="{19E9493F-2C51-5A82-96C3-CE9A9FA98ED4}"/>
              </a:ext>
            </a:extLst>
          </p:cNvPr>
          <p:cNvSpPr/>
          <p:nvPr/>
        </p:nvSpPr>
        <p:spPr>
          <a:xfrm>
            <a:off x="7530178" y="2765432"/>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Savings</a:t>
            </a:r>
          </a:p>
        </p:txBody>
      </p:sp>
      <p:sp>
        <p:nvSpPr>
          <p:cNvPr id="29" name="Rectangle: Rounded Corners 28">
            <a:extLst>
              <a:ext uri="{FF2B5EF4-FFF2-40B4-BE49-F238E27FC236}">
                <a16:creationId xmlns:a16="http://schemas.microsoft.com/office/drawing/2014/main" id="{2342AC75-E7A2-6B9C-BE23-69D559714A2F}"/>
              </a:ext>
            </a:extLst>
          </p:cNvPr>
          <p:cNvSpPr/>
          <p:nvPr/>
        </p:nvSpPr>
        <p:spPr>
          <a:xfrm>
            <a:off x="8955547" y="2769142"/>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solidFill>
              </a:rPr>
              <a:t>Customer Info</a:t>
            </a:r>
          </a:p>
        </p:txBody>
      </p:sp>
      <p:sp>
        <p:nvSpPr>
          <p:cNvPr id="30" name="Rectangle: Rounded Corners 29">
            <a:extLst>
              <a:ext uri="{FF2B5EF4-FFF2-40B4-BE49-F238E27FC236}">
                <a16:creationId xmlns:a16="http://schemas.microsoft.com/office/drawing/2014/main" id="{9E0230E6-9DD6-20DB-CE74-D9CB78B753C2}"/>
              </a:ext>
            </a:extLst>
          </p:cNvPr>
          <p:cNvSpPr/>
          <p:nvPr/>
        </p:nvSpPr>
        <p:spPr>
          <a:xfrm>
            <a:off x="6091933" y="2939996"/>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Corporate Loan</a:t>
            </a:r>
          </a:p>
        </p:txBody>
      </p:sp>
      <p:sp>
        <p:nvSpPr>
          <p:cNvPr id="31" name="Rectangle: Rounded Corners 30">
            <a:extLst>
              <a:ext uri="{FF2B5EF4-FFF2-40B4-BE49-F238E27FC236}">
                <a16:creationId xmlns:a16="http://schemas.microsoft.com/office/drawing/2014/main" id="{60C6C968-5F57-F59A-AD12-4F5DC1E48BB6}"/>
              </a:ext>
            </a:extLst>
          </p:cNvPr>
          <p:cNvSpPr/>
          <p:nvPr/>
        </p:nvSpPr>
        <p:spPr>
          <a:xfrm>
            <a:off x="7523543" y="2933418"/>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Current</a:t>
            </a:r>
          </a:p>
        </p:txBody>
      </p:sp>
      <p:sp>
        <p:nvSpPr>
          <p:cNvPr id="32" name="Rectangle: Rounded Corners 31">
            <a:extLst>
              <a:ext uri="{FF2B5EF4-FFF2-40B4-BE49-F238E27FC236}">
                <a16:creationId xmlns:a16="http://schemas.microsoft.com/office/drawing/2014/main" id="{8B79616A-FAA2-EDE7-B2B5-CF294022527A}"/>
              </a:ext>
            </a:extLst>
          </p:cNvPr>
          <p:cNvSpPr/>
          <p:nvPr/>
        </p:nvSpPr>
        <p:spPr>
          <a:xfrm>
            <a:off x="8955547" y="2931059"/>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solidFill>
              </a:rPr>
              <a:t>General Ledger</a:t>
            </a:r>
          </a:p>
        </p:txBody>
      </p:sp>
      <p:sp>
        <p:nvSpPr>
          <p:cNvPr id="33" name="Rectangle: Rounded Corners 32">
            <a:extLst>
              <a:ext uri="{FF2B5EF4-FFF2-40B4-BE49-F238E27FC236}">
                <a16:creationId xmlns:a16="http://schemas.microsoft.com/office/drawing/2014/main" id="{BA577459-4434-2FBF-39E0-8963096617ED}"/>
              </a:ext>
            </a:extLst>
          </p:cNvPr>
          <p:cNvSpPr/>
          <p:nvPr/>
        </p:nvSpPr>
        <p:spPr>
          <a:xfrm>
            <a:off x="6091933" y="3098898"/>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Loan Syndicate</a:t>
            </a:r>
          </a:p>
        </p:txBody>
      </p:sp>
      <p:sp>
        <p:nvSpPr>
          <p:cNvPr id="34" name="Rectangle: Rounded Corners 33">
            <a:extLst>
              <a:ext uri="{FF2B5EF4-FFF2-40B4-BE49-F238E27FC236}">
                <a16:creationId xmlns:a16="http://schemas.microsoft.com/office/drawing/2014/main" id="{B5BB4D16-BA95-010A-4337-AF03E34B3C6E}"/>
              </a:ext>
            </a:extLst>
          </p:cNvPr>
          <p:cNvSpPr/>
          <p:nvPr/>
        </p:nvSpPr>
        <p:spPr>
          <a:xfrm>
            <a:off x="7523543" y="3086812"/>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Overdraft</a:t>
            </a:r>
          </a:p>
        </p:txBody>
      </p:sp>
      <p:sp>
        <p:nvSpPr>
          <p:cNvPr id="35" name="Rectangle: Rounded Corners 34">
            <a:extLst>
              <a:ext uri="{FF2B5EF4-FFF2-40B4-BE49-F238E27FC236}">
                <a16:creationId xmlns:a16="http://schemas.microsoft.com/office/drawing/2014/main" id="{D9A36A70-2505-7F38-F8F1-AF1E0C4D373A}"/>
              </a:ext>
            </a:extLst>
          </p:cNvPr>
          <p:cNvSpPr/>
          <p:nvPr/>
        </p:nvSpPr>
        <p:spPr>
          <a:xfrm>
            <a:off x="8955547" y="3084448"/>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solidFill>
              </a:rPr>
              <a:t>End of Day</a:t>
            </a:r>
          </a:p>
        </p:txBody>
      </p:sp>
      <p:sp>
        <p:nvSpPr>
          <p:cNvPr id="36" name="Rectangle: Rounded Corners 35">
            <a:extLst>
              <a:ext uri="{FF2B5EF4-FFF2-40B4-BE49-F238E27FC236}">
                <a16:creationId xmlns:a16="http://schemas.microsoft.com/office/drawing/2014/main" id="{BEF0437D-D148-4EC5-184E-64ACE92AF4CF}"/>
              </a:ext>
            </a:extLst>
          </p:cNvPr>
          <p:cNvSpPr/>
          <p:nvPr/>
        </p:nvSpPr>
        <p:spPr>
          <a:xfrm>
            <a:off x="7513668" y="4836109"/>
            <a:ext cx="1388603" cy="138989"/>
          </a:xfrm>
          <a:prstGeom prst="roundRect">
            <a:avLst/>
          </a:prstGeom>
          <a:solidFill>
            <a:schemeClr val="bg1">
              <a:lumMod val="8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lumMod val="75000"/>
                    <a:lumOff val="25000"/>
                  </a:schemeClr>
                </a:solidFill>
              </a:rPr>
              <a:t>Standing Instruction</a:t>
            </a:r>
          </a:p>
        </p:txBody>
      </p:sp>
      <p:sp>
        <p:nvSpPr>
          <p:cNvPr id="37" name="Rectangle: Rounded Corners 36">
            <a:extLst>
              <a:ext uri="{FF2B5EF4-FFF2-40B4-BE49-F238E27FC236}">
                <a16:creationId xmlns:a16="http://schemas.microsoft.com/office/drawing/2014/main" id="{162913BF-79D3-97B8-BE67-47628798F931}"/>
              </a:ext>
            </a:extLst>
          </p:cNvPr>
          <p:cNvSpPr/>
          <p:nvPr/>
        </p:nvSpPr>
        <p:spPr>
          <a:xfrm>
            <a:off x="6091524" y="3267889"/>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Commercial Leasing</a:t>
            </a:r>
          </a:p>
        </p:txBody>
      </p:sp>
      <p:sp>
        <p:nvSpPr>
          <p:cNvPr id="38" name="Rectangle: Rounded Corners 37">
            <a:extLst>
              <a:ext uri="{FF2B5EF4-FFF2-40B4-BE49-F238E27FC236}">
                <a16:creationId xmlns:a16="http://schemas.microsoft.com/office/drawing/2014/main" id="{2CA88E8E-D022-5DC1-9314-BC403D518C13}"/>
              </a:ext>
            </a:extLst>
          </p:cNvPr>
          <p:cNvSpPr/>
          <p:nvPr/>
        </p:nvSpPr>
        <p:spPr>
          <a:xfrm>
            <a:off x="7523543" y="3247308"/>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Data Entry</a:t>
            </a:r>
          </a:p>
        </p:txBody>
      </p:sp>
      <p:sp>
        <p:nvSpPr>
          <p:cNvPr id="39" name="Rectangle: Rounded Corners 38">
            <a:extLst>
              <a:ext uri="{FF2B5EF4-FFF2-40B4-BE49-F238E27FC236}">
                <a16:creationId xmlns:a16="http://schemas.microsoft.com/office/drawing/2014/main" id="{5EF22EE2-08D8-CA2C-07B1-E3CCBA9370A9}"/>
              </a:ext>
            </a:extLst>
          </p:cNvPr>
          <p:cNvSpPr/>
          <p:nvPr/>
        </p:nvSpPr>
        <p:spPr>
          <a:xfrm>
            <a:off x="7523543" y="3407794"/>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Teller Operations</a:t>
            </a:r>
          </a:p>
        </p:txBody>
      </p:sp>
      <p:sp>
        <p:nvSpPr>
          <p:cNvPr id="40" name="Rectangle: Rounded Corners 39">
            <a:extLst>
              <a:ext uri="{FF2B5EF4-FFF2-40B4-BE49-F238E27FC236}">
                <a16:creationId xmlns:a16="http://schemas.microsoft.com/office/drawing/2014/main" id="{D874FFF9-B2CB-D74C-4DE1-08985B0BB729}"/>
              </a:ext>
            </a:extLst>
          </p:cNvPr>
          <p:cNvSpPr/>
          <p:nvPr/>
        </p:nvSpPr>
        <p:spPr>
          <a:xfrm>
            <a:off x="8954148" y="3248543"/>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solidFill>
              </a:rPr>
              <a:t>Collateral </a:t>
            </a:r>
            <a:r>
              <a:rPr lang="en-US" sz="800" dirty="0" err="1">
                <a:solidFill>
                  <a:schemeClr val="tx1"/>
                </a:solidFill>
              </a:rPr>
              <a:t>Mng</a:t>
            </a:r>
            <a:endParaRPr lang="en-US" sz="800" dirty="0">
              <a:solidFill>
                <a:schemeClr val="tx1"/>
              </a:solidFill>
            </a:endParaRPr>
          </a:p>
        </p:txBody>
      </p:sp>
      <p:sp>
        <p:nvSpPr>
          <p:cNvPr id="41" name="Rectangle: Rounded Corners 40">
            <a:extLst>
              <a:ext uri="{FF2B5EF4-FFF2-40B4-BE49-F238E27FC236}">
                <a16:creationId xmlns:a16="http://schemas.microsoft.com/office/drawing/2014/main" id="{C513B828-683F-3BBB-1D39-AB2E7DD66FFA}"/>
              </a:ext>
            </a:extLst>
          </p:cNvPr>
          <p:cNvSpPr/>
          <p:nvPr/>
        </p:nvSpPr>
        <p:spPr>
          <a:xfrm>
            <a:off x="6095416" y="3427472"/>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Lending</a:t>
            </a:r>
          </a:p>
        </p:txBody>
      </p:sp>
      <p:sp>
        <p:nvSpPr>
          <p:cNvPr id="42" name="Rectangle: Rounded Corners 41">
            <a:extLst>
              <a:ext uri="{FF2B5EF4-FFF2-40B4-BE49-F238E27FC236}">
                <a16:creationId xmlns:a16="http://schemas.microsoft.com/office/drawing/2014/main" id="{6D819122-8F54-F0F8-F404-487CE0C66C74}"/>
              </a:ext>
            </a:extLst>
          </p:cNvPr>
          <p:cNvSpPr/>
          <p:nvPr/>
        </p:nvSpPr>
        <p:spPr>
          <a:xfrm>
            <a:off x="7522053" y="3576746"/>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GL Balance</a:t>
            </a:r>
          </a:p>
        </p:txBody>
      </p:sp>
      <p:sp>
        <p:nvSpPr>
          <p:cNvPr id="43" name="Rectangle: Rounded Corners 42">
            <a:extLst>
              <a:ext uri="{FF2B5EF4-FFF2-40B4-BE49-F238E27FC236}">
                <a16:creationId xmlns:a16="http://schemas.microsoft.com/office/drawing/2014/main" id="{60EC5F4F-090E-AA49-EC51-29C8DC645E1C}"/>
              </a:ext>
            </a:extLst>
          </p:cNvPr>
          <p:cNvSpPr/>
          <p:nvPr/>
        </p:nvSpPr>
        <p:spPr>
          <a:xfrm>
            <a:off x="8955547" y="3416360"/>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solidFill>
              </a:rPr>
              <a:t>Account Classes</a:t>
            </a:r>
          </a:p>
        </p:txBody>
      </p:sp>
      <p:sp>
        <p:nvSpPr>
          <p:cNvPr id="44" name="Rectangle: Rounded Corners 43">
            <a:extLst>
              <a:ext uri="{FF2B5EF4-FFF2-40B4-BE49-F238E27FC236}">
                <a16:creationId xmlns:a16="http://schemas.microsoft.com/office/drawing/2014/main" id="{DCFCBCB2-07EA-7D1F-FD6F-D0685B51F7BC}"/>
              </a:ext>
            </a:extLst>
          </p:cNvPr>
          <p:cNvSpPr/>
          <p:nvPr/>
        </p:nvSpPr>
        <p:spPr>
          <a:xfrm>
            <a:off x="8954148" y="3779540"/>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Trade Finance</a:t>
            </a:r>
          </a:p>
        </p:txBody>
      </p:sp>
      <p:sp>
        <p:nvSpPr>
          <p:cNvPr id="45" name="Rectangle: Rounded Corners 44">
            <a:extLst>
              <a:ext uri="{FF2B5EF4-FFF2-40B4-BE49-F238E27FC236}">
                <a16:creationId xmlns:a16="http://schemas.microsoft.com/office/drawing/2014/main" id="{28C3F9D8-E46A-D689-8474-99B916321F88}"/>
              </a:ext>
            </a:extLst>
          </p:cNvPr>
          <p:cNvSpPr/>
          <p:nvPr/>
        </p:nvSpPr>
        <p:spPr>
          <a:xfrm>
            <a:off x="7513668" y="3770158"/>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Treasure</a:t>
            </a:r>
          </a:p>
        </p:txBody>
      </p:sp>
      <p:sp>
        <p:nvSpPr>
          <p:cNvPr id="46" name="Rectangle: Rounded Corners 45">
            <a:extLst>
              <a:ext uri="{FF2B5EF4-FFF2-40B4-BE49-F238E27FC236}">
                <a16:creationId xmlns:a16="http://schemas.microsoft.com/office/drawing/2014/main" id="{D851410C-ECCB-628D-B05D-41B5CDAB9414}"/>
              </a:ext>
            </a:extLst>
          </p:cNvPr>
          <p:cNvSpPr/>
          <p:nvPr/>
        </p:nvSpPr>
        <p:spPr>
          <a:xfrm>
            <a:off x="8954148" y="3942182"/>
            <a:ext cx="1388603" cy="254717"/>
          </a:xfrm>
          <a:prstGeom prst="roundRect">
            <a:avLst/>
          </a:prstGeom>
          <a:solidFill>
            <a:schemeClr val="accent6">
              <a:lumMod val="60000"/>
              <a:lumOff val="40000"/>
            </a:schemeClr>
          </a:solidFill>
          <a:ln w="3175">
            <a:solidFill>
              <a:schemeClr val="accent6">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solidFill>
              </a:rPr>
              <a:t>Letter of Credit &amp; Guarantee</a:t>
            </a:r>
          </a:p>
        </p:txBody>
      </p:sp>
      <p:sp>
        <p:nvSpPr>
          <p:cNvPr id="47" name="Rectangle: Rounded Corners 46">
            <a:extLst>
              <a:ext uri="{FF2B5EF4-FFF2-40B4-BE49-F238E27FC236}">
                <a16:creationId xmlns:a16="http://schemas.microsoft.com/office/drawing/2014/main" id="{13A0D4D8-0C1D-E524-EE65-97EDD4B2C02C}"/>
              </a:ext>
            </a:extLst>
          </p:cNvPr>
          <p:cNvSpPr/>
          <p:nvPr/>
        </p:nvSpPr>
        <p:spPr>
          <a:xfrm>
            <a:off x="7520811" y="3930441"/>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FX</a:t>
            </a:r>
          </a:p>
        </p:txBody>
      </p:sp>
      <p:sp>
        <p:nvSpPr>
          <p:cNvPr id="48" name="Rectangle: Rounded Corners 47">
            <a:extLst>
              <a:ext uri="{FF2B5EF4-FFF2-40B4-BE49-F238E27FC236}">
                <a16:creationId xmlns:a16="http://schemas.microsoft.com/office/drawing/2014/main" id="{F87F0249-D705-43E2-B9DF-CBF08326C268}"/>
              </a:ext>
            </a:extLst>
          </p:cNvPr>
          <p:cNvSpPr/>
          <p:nvPr/>
        </p:nvSpPr>
        <p:spPr>
          <a:xfrm>
            <a:off x="8954148" y="4237225"/>
            <a:ext cx="1388603" cy="138989"/>
          </a:xfrm>
          <a:prstGeom prst="roundRect">
            <a:avLst/>
          </a:prstGeom>
          <a:solidFill>
            <a:schemeClr val="accent6">
              <a:lumMod val="60000"/>
              <a:lumOff val="40000"/>
            </a:schemeClr>
          </a:solidFill>
          <a:ln w="3175">
            <a:solidFill>
              <a:schemeClr val="accent6">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solidFill>
              </a:rPr>
              <a:t>Bill &amp; Collection</a:t>
            </a:r>
          </a:p>
        </p:txBody>
      </p:sp>
      <p:sp>
        <p:nvSpPr>
          <p:cNvPr id="49" name="Rectangle: Rounded Corners 48">
            <a:extLst>
              <a:ext uri="{FF2B5EF4-FFF2-40B4-BE49-F238E27FC236}">
                <a16:creationId xmlns:a16="http://schemas.microsoft.com/office/drawing/2014/main" id="{80AFA27B-950F-5B24-D711-94540F3FB6DF}"/>
              </a:ext>
            </a:extLst>
          </p:cNvPr>
          <p:cNvSpPr/>
          <p:nvPr/>
        </p:nvSpPr>
        <p:spPr>
          <a:xfrm>
            <a:off x="7513668" y="4099391"/>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Money Market</a:t>
            </a:r>
          </a:p>
        </p:txBody>
      </p:sp>
      <p:sp>
        <p:nvSpPr>
          <p:cNvPr id="50" name="Rectangle: Rounded Corners 49">
            <a:extLst>
              <a:ext uri="{FF2B5EF4-FFF2-40B4-BE49-F238E27FC236}">
                <a16:creationId xmlns:a16="http://schemas.microsoft.com/office/drawing/2014/main" id="{C7EEB2C5-59A4-D0F0-052C-55ECB77A7E6D}"/>
              </a:ext>
            </a:extLst>
          </p:cNvPr>
          <p:cNvSpPr/>
          <p:nvPr/>
        </p:nvSpPr>
        <p:spPr>
          <a:xfrm>
            <a:off x="7513668" y="4271974"/>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Securities</a:t>
            </a:r>
          </a:p>
        </p:txBody>
      </p:sp>
      <p:sp>
        <p:nvSpPr>
          <p:cNvPr id="51" name="Rectangle: Rounded Corners 50">
            <a:extLst>
              <a:ext uri="{FF2B5EF4-FFF2-40B4-BE49-F238E27FC236}">
                <a16:creationId xmlns:a16="http://schemas.microsoft.com/office/drawing/2014/main" id="{73FB2483-67B0-2499-F4FC-E7B3F3FEB34C}"/>
              </a:ext>
            </a:extLst>
          </p:cNvPr>
          <p:cNvSpPr/>
          <p:nvPr/>
        </p:nvSpPr>
        <p:spPr>
          <a:xfrm>
            <a:off x="7513668" y="4440749"/>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Treasury CCY</a:t>
            </a:r>
          </a:p>
        </p:txBody>
      </p:sp>
      <p:sp>
        <p:nvSpPr>
          <p:cNvPr id="52" name="Rectangle: Rounded Corners 51">
            <a:extLst>
              <a:ext uri="{FF2B5EF4-FFF2-40B4-BE49-F238E27FC236}">
                <a16:creationId xmlns:a16="http://schemas.microsoft.com/office/drawing/2014/main" id="{C4439D23-D42A-691E-2971-4ADDAF6970DD}"/>
              </a:ext>
            </a:extLst>
          </p:cNvPr>
          <p:cNvSpPr/>
          <p:nvPr/>
        </p:nvSpPr>
        <p:spPr>
          <a:xfrm>
            <a:off x="6087980" y="4668950"/>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Risk and Reporting</a:t>
            </a:r>
          </a:p>
        </p:txBody>
      </p:sp>
      <p:sp>
        <p:nvSpPr>
          <p:cNvPr id="53" name="Rectangle: Rounded Corners 52">
            <a:extLst>
              <a:ext uri="{FF2B5EF4-FFF2-40B4-BE49-F238E27FC236}">
                <a16:creationId xmlns:a16="http://schemas.microsoft.com/office/drawing/2014/main" id="{AD0FD503-C138-DBB5-4FB8-767B29D07060}"/>
              </a:ext>
            </a:extLst>
          </p:cNvPr>
          <p:cNvSpPr/>
          <p:nvPr/>
        </p:nvSpPr>
        <p:spPr>
          <a:xfrm>
            <a:off x="6087980" y="4831739"/>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tx1"/>
                </a:solidFill>
              </a:rPr>
              <a:t>Account / MIS</a:t>
            </a:r>
          </a:p>
        </p:txBody>
      </p:sp>
      <p:sp>
        <p:nvSpPr>
          <p:cNvPr id="54" name="Rectangle: Rounded Corners 53">
            <a:extLst>
              <a:ext uri="{FF2B5EF4-FFF2-40B4-BE49-F238E27FC236}">
                <a16:creationId xmlns:a16="http://schemas.microsoft.com/office/drawing/2014/main" id="{BDD2D48D-A590-A0B3-FC3F-F02E6D6C6EF8}"/>
              </a:ext>
            </a:extLst>
          </p:cNvPr>
          <p:cNvSpPr/>
          <p:nvPr/>
        </p:nvSpPr>
        <p:spPr>
          <a:xfrm>
            <a:off x="6091933" y="3766826"/>
            <a:ext cx="1388603" cy="138989"/>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Deposits</a:t>
            </a:r>
          </a:p>
        </p:txBody>
      </p:sp>
      <p:sp>
        <p:nvSpPr>
          <p:cNvPr id="55" name="Rectangle: Rounded Corners 54">
            <a:extLst>
              <a:ext uri="{FF2B5EF4-FFF2-40B4-BE49-F238E27FC236}">
                <a16:creationId xmlns:a16="http://schemas.microsoft.com/office/drawing/2014/main" id="{FD3D19C9-1070-09DA-9011-F472CC6643CB}"/>
              </a:ext>
            </a:extLst>
          </p:cNvPr>
          <p:cNvSpPr/>
          <p:nvPr/>
        </p:nvSpPr>
        <p:spPr>
          <a:xfrm>
            <a:off x="6091933" y="3945737"/>
            <a:ext cx="1388196" cy="130684"/>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Term Deposits</a:t>
            </a:r>
          </a:p>
        </p:txBody>
      </p:sp>
      <p:sp>
        <p:nvSpPr>
          <p:cNvPr id="56" name="Rectangle: Rounded Corners 55">
            <a:extLst>
              <a:ext uri="{FF2B5EF4-FFF2-40B4-BE49-F238E27FC236}">
                <a16:creationId xmlns:a16="http://schemas.microsoft.com/office/drawing/2014/main" id="{DFA88E44-3838-9327-FA97-A2DBA2F706ED}"/>
              </a:ext>
            </a:extLst>
          </p:cNvPr>
          <p:cNvSpPr/>
          <p:nvPr/>
        </p:nvSpPr>
        <p:spPr>
          <a:xfrm>
            <a:off x="6086878" y="4110753"/>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Demand Deposits</a:t>
            </a:r>
          </a:p>
        </p:txBody>
      </p:sp>
      <p:sp>
        <p:nvSpPr>
          <p:cNvPr id="57" name="Rectangle: Rounded Corners 56">
            <a:extLst>
              <a:ext uri="{FF2B5EF4-FFF2-40B4-BE49-F238E27FC236}">
                <a16:creationId xmlns:a16="http://schemas.microsoft.com/office/drawing/2014/main" id="{747C0A1B-7418-D4BF-641B-97D284A129DE}"/>
              </a:ext>
            </a:extLst>
          </p:cNvPr>
          <p:cNvSpPr/>
          <p:nvPr/>
        </p:nvSpPr>
        <p:spPr>
          <a:xfrm>
            <a:off x="6084410" y="4283044"/>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Safe Deposit Box</a:t>
            </a:r>
          </a:p>
        </p:txBody>
      </p:sp>
      <p:sp>
        <p:nvSpPr>
          <p:cNvPr id="263" name="Rectangle: Rounded Corners 262">
            <a:extLst>
              <a:ext uri="{FF2B5EF4-FFF2-40B4-BE49-F238E27FC236}">
                <a16:creationId xmlns:a16="http://schemas.microsoft.com/office/drawing/2014/main" id="{1A6BC26C-D116-8549-ADDE-F868C184D83A}"/>
              </a:ext>
            </a:extLst>
          </p:cNvPr>
          <p:cNvSpPr/>
          <p:nvPr/>
        </p:nvSpPr>
        <p:spPr>
          <a:xfrm>
            <a:off x="4515015" y="3479801"/>
            <a:ext cx="1342098" cy="303287"/>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Loan</a:t>
            </a:r>
            <a:br>
              <a:rPr lang="en-US" sz="800" dirty="0">
                <a:solidFill>
                  <a:schemeClr val="bg1"/>
                </a:solidFill>
              </a:rPr>
            </a:br>
            <a:r>
              <a:rPr lang="en-US" sz="800" dirty="0">
                <a:solidFill>
                  <a:schemeClr val="bg1"/>
                </a:solidFill>
              </a:rPr>
              <a:t>Workbench</a:t>
            </a:r>
          </a:p>
        </p:txBody>
      </p:sp>
      <p:sp>
        <p:nvSpPr>
          <p:cNvPr id="266" name="Rectangle: Rounded Corners 265">
            <a:extLst>
              <a:ext uri="{FF2B5EF4-FFF2-40B4-BE49-F238E27FC236}">
                <a16:creationId xmlns:a16="http://schemas.microsoft.com/office/drawing/2014/main" id="{BF27B210-EA09-A81D-49E4-B455EB29ED5D}"/>
              </a:ext>
            </a:extLst>
          </p:cNvPr>
          <p:cNvSpPr/>
          <p:nvPr/>
        </p:nvSpPr>
        <p:spPr>
          <a:xfrm>
            <a:off x="677617" y="3811925"/>
            <a:ext cx="1644316" cy="164115"/>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ERP</a:t>
            </a:r>
          </a:p>
        </p:txBody>
      </p:sp>
      <p:sp>
        <p:nvSpPr>
          <p:cNvPr id="267" name="Rectangle: Rounded Corners 266">
            <a:extLst>
              <a:ext uri="{FF2B5EF4-FFF2-40B4-BE49-F238E27FC236}">
                <a16:creationId xmlns:a16="http://schemas.microsoft.com/office/drawing/2014/main" id="{53B88216-79DF-728E-9F70-E9A05D95E899}"/>
              </a:ext>
            </a:extLst>
          </p:cNvPr>
          <p:cNvSpPr/>
          <p:nvPr/>
        </p:nvSpPr>
        <p:spPr>
          <a:xfrm>
            <a:off x="1512609" y="4016917"/>
            <a:ext cx="759444" cy="302599"/>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AR &amp; AP</a:t>
            </a:r>
          </a:p>
        </p:txBody>
      </p:sp>
      <p:sp>
        <p:nvSpPr>
          <p:cNvPr id="268" name="Rectangle: Rounded Corners 267">
            <a:extLst>
              <a:ext uri="{FF2B5EF4-FFF2-40B4-BE49-F238E27FC236}">
                <a16:creationId xmlns:a16="http://schemas.microsoft.com/office/drawing/2014/main" id="{CC26172D-6396-E11B-56B6-1B94BF5E289F}"/>
              </a:ext>
            </a:extLst>
          </p:cNvPr>
          <p:cNvSpPr/>
          <p:nvPr/>
        </p:nvSpPr>
        <p:spPr>
          <a:xfrm>
            <a:off x="691379" y="4024545"/>
            <a:ext cx="759444" cy="302599"/>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Payments Management</a:t>
            </a:r>
          </a:p>
        </p:txBody>
      </p:sp>
      <p:sp>
        <p:nvSpPr>
          <p:cNvPr id="269" name="Rectangle: Rounded Corners 268">
            <a:extLst>
              <a:ext uri="{FF2B5EF4-FFF2-40B4-BE49-F238E27FC236}">
                <a16:creationId xmlns:a16="http://schemas.microsoft.com/office/drawing/2014/main" id="{A2848A2E-BB0C-9FCC-0C6A-CBBAF8E61B03}"/>
              </a:ext>
            </a:extLst>
          </p:cNvPr>
          <p:cNvSpPr/>
          <p:nvPr/>
        </p:nvSpPr>
        <p:spPr>
          <a:xfrm>
            <a:off x="1516830" y="4365116"/>
            <a:ext cx="759444" cy="279604"/>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Procurement &amp; Inventory</a:t>
            </a:r>
          </a:p>
        </p:txBody>
      </p:sp>
      <p:sp>
        <p:nvSpPr>
          <p:cNvPr id="270" name="Rectangle: Rounded Corners 269">
            <a:extLst>
              <a:ext uri="{FF2B5EF4-FFF2-40B4-BE49-F238E27FC236}">
                <a16:creationId xmlns:a16="http://schemas.microsoft.com/office/drawing/2014/main" id="{03A4552F-6077-4D0E-626C-8C8C082B1717}"/>
              </a:ext>
            </a:extLst>
          </p:cNvPr>
          <p:cNvSpPr/>
          <p:nvPr/>
        </p:nvSpPr>
        <p:spPr>
          <a:xfrm>
            <a:off x="4515015" y="2617260"/>
            <a:ext cx="809240" cy="19622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RTPS</a:t>
            </a:r>
          </a:p>
        </p:txBody>
      </p:sp>
      <p:sp>
        <p:nvSpPr>
          <p:cNvPr id="271" name="Rectangle: Rounded Corners 270">
            <a:extLst>
              <a:ext uri="{FF2B5EF4-FFF2-40B4-BE49-F238E27FC236}">
                <a16:creationId xmlns:a16="http://schemas.microsoft.com/office/drawing/2014/main" id="{3DD4FCE0-2E83-10DB-1503-057D504E6C49}"/>
              </a:ext>
            </a:extLst>
          </p:cNvPr>
          <p:cNvSpPr/>
          <p:nvPr/>
        </p:nvSpPr>
        <p:spPr>
          <a:xfrm>
            <a:off x="4515015" y="2840748"/>
            <a:ext cx="796360" cy="178506"/>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CMS</a:t>
            </a:r>
          </a:p>
        </p:txBody>
      </p:sp>
      <p:sp>
        <p:nvSpPr>
          <p:cNvPr id="272" name="Rectangle: Rounded Corners 271">
            <a:extLst>
              <a:ext uri="{FF2B5EF4-FFF2-40B4-BE49-F238E27FC236}">
                <a16:creationId xmlns:a16="http://schemas.microsoft.com/office/drawing/2014/main" id="{1A9BC095-0470-5548-C17B-04C632D41785}"/>
              </a:ext>
            </a:extLst>
          </p:cNvPr>
          <p:cNvSpPr/>
          <p:nvPr/>
        </p:nvSpPr>
        <p:spPr>
          <a:xfrm>
            <a:off x="4515015" y="3054672"/>
            <a:ext cx="791032" cy="213213"/>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AMS</a:t>
            </a:r>
          </a:p>
        </p:txBody>
      </p:sp>
      <p:sp>
        <p:nvSpPr>
          <p:cNvPr id="273" name="Rectangle: Rounded Corners 272">
            <a:extLst>
              <a:ext uri="{FF2B5EF4-FFF2-40B4-BE49-F238E27FC236}">
                <a16:creationId xmlns:a16="http://schemas.microsoft.com/office/drawing/2014/main" id="{A331E80E-F475-9E1C-4417-F6B67308E2C3}"/>
              </a:ext>
            </a:extLst>
          </p:cNvPr>
          <p:cNvSpPr/>
          <p:nvPr/>
        </p:nvSpPr>
        <p:spPr>
          <a:xfrm>
            <a:off x="3558345" y="4365860"/>
            <a:ext cx="819253" cy="309309"/>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Posting Journal</a:t>
            </a:r>
          </a:p>
        </p:txBody>
      </p:sp>
      <p:sp>
        <p:nvSpPr>
          <p:cNvPr id="274" name="Rectangle: Rounded Corners 273">
            <a:extLst>
              <a:ext uri="{FF2B5EF4-FFF2-40B4-BE49-F238E27FC236}">
                <a16:creationId xmlns:a16="http://schemas.microsoft.com/office/drawing/2014/main" id="{6035EA93-9326-9AB6-9B5C-D0AE38DF021B}"/>
              </a:ext>
            </a:extLst>
          </p:cNvPr>
          <p:cNvSpPr/>
          <p:nvPr/>
        </p:nvSpPr>
        <p:spPr>
          <a:xfrm>
            <a:off x="6100044" y="3599235"/>
            <a:ext cx="1388603" cy="138989"/>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Loan Portfolio</a:t>
            </a:r>
          </a:p>
        </p:txBody>
      </p:sp>
      <p:sp>
        <p:nvSpPr>
          <p:cNvPr id="275" name="Rectangle: Rounded Corners 274">
            <a:extLst>
              <a:ext uri="{FF2B5EF4-FFF2-40B4-BE49-F238E27FC236}">
                <a16:creationId xmlns:a16="http://schemas.microsoft.com/office/drawing/2014/main" id="{70B1F5C9-F830-A750-D037-3BC148814CE8}"/>
              </a:ext>
            </a:extLst>
          </p:cNvPr>
          <p:cNvSpPr/>
          <p:nvPr/>
        </p:nvSpPr>
        <p:spPr>
          <a:xfrm>
            <a:off x="3465195" y="2357646"/>
            <a:ext cx="951638" cy="152846"/>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Payment Hub</a:t>
            </a:r>
          </a:p>
        </p:txBody>
      </p:sp>
      <p:sp>
        <p:nvSpPr>
          <p:cNvPr id="290" name="Rectangle: Rounded Corners 289">
            <a:extLst>
              <a:ext uri="{FF2B5EF4-FFF2-40B4-BE49-F238E27FC236}">
                <a16:creationId xmlns:a16="http://schemas.microsoft.com/office/drawing/2014/main" id="{84482E7A-AD42-EA4B-4712-7F6C063E7695}"/>
              </a:ext>
            </a:extLst>
          </p:cNvPr>
          <p:cNvSpPr/>
          <p:nvPr/>
        </p:nvSpPr>
        <p:spPr>
          <a:xfrm>
            <a:off x="662574" y="2352612"/>
            <a:ext cx="1685279" cy="168176"/>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PB CRM</a:t>
            </a:r>
          </a:p>
        </p:txBody>
      </p:sp>
      <p:sp>
        <p:nvSpPr>
          <p:cNvPr id="291" name="Rectangle: Rounded Corners 290">
            <a:extLst>
              <a:ext uri="{FF2B5EF4-FFF2-40B4-BE49-F238E27FC236}">
                <a16:creationId xmlns:a16="http://schemas.microsoft.com/office/drawing/2014/main" id="{DF01E962-CEE8-0CBB-C9AC-0DF0CFEF2D49}"/>
              </a:ext>
            </a:extLst>
          </p:cNvPr>
          <p:cNvSpPr/>
          <p:nvPr/>
        </p:nvSpPr>
        <p:spPr>
          <a:xfrm>
            <a:off x="1498049" y="3134906"/>
            <a:ext cx="815443" cy="296535"/>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Product </a:t>
            </a:r>
          </a:p>
          <a:p>
            <a:pPr algn="ctr"/>
            <a:r>
              <a:rPr lang="en-US" sz="700" dirty="0">
                <a:solidFill>
                  <a:schemeClr val="bg1"/>
                </a:solidFill>
              </a:rPr>
              <a:t>Catalogue</a:t>
            </a:r>
          </a:p>
        </p:txBody>
      </p:sp>
      <p:sp>
        <p:nvSpPr>
          <p:cNvPr id="292" name="Rectangle: Rounded Corners 291">
            <a:extLst>
              <a:ext uri="{FF2B5EF4-FFF2-40B4-BE49-F238E27FC236}">
                <a16:creationId xmlns:a16="http://schemas.microsoft.com/office/drawing/2014/main" id="{665DDF4B-BEAE-EDF7-2EAB-283F76DA6A5E}"/>
              </a:ext>
            </a:extLst>
          </p:cNvPr>
          <p:cNvSpPr/>
          <p:nvPr/>
        </p:nvSpPr>
        <p:spPr>
          <a:xfrm>
            <a:off x="662574" y="3120154"/>
            <a:ext cx="755703" cy="296535"/>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Customer Master Data</a:t>
            </a:r>
          </a:p>
        </p:txBody>
      </p:sp>
      <p:sp>
        <p:nvSpPr>
          <p:cNvPr id="293" name="Rectangle: Rounded Corners 292">
            <a:extLst>
              <a:ext uri="{FF2B5EF4-FFF2-40B4-BE49-F238E27FC236}">
                <a16:creationId xmlns:a16="http://schemas.microsoft.com/office/drawing/2014/main" id="{8AAE563D-5033-9312-EF4B-053ECD6F9E3A}"/>
              </a:ext>
            </a:extLst>
          </p:cNvPr>
          <p:cNvSpPr/>
          <p:nvPr/>
        </p:nvSpPr>
        <p:spPr>
          <a:xfrm>
            <a:off x="2515993" y="2367940"/>
            <a:ext cx="842850" cy="152667"/>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Fee Engine</a:t>
            </a:r>
          </a:p>
        </p:txBody>
      </p:sp>
      <p:sp>
        <p:nvSpPr>
          <p:cNvPr id="294" name="Rectangle: Rounded Corners 293">
            <a:extLst>
              <a:ext uri="{FF2B5EF4-FFF2-40B4-BE49-F238E27FC236}">
                <a16:creationId xmlns:a16="http://schemas.microsoft.com/office/drawing/2014/main" id="{5F60B256-394B-2C86-51EA-C5BA012459A6}"/>
              </a:ext>
            </a:extLst>
          </p:cNvPr>
          <p:cNvSpPr/>
          <p:nvPr/>
        </p:nvSpPr>
        <p:spPr>
          <a:xfrm>
            <a:off x="2519524" y="2560649"/>
            <a:ext cx="835788" cy="207676"/>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dirty="0">
                <a:solidFill>
                  <a:schemeClr val="tx1"/>
                </a:solidFill>
              </a:rPr>
              <a:t>Fee Catalo g</a:t>
            </a:r>
          </a:p>
        </p:txBody>
      </p:sp>
      <p:sp>
        <p:nvSpPr>
          <p:cNvPr id="295" name="Rectangle: Rounded Corners 294">
            <a:extLst>
              <a:ext uri="{FF2B5EF4-FFF2-40B4-BE49-F238E27FC236}">
                <a16:creationId xmlns:a16="http://schemas.microsoft.com/office/drawing/2014/main" id="{916E2A28-A27B-BDB9-C080-5F8D72033041}"/>
              </a:ext>
            </a:extLst>
          </p:cNvPr>
          <p:cNvSpPr/>
          <p:nvPr/>
        </p:nvSpPr>
        <p:spPr>
          <a:xfrm>
            <a:off x="2519524" y="2813039"/>
            <a:ext cx="835788" cy="207676"/>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dirty="0">
                <a:solidFill>
                  <a:schemeClr val="tx1"/>
                </a:solidFill>
              </a:rPr>
              <a:t>Fee Rules</a:t>
            </a:r>
          </a:p>
        </p:txBody>
      </p:sp>
      <p:sp>
        <p:nvSpPr>
          <p:cNvPr id="296" name="Rectangle: Rounded Corners 295">
            <a:extLst>
              <a:ext uri="{FF2B5EF4-FFF2-40B4-BE49-F238E27FC236}">
                <a16:creationId xmlns:a16="http://schemas.microsoft.com/office/drawing/2014/main" id="{AA929E61-1DB3-DDE6-C3A7-EC11BBCE771C}"/>
              </a:ext>
            </a:extLst>
          </p:cNvPr>
          <p:cNvSpPr/>
          <p:nvPr/>
        </p:nvSpPr>
        <p:spPr>
          <a:xfrm>
            <a:off x="2519524" y="3065147"/>
            <a:ext cx="835788" cy="248326"/>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dirty="0">
                <a:solidFill>
                  <a:schemeClr val="tx1"/>
                </a:solidFill>
              </a:rPr>
              <a:t>Fee Engine</a:t>
            </a:r>
          </a:p>
        </p:txBody>
      </p:sp>
      <p:sp>
        <p:nvSpPr>
          <p:cNvPr id="297" name="Rectangle: Rounded Corners 296">
            <a:extLst>
              <a:ext uri="{FF2B5EF4-FFF2-40B4-BE49-F238E27FC236}">
                <a16:creationId xmlns:a16="http://schemas.microsoft.com/office/drawing/2014/main" id="{8A6C6923-5852-3EE6-478F-028EB9B950F8}"/>
              </a:ext>
            </a:extLst>
          </p:cNvPr>
          <p:cNvSpPr/>
          <p:nvPr/>
        </p:nvSpPr>
        <p:spPr>
          <a:xfrm>
            <a:off x="3515830" y="2544475"/>
            <a:ext cx="835788" cy="221270"/>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dirty="0">
                <a:solidFill>
                  <a:schemeClr val="tx1"/>
                </a:solidFill>
              </a:rPr>
              <a:t>Internal</a:t>
            </a:r>
          </a:p>
        </p:txBody>
      </p:sp>
      <p:sp>
        <p:nvSpPr>
          <p:cNvPr id="298" name="Rectangle: Rounded Corners 297">
            <a:extLst>
              <a:ext uri="{FF2B5EF4-FFF2-40B4-BE49-F238E27FC236}">
                <a16:creationId xmlns:a16="http://schemas.microsoft.com/office/drawing/2014/main" id="{C1FFA1F9-CD60-3BF6-D141-D84B1901F37A}"/>
              </a:ext>
            </a:extLst>
          </p:cNvPr>
          <p:cNvSpPr/>
          <p:nvPr/>
        </p:nvSpPr>
        <p:spPr>
          <a:xfrm>
            <a:off x="3523150" y="2799279"/>
            <a:ext cx="835788" cy="221271"/>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dirty="0">
                <a:solidFill>
                  <a:schemeClr val="tx1"/>
                </a:solidFill>
              </a:rPr>
              <a:t>Domestic</a:t>
            </a:r>
          </a:p>
        </p:txBody>
      </p:sp>
      <p:sp>
        <p:nvSpPr>
          <p:cNvPr id="299" name="Rectangle: Rounded Corners 298">
            <a:extLst>
              <a:ext uri="{FF2B5EF4-FFF2-40B4-BE49-F238E27FC236}">
                <a16:creationId xmlns:a16="http://schemas.microsoft.com/office/drawing/2014/main" id="{E7D954B2-C909-B458-6B25-0BC74A925C0C}"/>
              </a:ext>
            </a:extLst>
          </p:cNvPr>
          <p:cNvSpPr/>
          <p:nvPr/>
        </p:nvSpPr>
        <p:spPr>
          <a:xfrm>
            <a:off x="3529101" y="3056126"/>
            <a:ext cx="835788" cy="246040"/>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Cross border</a:t>
            </a:r>
          </a:p>
        </p:txBody>
      </p:sp>
      <p:sp>
        <p:nvSpPr>
          <p:cNvPr id="300" name="Rectangle: Rounded Corners 299">
            <a:extLst>
              <a:ext uri="{FF2B5EF4-FFF2-40B4-BE49-F238E27FC236}">
                <a16:creationId xmlns:a16="http://schemas.microsoft.com/office/drawing/2014/main" id="{4C27582B-59C4-9C54-E006-5C70BD123571}"/>
              </a:ext>
            </a:extLst>
          </p:cNvPr>
          <p:cNvSpPr/>
          <p:nvPr/>
        </p:nvSpPr>
        <p:spPr>
          <a:xfrm>
            <a:off x="3528838" y="3340050"/>
            <a:ext cx="835788" cy="303287"/>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Salary payment</a:t>
            </a:r>
          </a:p>
        </p:txBody>
      </p:sp>
      <p:sp>
        <p:nvSpPr>
          <p:cNvPr id="301" name="Rectangle: Rounded Corners 300">
            <a:extLst>
              <a:ext uri="{FF2B5EF4-FFF2-40B4-BE49-F238E27FC236}">
                <a16:creationId xmlns:a16="http://schemas.microsoft.com/office/drawing/2014/main" id="{2233555A-E459-567B-E846-6B6103851FDE}"/>
              </a:ext>
            </a:extLst>
          </p:cNvPr>
          <p:cNvSpPr/>
          <p:nvPr/>
        </p:nvSpPr>
        <p:spPr>
          <a:xfrm>
            <a:off x="2498694" y="3459098"/>
            <a:ext cx="842850" cy="326398"/>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Arrests Engine</a:t>
            </a:r>
          </a:p>
        </p:txBody>
      </p:sp>
      <p:sp>
        <p:nvSpPr>
          <p:cNvPr id="302" name="Rectangle: Rounded Corners 301">
            <a:extLst>
              <a:ext uri="{FF2B5EF4-FFF2-40B4-BE49-F238E27FC236}">
                <a16:creationId xmlns:a16="http://schemas.microsoft.com/office/drawing/2014/main" id="{C6A03E44-1BAE-BCB1-8072-A6155F17462D}"/>
              </a:ext>
            </a:extLst>
          </p:cNvPr>
          <p:cNvSpPr/>
          <p:nvPr/>
        </p:nvSpPr>
        <p:spPr>
          <a:xfrm>
            <a:off x="3538824" y="4022382"/>
            <a:ext cx="835788" cy="303287"/>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Card Issuing management</a:t>
            </a:r>
          </a:p>
        </p:txBody>
      </p:sp>
      <p:sp>
        <p:nvSpPr>
          <p:cNvPr id="303" name="Rectangle: Rounded Corners 302">
            <a:extLst>
              <a:ext uri="{FF2B5EF4-FFF2-40B4-BE49-F238E27FC236}">
                <a16:creationId xmlns:a16="http://schemas.microsoft.com/office/drawing/2014/main" id="{5D959D2F-76EB-CF7B-B4EB-EB232E22AA52}"/>
              </a:ext>
            </a:extLst>
          </p:cNvPr>
          <p:cNvSpPr/>
          <p:nvPr/>
        </p:nvSpPr>
        <p:spPr>
          <a:xfrm>
            <a:off x="2488995" y="3926546"/>
            <a:ext cx="842850" cy="292152"/>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bg1"/>
                </a:solidFill>
              </a:rPr>
              <a:t>V</a:t>
            </a:r>
            <a:r>
              <a:rPr lang="az-Latn-AZ" sz="800">
                <a:solidFill>
                  <a:schemeClr val="bg1"/>
                </a:solidFill>
              </a:rPr>
              <a:t>ƏVİS</a:t>
            </a:r>
            <a:endParaRPr lang="en-US" sz="800">
              <a:solidFill>
                <a:schemeClr val="bg1"/>
              </a:solidFill>
            </a:endParaRPr>
          </a:p>
        </p:txBody>
      </p:sp>
      <p:sp>
        <p:nvSpPr>
          <p:cNvPr id="304" name="Rectangle: Rounded Corners 303">
            <a:extLst>
              <a:ext uri="{FF2B5EF4-FFF2-40B4-BE49-F238E27FC236}">
                <a16:creationId xmlns:a16="http://schemas.microsoft.com/office/drawing/2014/main" id="{C260F7FE-E4D9-D5DF-9B3D-B25B502EB638}"/>
              </a:ext>
            </a:extLst>
          </p:cNvPr>
          <p:cNvSpPr/>
          <p:nvPr/>
        </p:nvSpPr>
        <p:spPr>
          <a:xfrm>
            <a:off x="3533915" y="3678080"/>
            <a:ext cx="835788" cy="303287"/>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ASAN Pay </a:t>
            </a:r>
            <a:br>
              <a:rPr lang="en-US" sz="700">
                <a:solidFill>
                  <a:schemeClr val="tx1"/>
                </a:solidFill>
              </a:rPr>
            </a:br>
            <a:r>
              <a:rPr lang="en-US" sz="700" b="1">
                <a:solidFill>
                  <a:schemeClr val="tx1"/>
                </a:solidFill>
              </a:rPr>
              <a:t>+ 40</a:t>
            </a:r>
          </a:p>
        </p:txBody>
      </p:sp>
      <p:sp>
        <p:nvSpPr>
          <p:cNvPr id="305" name="Rectangle: Rounded Corners 304">
            <a:extLst>
              <a:ext uri="{FF2B5EF4-FFF2-40B4-BE49-F238E27FC236}">
                <a16:creationId xmlns:a16="http://schemas.microsoft.com/office/drawing/2014/main" id="{FC1C5905-7E13-5B8C-707C-BC8699D0A697}"/>
              </a:ext>
            </a:extLst>
          </p:cNvPr>
          <p:cNvSpPr/>
          <p:nvPr/>
        </p:nvSpPr>
        <p:spPr>
          <a:xfrm>
            <a:off x="3550090" y="4704759"/>
            <a:ext cx="827507" cy="303287"/>
          </a:xfrm>
          <a:prstGeom prst="roundRect">
            <a:avLst/>
          </a:prstGeom>
          <a:solidFill>
            <a:schemeClr val="accent1">
              <a:lumMod val="25000"/>
              <a:lumOff val="75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buClr>
                <a:schemeClr val="tx1"/>
              </a:buClr>
            </a:pPr>
            <a:r>
              <a:rPr lang="en-US" sz="700">
                <a:solidFill>
                  <a:schemeClr val="tx1"/>
                </a:solidFill>
              </a:rPr>
              <a:t>Reconciliation</a:t>
            </a:r>
          </a:p>
        </p:txBody>
      </p:sp>
      <p:sp>
        <p:nvSpPr>
          <p:cNvPr id="306" name="Rectangle: Rounded Corners 305">
            <a:extLst>
              <a:ext uri="{FF2B5EF4-FFF2-40B4-BE49-F238E27FC236}">
                <a16:creationId xmlns:a16="http://schemas.microsoft.com/office/drawing/2014/main" id="{4446786B-55BA-8AD2-A5C9-B64AB2623FB5}"/>
              </a:ext>
            </a:extLst>
          </p:cNvPr>
          <p:cNvSpPr/>
          <p:nvPr/>
        </p:nvSpPr>
        <p:spPr>
          <a:xfrm>
            <a:off x="4515015" y="2349022"/>
            <a:ext cx="1355165" cy="221270"/>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Card Operations</a:t>
            </a:r>
          </a:p>
        </p:txBody>
      </p:sp>
      <p:sp>
        <p:nvSpPr>
          <p:cNvPr id="309" name="Rectangle: Rounded Corners 308">
            <a:extLst>
              <a:ext uri="{FF2B5EF4-FFF2-40B4-BE49-F238E27FC236}">
                <a16:creationId xmlns:a16="http://schemas.microsoft.com/office/drawing/2014/main" id="{89BDE314-FC68-8837-2B20-9B81CDD868CF}"/>
              </a:ext>
            </a:extLst>
          </p:cNvPr>
          <p:cNvSpPr/>
          <p:nvPr/>
        </p:nvSpPr>
        <p:spPr>
          <a:xfrm>
            <a:off x="662574" y="2559013"/>
            <a:ext cx="755704" cy="248326"/>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CRM Core</a:t>
            </a:r>
          </a:p>
        </p:txBody>
      </p:sp>
      <p:sp>
        <p:nvSpPr>
          <p:cNvPr id="310" name="Rectangle: Rounded Corners 309">
            <a:extLst>
              <a:ext uri="{FF2B5EF4-FFF2-40B4-BE49-F238E27FC236}">
                <a16:creationId xmlns:a16="http://schemas.microsoft.com/office/drawing/2014/main" id="{50AA3AD4-8FF7-2EA1-313D-E897EC24BCEC}"/>
              </a:ext>
            </a:extLst>
          </p:cNvPr>
          <p:cNvSpPr/>
          <p:nvPr/>
        </p:nvSpPr>
        <p:spPr>
          <a:xfrm>
            <a:off x="1481951" y="2559482"/>
            <a:ext cx="835788" cy="248326"/>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CRM Telesales</a:t>
            </a:r>
          </a:p>
        </p:txBody>
      </p:sp>
      <p:sp>
        <p:nvSpPr>
          <p:cNvPr id="311" name="Rectangle: Rounded Corners 310">
            <a:extLst>
              <a:ext uri="{FF2B5EF4-FFF2-40B4-BE49-F238E27FC236}">
                <a16:creationId xmlns:a16="http://schemas.microsoft.com/office/drawing/2014/main" id="{03C59450-C431-6C5D-DBE3-66BFE3851DF7}"/>
              </a:ext>
            </a:extLst>
          </p:cNvPr>
          <p:cNvSpPr/>
          <p:nvPr/>
        </p:nvSpPr>
        <p:spPr>
          <a:xfrm>
            <a:off x="662574" y="2843124"/>
            <a:ext cx="755704" cy="248326"/>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CRM Support</a:t>
            </a:r>
          </a:p>
        </p:txBody>
      </p:sp>
      <p:sp>
        <p:nvSpPr>
          <p:cNvPr id="312" name="Rectangle: Rounded Corners 311">
            <a:extLst>
              <a:ext uri="{FF2B5EF4-FFF2-40B4-BE49-F238E27FC236}">
                <a16:creationId xmlns:a16="http://schemas.microsoft.com/office/drawing/2014/main" id="{8D79893A-532F-07DF-4000-D3E3B4C16C01}"/>
              </a:ext>
            </a:extLst>
          </p:cNvPr>
          <p:cNvSpPr/>
          <p:nvPr/>
        </p:nvSpPr>
        <p:spPr>
          <a:xfrm>
            <a:off x="1476247" y="2842712"/>
            <a:ext cx="823483" cy="248326"/>
          </a:xfrm>
          <a:prstGeom prst="roundRect">
            <a:avLst/>
          </a:prstGeom>
          <a:solidFill>
            <a:schemeClr val="bg1">
              <a:lumMod val="85000"/>
            </a:schemeClr>
          </a:solidFill>
          <a:ln w="3175">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tx1"/>
                </a:solidFill>
              </a:rPr>
              <a:t>CRM Smart Collection</a:t>
            </a:r>
          </a:p>
        </p:txBody>
      </p:sp>
      <p:sp>
        <p:nvSpPr>
          <p:cNvPr id="314" name="Rectangle: Rounded Corners 313">
            <a:extLst>
              <a:ext uri="{FF2B5EF4-FFF2-40B4-BE49-F238E27FC236}">
                <a16:creationId xmlns:a16="http://schemas.microsoft.com/office/drawing/2014/main" id="{25BA891F-B16C-F046-70C4-0999ECCCBAD0}"/>
              </a:ext>
            </a:extLst>
          </p:cNvPr>
          <p:cNvSpPr/>
          <p:nvPr/>
        </p:nvSpPr>
        <p:spPr>
          <a:xfrm>
            <a:off x="692963" y="4367199"/>
            <a:ext cx="759444" cy="269785"/>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Fixed Assets</a:t>
            </a:r>
          </a:p>
        </p:txBody>
      </p:sp>
      <p:sp>
        <p:nvSpPr>
          <p:cNvPr id="315" name="Rectangle: Rounded Corners 314">
            <a:extLst>
              <a:ext uri="{FF2B5EF4-FFF2-40B4-BE49-F238E27FC236}">
                <a16:creationId xmlns:a16="http://schemas.microsoft.com/office/drawing/2014/main" id="{1F0618AD-9798-7BF6-851D-5A5FA92A38EA}"/>
              </a:ext>
            </a:extLst>
          </p:cNvPr>
          <p:cNvSpPr/>
          <p:nvPr/>
        </p:nvSpPr>
        <p:spPr>
          <a:xfrm>
            <a:off x="642534" y="4811723"/>
            <a:ext cx="1670958" cy="186891"/>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HRM (SAP)</a:t>
            </a:r>
          </a:p>
        </p:txBody>
      </p:sp>
      <p:sp>
        <p:nvSpPr>
          <p:cNvPr id="325" name="Rectangle: Rounded Corners 324">
            <a:extLst>
              <a:ext uri="{FF2B5EF4-FFF2-40B4-BE49-F238E27FC236}">
                <a16:creationId xmlns:a16="http://schemas.microsoft.com/office/drawing/2014/main" id="{4D137A59-D9A6-DD09-26A3-C10B63C71733}"/>
              </a:ext>
            </a:extLst>
          </p:cNvPr>
          <p:cNvSpPr/>
          <p:nvPr/>
        </p:nvSpPr>
        <p:spPr>
          <a:xfrm>
            <a:off x="662574" y="3456158"/>
            <a:ext cx="755703" cy="202538"/>
          </a:xfrm>
          <a:prstGeom prst="roundRect">
            <a:avLst/>
          </a:prstGeom>
          <a:solidFill>
            <a:schemeClr val="accent1"/>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chemeClr val="bg1"/>
                </a:solidFill>
              </a:rPr>
              <a:t>FATCA</a:t>
            </a:r>
          </a:p>
        </p:txBody>
      </p:sp>
      <p:sp>
        <p:nvSpPr>
          <p:cNvPr id="326" name="Rectangle: Rounded Corners 325">
            <a:extLst>
              <a:ext uri="{FF2B5EF4-FFF2-40B4-BE49-F238E27FC236}">
                <a16:creationId xmlns:a16="http://schemas.microsoft.com/office/drawing/2014/main" id="{FB1D0B39-0F51-DBC9-E000-06FAA06CE628}"/>
              </a:ext>
            </a:extLst>
          </p:cNvPr>
          <p:cNvSpPr/>
          <p:nvPr/>
        </p:nvSpPr>
        <p:spPr>
          <a:xfrm>
            <a:off x="10634574" y="3747218"/>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VISA  </a:t>
            </a:r>
          </a:p>
        </p:txBody>
      </p:sp>
      <p:sp>
        <p:nvSpPr>
          <p:cNvPr id="327" name="Rectangle: Rounded Corners 326">
            <a:extLst>
              <a:ext uri="{FF2B5EF4-FFF2-40B4-BE49-F238E27FC236}">
                <a16:creationId xmlns:a16="http://schemas.microsoft.com/office/drawing/2014/main" id="{473B568F-F5B3-0403-003F-BF7600B4DB37}"/>
              </a:ext>
            </a:extLst>
          </p:cNvPr>
          <p:cNvSpPr/>
          <p:nvPr/>
        </p:nvSpPr>
        <p:spPr>
          <a:xfrm>
            <a:off x="10646674" y="4918265"/>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ASAN Finance</a:t>
            </a:r>
          </a:p>
        </p:txBody>
      </p:sp>
      <p:sp>
        <p:nvSpPr>
          <p:cNvPr id="328" name="Rectangle: Rounded Corners 327">
            <a:extLst>
              <a:ext uri="{FF2B5EF4-FFF2-40B4-BE49-F238E27FC236}">
                <a16:creationId xmlns:a16="http://schemas.microsoft.com/office/drawing/2014/main" id="{36432C5E-26DD-8BF4-2562-DE25605FBC65}"/>
              </a:ext>
            </a:extLst>
          </p:cNvPr>
          <p:cNvSpPr/>
          <p:nvPr/>
        </p:nvSpPr>
        <p:spPr>
          <a:xfrm>
            <a:off x="10646674" y="5063038"/>
            <a:ext cx="956316" cy="115958"/>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ASAN Imza</a:t>
            </a:r>
          </a:p>
        </p:txBody>
      </p:sp>
      <p:sp>
        <p:nvSpPr>
          <p:cNvPr id="329" name="Rectangle: Rounded Corners 328">
            <a:extLst>
              <a:ext uri="{FF2B5EF4-FFF2-40B4-BE49-F238E27FC236}">
                <a16:creationId xmlns:a16="http://schemas.microsoft.com/office/drawing/2014/main" id="{9EE39DCE-4680-C507-85AD-FFEEBFCDFB39}"/>
              </a:ext>
            </a:extLst>
          </p:cNvPr>
          <p:cNvSpPr/>
          <p:nvPr/>
        </p:nvSpPr>
        <p:spPr>
          <a:xfrm>
            <a:off x="10646674" y="5200876"/>
            <a:ext cx="956316" cy="248566"/>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dirty="0">
                <a:solidFill>
                  <a:schemeClr val="bg1"/>
                </a:solidFill>
              </a:rPr>
              <a:t>Trade Finance Portal</a:t>
            </a:r>
          </a:p>
        </p:txBody>
      </p:sp>
      <p:grpSp>
        <p:nvGrpSpPr>
          <p:cNvPr id="356" name="Group 355">
            <a:extLst>
              <a:ext uri="{FF2B5EF4-FFF2-40B4-BE49-F238E27FC236}">
                <a16:creationId xmlns:a16="http://schemas.microsoft.com/office/drawing/2014/main" id="{961298B2-930F-39B6-CC1A-7828A0E20EA7}"/>
              </a:ext>
            </a:extLst>
          </p:cNvPr>
          <p:cNvGrpSpPr/>
          <p:nvPr/>
        </p:nvGrpSpPr>
        <p:grpSpPr>
          <a:xfrm>
            <a:off x="10767502" y="807832"/>
            <a:ext cx="869760" cy="123111"/>
            <a:chOff x="10854796" y="668319"/>
            <a:chExt cx="869760" cy="123111"/>
          </a:xfrm>
        </p:grpSpPr>
        <p:sp>
          <p:nvSpPr>
            <p:cNvPr id="333" name="Rectangle: Rounded Corners 332">
              <a:extLst>
                <a:ext uri="{FF2B5EF4-FFF2-40B4-BE49-F238E27FC236}">
                  <a16:creationId xmlns:a16="http://schemas.microsoft.com/office/drawing/2014/main" id="{21F7B253-C770-2E22-E87A-FAADEEBACB95}"/>
                </a:ext>
              </a:extLst>
            </p:cNvPr>
            <p:cNvSpPr/>
            <p:nvPr/>
          </p:nvSpPr>
          <p:spPr>
            <a:xfrm>
              <a:off x="10854796" y="684155"/>
              <a:ext cx="130142" cy="91440"/>
            </a:xfrm>
            <a:prstGeom prst="round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800" err="1">
                <a:solidFill>
                  <a:schemeClr val="bg1"/>
                </a:solidFill>
              </a:endParaRPr>
            </a:p>
          </p:txBody>
        </p:sp>
        <p:sp>
          <p:nvSpPr>
            <p:cNvPr id="334" name="TextBox 333">
              <a:extLst>
                <a:ext uri="{FF2B5EF4-FFF2-40B4-BE49-F238E27FC236}">
                  <a16:creationId xmlns:a16="http://schemas.microsoft.com/office/drawing/2014/main" id="{C5095C3E-EF25-5658-E43D-06FCBF589066}"/>
                </a:ext>
              </a:extLst>
            </p:cNvPr>
            <p:cNvSpPr txBox="1">
              <a:spLocks/>
            </p:cNvSpPr>
            <p:nvPr/>
          </p:nvSpPr>
          <p:spPr>
            <a:xfrm>
              <a:off x="11033661" y="668319"/>
              <a:ext cx="690895" cy="123111"/>
            </a:xfrm>
            <a:prstGeom prst="rect">
              <a:avLst/>
            </a:prstGeom>
          </p:spPr>
          <p:txBody>
            <a:bodyPr vert="horz" wrap="none" lIns="0" tIns="0" rIns="0" bIns="0" rtlCol="0" anchor="t" anchorCtr="0">
              <a:spAutoFit/>
            </a:bodyPr>
            <a:lstStyle/>
            <a:p>
              <a:pPr algn="l">
                <a:spcAft>
                  <a:spcPts val="600"/>
                </a:spcAft>
                <a:buClr>
                  <a:schemeClr val="tx1"/>
                </a:buClr>
              </a:pPr>
              <a:r>
                <a:rPr lang="en-US" sz="800" dirty="0"/>
                <a:t>Under question</a:t>
              </a:r>
            </a:p>
          </p:txBody>
        </p:sp>
      </p:grpSp>
      <p:grpSp>
        <p:nvGrpSpPr>
          <p:cNvPr id="357" name="Group 356">
            <a:extLst>
              <a:ext uri="{FF2B5EF4-FFF2-40B4-BE49-F238E27FC236}">
                <a16:creationId xmlns:a16="http://schemas.microsoft.com/office/drawing/2014/main" id="{A707FB59-C8A0-7AD5-2CFF-70D33ABF1341}"/>
              </a:ext>
            </a:extLst>
          </p:cNvPr>
          <p:cNvGrpSpPr/>
          <p:nvPr/>
        </p:nvGrpSpPr>
        <p:grpSpPr>
          <a:xfrm>
            <a:off x="10271121" y="807832"/>
            <a:ext cx="411301" cy="123111"/>
            <a:chOff x="10394772" y="668319"/>
            <a:chExt cx="411301" cy="123111"/>
          </a:xfrm>
        </p:grpSpPr>
        <p:sp>
          <p:nvSpPr>
            <p:cNvPr id="335" name="Rectangle: Rounded Corners 334">
              <a:extLst>
                <a:ext uri="{FF2B5EF4-FFF2-40B4-BE49-F238E27FC236}">
                  <a16:creationId xmlns:a16="http://schemas.microsoft.com/office/drawing/2014/main" id="{BA674979-7097-B2DC-83E1-949905D7693C}"/>
                </a:ext>
              </a:extLst>
            </p:cNvPr>
            <p:cNvSpPr/>
            <p:nvPr/>
          </p:nvSpPr>
          <p:spPr>
            <a:xfrm>
              <a:off x="10394772" y="684155"/>
              <a:ext cx="130142" cy="91440"/>
            </a:xfrm>
            <a:prstGeom prst="roundRect">
              <a:avLst/>
            </a:prstGeom>
            <a:solidFill>
              <a:srgbClr val="43B02A"/>
            </a:solid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800" dirty="0">
                <a:solidFill>
                  <a:schemeClr val="bg1"/>
                </a:solidFill>
                <a:highlight>
                  <a:srgbClr val="00FF00"/>
                </a:highlight>
              </a:endParaRPr>
            </a:p>
          </p:txBody>
        </p:sp>
        <p:sp>
          <p:nvSpPr>
            <p:cNvPr id="336" name="TextBox 335">
              <a:extLst>
                <a:ext uri="{FF2B5EF4-FFF2-40B4-BE49-F238E27FC236}">
                  <a16:creationId xmlns:a16="http://schemas.microsoft.com/office/drawing/2014/main" id="{06DCC494-057B-15E2-181D-FD81DF5B3542}"/>
                </a:ext>
              </a:extLst>
            </p:cNvPr>
            <p:cNvSpPr txBox="1">
              <a:spLocks/>
            </p:cNvSpPr>
            <p:nvPr/>
          </p:nvSpPr>
          <p:spPr>
            <a:xfrm>
              <a:off x="10573637" y="668319"/>
              <a:ext cx="232436" cy="123111"/>
            </a:xfrm>
            <a:prstGeom prst="rect">
              <a:avLst/>
            </a:prstGeom>
          </p:spPr>
          <p:txBody>
            <a:bodyPr vert="horz" wrap="none" lIns="0" tIns="0" rIns="0" bIns="0" rtlCol="0" anchor="t" anchorCtr="0">
              <a:spAutoFit/>
            </a:bodyPr>
            <a:lstStyle/>
            <a:p>
              <a:pPr algn="l">
                <a:spcAft>
                  <a:spcPts val="600"/>
                </a:spcAft>
                <a:buClr>
                  <a:schemeClr val="tx1"/>
                </a:buClr>
              </a:pPr>
              <a:r>
                <a:rPr lang="en-US" sz="800" dirty="0"/>
                <a:t>New </a:t>
              </a:r>
            </a:p>
          </p:txBody>
        </p:sp>
      </p:grpSp>
      <p:grpSp>
        <p:nvGrpSpPr>
          <p:cNvPr id="359" name="Group 358">
            <a:extLst>
              <a:ext uri="{FF2B5EF4-FFF2-40B4-BE49-F238E27FC236}">
                <a16:creationId xmlns:a16="http://schemas.microsoft.com/office/drawing/2014/main" id="{1FCCEF24-EF15-BB86-693F-4EF6D646CA4E}"/>
              </a:ext>
            </a:extLst>
          </p:cNvPr>
          <p:cNvGrpSpPr/>
          <p:nvPr/>
        </p:nvGrpSpPr>
        <p:grpSpPr>
          <a:xfrm>
            <a:off x="8592274" y="807832"/>
            <a:ext cx="549159" cy="123111"/>
            <a:chOff x="8788639" y="668319"/>
            <a:chExt cx="549159" cy="123111"/>
          </a:xfrm>
        </p:grpSpPr>
        <p:sp>
          <p:nvSpPr>
            <p:cNvPr id="337" name="Rectangle: Rounded Corners 336">
              <a:extLst>
                <a:ext uri="{FF2B5EF4-FFF2-40B4-BE49-F238E27FC236}">
                  <a16:creationId xmlns:a16="http://schemas.microsoft.com/office/drawing/2014/main" id="{2E77FDFD-2160-C3EE-AC50-EB18C35D1600}"/>
                </a:ext>
              </a:extLst>
            </p:cNvPr>
            <p:cNvSpPr/>
            <p:nvPr/>
          </p:nvSpPr>
          <p:spPr>
            <a:xfrm>
              <a:off x="8788639" y="684155"/>
              <a:ext cx="130142" cy="91440"/>
            </a:xfrm>
            <a:prstGeom prst="roundRect">
              <a:avLst/>
            </a:prstGeom>
            <a:solidFill>
              <a:schemeClr val="accent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800" err="1">
                <a:solidFill>
                  <a:schemeClr val="bg1"/>
                </a:solidFill>
              </a:endParaRPr>
            </a:p>
          </p:txBody>
        </p:sp>
        <p:sp>
          <p:nvSpPr>
            <p:cNvPr id="338" name="TextBox 337">
              <a:extLst>
                <a:ext uri="{FF2B5EF4-FFF2-40B4-BE49-F238E27FC236}">
                  <a16:creationId xmlns:a16="http://schemas.microsoft.com/office/drawing/2014/main" id="{C8826D6C-F573-6973-481A-F962469D3BA7}"/>
                </a:ext>
              </a:extLst>
            </p:cNvPr>
            <p:cNvSpPr txBox="1">
              <a:spLocks/>
            </p:cNvSpPr>
            <p:nvPr/>
          </p:nvSpPr>
          <p:spPr>
            <a:xfrm>
              <a:off x="8967504" y="668319"/>
              <a:ext cx="370294" cy="123111"/>
            </a:xfrm>
            <a:prstGeom prst="rect">
              <a:avLst/>
            </a:prstGeom>
          </p:spPr>
          <p:txBody>
            <a:bodyPr vert="horz" wrap="none" lIns="0" tIns="0" rIns="0" bIns="0" rtlCol="0" anchor="t" anchorCtr="0">
              <a:spAutoFit/>
            </a:bodyPr>
            <a:lstStyle/>
            <a:p>
              <a:pPr algn="l">
                <a:spcAft>
                  <a:spcPts val="600"/>
                </a:spcAft>
                <a:buClr>
                  <a:schemeClr val="tx1"/>
                </a:buClr>
              </a:pPr>
              <a:r>
                <a:rPr lang="en-US" sz="800" dirty="0"/>
                <a:t>Current </a:t>
              </a:r>
            </a:p>
          </p:txBody>
        </p:sp>
      </p:grpSp>
      <p:grpSp>
        <p:nvGrpSpPr>
          <p:cNvPr id="358" name="Group 357">
            <a:extLst>
              <a:ext uri="{FF2B5EF4-FFF2-40B4-BE49-F238E27FC236}">
                <a16:creationId xmlns:a16="http://schemas.microsoft.com/office/drawing/2014/main" id="{35F4245A-5F55-BDE9-E120-F988D67A4A90}"/>
              </a:ext>
            </a:extLst>
          </p:cNvPr>
          <p:cNvGrpSpPr/>
          <p:nvPr/>
        </p:nvGrpSpPr>
        <p:grpSpPr>
          <a:xfrm>
            <a:off x="9226513" y="807832"/>
            <a:ext cx="959528" cy="123111"/>
            <a:chOff x="9386521" y="668319"/>
            <a:chExt cx="959528" cy="123111"/>
          </a:xfrm>
        </p:grpSpPr>
        <p:sp>
          <p:nvSpPr>
            <p:cNvPr id="339" name="Rectangle: Rounded Corners 338">
              <a:extLst>
                <a:ext uri="{FF2B5EF4-FFF2-40B4-BE49-F238E27FC236}">
                  <a16:creationId xmlns:a16="http://schemas.microsoft.com/office/drawing/2014/main" id="{4BE1B790-C2A2-0DFD-AD5A-C8662E4E19F8}"/>
                </a:ext>
              </a:extLst>
            </p:cNvPr>
            <p:cNvSpPr/>
            <p:nvPr/>
          </p:nvSpPr>
          <p:spPr>
            <a:xfrm>
              <a:off x="9386521" y="684155"/>
              <a:ext cx="130142" cy="91440"/>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800" err="1">
                <a:solidFill>
                  <a:schemeClr val="bg1"/>
                </a:solidFill>
              </a:endParaRPr>
            </a:p>
          </p:txBody>
        </p:sp>
        <p:sp>
          <p:nvSpPr>
            <p:cNvPr id="340" name="TextBox 339">
              <a:extLst>
                <a:ext uri="{FF2B5EF4-FFF2-40B4-BE49-F238E27FC236}">
                  <a16:creationId xmlns:a16="http://schemas.microsoft.com/office/drawing/2014/main" id="{315B1D69-D78D-0340-5EB9-AA18EF16D359}"/>
                </a:ext>
              </a:extLst>
            </p:cNvPr>
            <p:cNvSpPr txBox="1">
              <a:spLocks/>
            </p:cNvSpPr>
            <p:nvPr/>
          </p:nvSpPr>
          <p:spPr>
            <a:xfrm>
              <a:off x="9565386" y="668319"/>
              <a:ext cx="780663" cy="123111"/>
            </a:xfrm>
            <a:prstGeom prst="rect">
              <a:avLst/>
            </a:prstGeom>
          </p:spPr>
          <p:txBody>
            <a:bodyPr vert="horz" wrap="none" lIns="0" tIns="0" rIns="0" bIns="0" rtlCol="0" anchor="t" anchorCtr="0">
              <a:spAutoFit/>
            </a:bodyPr>
            <a:lstStyle/>
            <a:p>
              <a:pPr algn="l">
                <a:spcAft>
                  <a:spcPts val="600"/>
                </a:spcAft>
                <a:buClr>
                  <a:schemeClr val="tx1"/>
                </a:buClr>
              </a:pPr>
              <a:r>
                <a:rPr lang="en-US" sz="800" dirty="0"/>
                <a:t>Moved from Core</a:t>
              </a:r>
            </a:p>
          </p:txBody>
        </p:sp>
      </p:grpSp>
      <p:sp>
        <p:nvSpPr>
          <p:cNvPr id="2" name="5. Source">
            <a:extLst>
              <a:ext uri="{FF2B5EF4-FFF2-40B4-BE49-F238E27FC236}">
                <a16:creationId xmlns:a16="http://schemas.microsoft.com/office/drawing/2014/main" id="{2C1121FC-9E14-389C-52B0-5F03DC8D6521}"/>
              </a:ext>
            </a:extLst>
          </p:cNvPr>
          <p:cNvSpPr txBox="1">
            <a:spLocks/>
          </p:cNvSpPr>
          <p:nvPr>
            <p:custDataLst>
              <p:tags r:id="rId3"/>
            </p:custDataLst>
          </p:nvPr>
        </p:nvSpPr>
        <p:spPr>
          <a:xfrm>
            <a:off x="554736" y="6516454"/>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dirty="0">
                <a:solidFill>
                  <a:schemeClr val="tx1"/>
                </a:solidFill>
              </a:rPr>
              <a:t>Source</a:t>
            </a:r>
            <a:r>
              <a:rPr lang="en-US" sz="800" dirty="0"/>
              <a:t>: KPMG’s assessment of Pasha Bank’s core banking system</a:t>
            </a:r>
          </a:p>
        </p:txBody>
      </p:sp>
    </p:spTree>
    <p:extLst>
      <p:ext uri="{BB962C8B-B14F-4D97-AF65-F5344CB8AC3E}">
        <p14:creationId xmlns:p14="http://schemas.microsoft.com/office/powerpoint/2010/main" val="2792282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89C36DD6-E454-8D12-A966-5E8BCB4FC1E1}"/>
              </a:ext>
            </a:extLst>
          </p:cNvPr>
          <p:cNvGraphicFramePr>
            <a:graphicFrameLocks noChangeAspect="1"/>
          </p:cNvGraphicFramePr>
          <p:nvPr>
            <p:custDataLst>
              <p:tags r:id="rId1"/>
            </p:custDataLst>
            <p:extLst>
              <p:ext uri="{D42A27DB-BD31-4B8C-83A1-F6EECF244321}">
                <p14:modId xmlns:p14="http://schemas.microsoft.com/office/powerpoint/2010/main" val="10459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08" imgH="408" progId="TCLayout.ActiveDocument.1">
                  <p:embed/>
                </p:oleObj>
              </mc:Choice>
              <mc:Fallback>
                <p:oleObj name="think-cell Slide" r:id="rId10" imgW="408" imgH="408" progId="TCLayout.ActiveDocument.1">
                  <p:embed/>
                  <p:pic>
                    <p:nvPicPr>
                      <p:cNvPr id="5" name="Object 2" hidden="1">
                        <a:extLst>
                          <a:ext uri="{FF2B5EF4-FFF2-40B4-BE49-F238E27FC236}">
                            <a16:creationId xmlns:a16="http://schemas.microsoft.com/office/drawing/2014/main" id="{89C36DD6-E454-8D12-A966-5E8BCB4FC1E1}"/>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4AFD71A7-DFE5-AEBB-ED08-94B96DF7F72F}"/>
              </a:ext>
            </a:extLst>
          </p:cNvPr>
          <p:cNvSpPr>
            <a:spLocks noGrp="1"/>
          </p:cNvSpPr>
          <p:nvPr>
            <p:ph type="title"/>
            <p:custDataLst>
              <p:tags r:id="rId2"/>
            </p:custDataLst>
          </p:nvPr>
        </p:nvSpPr>
        <p:spPr>
          <a:xfrm>
            <a:off x="554734" y="663896"/>
            <a:ext cx="11082528" cy="769441"/>
          </a:xfrm>
          <a:noFill/>
          <a:ln/>
          <a:effectLst/>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US" sz="2500" dirty="0">
                <a:solidFill>
                  <a:schemeClr val="dk1"/>
                </a:solidFill>
                <a:latin typeface="+mj-lt"/>
              </a:rPr>
              <a:t>How systems are structured, run and modernized – themes to explore together</a:t>
            </a:r>
          </a:p>
        </p:txBody>
      </p:sp>
      <p:sp>
        <p:nvSpPr>
          <p:cNvPr id="9" name="TextBox 8">
            <a:extLst>
              <a:ext uri="{FF2B5EF4-FFF2-40B4-BE49-F238E27FC236}">
                <a16:creationId xmlns:a16="http://schemas.microsoft.com/office/drawing/2014/main" id="{E86C87FA-F945-1E85-E3AB-A7733666F2D5}"/>
              </a:ext>
            </a:extLst>
          </p:cNvPr>
          <p:cNvSpPr txBox="1">
            <a:spLocks/>
          </p:cNvSpPr>
          <p:nvPr/>
        </p:nvSpPr>
        <p:spPr>
          <a:xfrm>
            <a:off x="554736" y="2491640"/>
            <a:ext cx="3586490" cy="796693"/>
          </a:xfrm>
          <a:prstGeom prst="rect">
            <a:avLst/>
          </a:prstGeom>
          <a:noFill/>
        </p:spPr>
        <p:txBody>
          <a:bodyPr vert="horz" wrap="square" lIns="0" tIns="0" rIns="0" bIns="0">
            <a:spAutoFit/>
          </a:bodyPr>
          <a:lstStyle/>
          <a:p>
            <a:pPr>
              <a:lnSpc>
                <a:spcPct val="105000"/>
              </a:lnSpc>
            </a:pPr>
            <a:r>
              <a:rPr lang="en-US" sz="1000" dirty="0">
                <a:solidFill>
                  <a:schemeClr val="dk1"/>
                </a:solidFill>
                <a:latin typeface="+mn-lt"/>
              </a:rPr>
              <a:t>A core banking system works best kept lean - accounts, postings and the general ledger - while other capabilities run in dedicated systems around it. Today a lot that could sit outside the core still runs inside it, which adds complexity and slows change.</a:t>
            </a:r>
            <a:endParaRPr sz="1000" dirty="0">
              <a:solidFill>
                <a:schemeClr val="dk1"/>
              </a:solidFill>
              <a:latin typeface="+mn-lt"/>
            </a:endParaRPr>
          </a:p>
        </p:txBody>
      </p:sp>
      <p:sp>
        <p:nvSpPr>
          <p:cNvPr id="10" name="TextBox 9">
            <a:extLst>
              <a:ext uri="{FF2B5EF4-FFF2-40B4-BE49-F238E27FC236}">
                <a16:creationId xmlns:a16="http://schemas.microsoft.com/office/drawing/2014/main" id="{0E4A00D8-846A-2165-96A8-EF73C78FDC14}"/>
              </a:ext>
            </a:extLst>
          </p:cNvPr>
          <p:cNvSpPr txBox="1">
            <a:spLocks/>
          </p:cNvSpPr>
          <p:nvPr/>
        </p:nvSpPr>
        <p:spPr>
          <a:xfrm>
            <a:off x="554736" y="3477894"/>
            <a:ext cx="3586490" cy="374398"/>
          </a:xfrm>
          <a:prstGeom prst="rect">
            <a:avLst/>
          </a:prstGeom>
          <a:noFill/>
        </p:spPr>
        <p:txBody>
          <a:bodyPr vert="horz" wrap="square" lIns="0" tIns="0" rIns="0" bIns="0">
            <a:spAutoFit/>
          </a:bodyPr>
          <a:lstStyle/>
          <a:p>
            <a:pPr>
              <a:lnSpc>
                <a:spcPct val="105000"/>
              </a:lnSpc>
              <a:spcBef>
                <a:spcPts val="600"/>
              </a:spcBef>
              <a:buClr>
                <a:schemeClr val="tx1"/>
              </a:buClr>
            </a:pPr>
            <a:r>
              <a:rPr lang="en-US" sz="1200" b="1" dirty="0"/>
              <a:t>What truly belongs in the core – and what should live outside it?</a:t>
            </a:r>
          </a:p>
        </p:txBody>
      </p:sp>
      <p:cxnSp>
        <p:nvCxnSpPr>
          <p:cNvPr id="11" name="Connector 6">
            <a:extLst>
              <a:ext uri="{FF2B5EF4-FFF2-40B4-BE49-F238E27FC236}">
                <a16:creationId xmlns:a16="http://schemas.microsoft.com/office/drawing/2014/main" id="{63929B50-83AF-6F50-1CC4-3DB3C0BB2A5A}"/>
              </a:ext>
            </a:extLst>
          </p:cNvPr>
          <p:cNvCxnSpPr>
            <a:cxnSpLocks/>
          </p:cNvCxnSpPr>
          <p:nvPr/>
        </p:nvCxnSpPr>
        <p:spPr>
          <a:xfrm>
            <a:off x="554736" y="3425852"/>
            <a:ext cx="3586490"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3092A72-4888-6A64-445C-29B0108AE147}"/>
              </a:ext>
            </a:extLst>
          </p:cNvPr>
          <p:cNvSpPr txBox="1"/>
          <p:nvPr/>
        </p:nvSpPr>
        <p:spPr>
          <a:xfrm>
            <a:off x="4309136" y="2491640"/>
            <a:ext cx="3580109" cy="635110"/>
          </a:xfrm>
          <a:prstGeom prst="rect">
            <a:avLst/>
          </a:prstGeom>
          <a:noFill/>
        </p:spPr>
        <p:txBody>
          <a:bodyPr vert="horz" wrap="square" lIns="0" tIns="0" rIns="0" bIns="0">
            <a:spAutoFit/>
          </a:bodyPr>
          <a:lstStyle/>
          <a:p>
            <a:pPr>
              <a:lnSpc>
                <a:spcPct val="105000"/>
              </a:lnSpc>
            </a:pPr>
            <a:r>
              <a:rPr lang="en-US" sz="1000">
                <a:solidFill>
                  <a:schemeClr val="dk1"/>
                </a:solidFill>
                <a:latin typeface="+mn-lt"/>
              </a:rPr>
              <a:t>A few shared systems sit behind many customer journeys, so a single failure can ripple across multiple services at once. Designing for isolation and fast recovery limits how far any one problem can spread.</a:t>
            </a:r>
            <a:endParaRPr sz="1000" dirty="0">
              <a:solidFill>
                <a:schemeClr val="dk1"/>
              </a:solidFill>
              <a:latin typeface="+mn-lt"/>
            </a:endParaRPr>
          </a:p>
        </p:txBody>
      </p:sp>
      <p:sp>
        <p:nvSpPr>
          <p:cNvPr id="13" name="TextBox 12">
            <a:extLst>
              <a:ext uri="{FF2B5EF4-FFF2-40B4-BE49-F238E27FC236}">
                <a16:creationId xmlns:a16="http://schemas.microsoft.com/office/drawing/2014/main" id="{066D95A6-756A-1441-FD49-78C485AD1BBE}"/>
              </a:ext>
            </a:extLst>
          </p:cNvPr>
          <p:cNvSpPr txBox="1"/>
          <p:nvPr/>
        </p:nvSpPr>
        <p:spPr>
          <a:xfrm>
            <a:off x="4309136" y="3477894"/>
            <a:ext cx="3580109" cy="374398"/>
          </a:xfrm>
          <a:prstGeom prst="rect">
            <a:avLst/>
          </a:prstGeom>
          <a:noFill/>
        </p:spPr>
        <p:txBody>
          <a:bodyPr vert="horz" wrap="square" lIns="0" tIns="0" rIns="0" bIns="0">
            <a:spAutoFit/>
          </a:bodyPr>
          <a:lstStyle/>
          <a:p>
            <a:pPr>
              <a:lnSpc>
                <a:spcPct val="105000"/>
              </a:lnSpc>
              <a:spcBef>
                <a:spcPts val="600"/>
              </a:spcBef>
              <a:buClr>
                <a:schemeClr val="tx1"/>
              </a:buClr>
            </a:pPr>
            <a:r>
              <a:rPr lang="en-US" sz="1200" b="1"/>
              <a:t>How do we stop one system's failure from affecting many services?</a:t>
            </a:r>
            <a:endParaRPr lang="en-US" sz="1200" b="1" dirty="0"/>
          </a:p>
        </p:txBody>
      </p:sp>
      <p:cxnSp>
        <p:nvCxnSpPr>
          <p:cNvPr id="14" name="Connector 10">
            <a:extLst>
              <a:ext uri="{FF2B5EF4-FFF2-40B4-BE49-F238E27FC236}">
                <a16:creationId xmlns:a16="http://schemas.microsoft.com/office/drawing/2014/main" id="{9348E8F6-C2E8-44E3-87D1-4993FE22C65D}"/>
              </a:ext>
            </a:extLst>
          </p:cNvPr>
          <p:cNvCxnSpPr/>
          <p:nvPr/>
        </p:nvCxnSpPr>
        <p:spPr>
          <a:xfrm>
            <a:off x="4302755" y="3425852"/>
            <a:ext cx="3573729"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9F399F4-D422-6344-9512-13DB171D7CBB}"/>
              </a:ext>
            </a:extLst>
          </p:cNvPr>
          <p:cNvSpPr txBox="1">
            <a:spLocks/>
          </p:cNvSpPr>
          <p:nvPr/>
        </p:nvSpPr>
        <p:spPr>
          <a:xfrm>
            <a:off x="554736" y="2166440"/>
            <a:ext cx="3586490" cy="215444"/>
          </a:xfrm>
          <a:prstGeom prst="rect">
            <a:avLst/>
          </a:prstGeom>
          <a:noFill/>
        </p:spPr>
        <p:txBody>
          <a:bodyPr vert="horz" wrap="square" lIns="0" tIns="0" rIns="0" bIns="0" anchor="b">
            <a:spAutoFit/>
          </a:bodyPr>
          <a:lstStyle/>
          <a:p>
            <a:r>
              <a:rPr lang="en-US" sz="1400" b="1">
                <a:solidFill>
                  <a:schemeClr val="dk1"/>
                </a:solidFill>
                <a:latin typeface="+mn-lt"/>
              </a:rPr>
              <a:t>A lean core with clear boundaries</a:t>
            </a:r>
            <a:endParaRPr sz="1400" b="1" dirty="0">
              <a:solidFill>
                <a:schemeClr val="dk1"/>
              </a:solidFill>
              <a:latin typeface="+mn-lt"/>
            </a:endParaRPr>
          </a:p>
        </p:txBody>
      </p:sp>
      <p:cxnSp>
        <p:nvCxnSpPr>
          <p:cNvPr id="18" name="Connector 6">
            <a:extLst>
              <a:ext uri="{FF2B5EF4-FFF2-40B4-BE49-F238E27FC236}">
                <a16:creationId xmlns:a16="http://schemas.microsoft.com/office/drawing/2014/main" id="{44D6B9A1-7669-9106-F544-FD91ABA3095E}"/>
              </a:ext>
            </a:extLst>
          </p:cNvPr>
          <p:cNvCxnSpPr>
            <a:cxnSpLocks/>
          </p:cNvCxnSpPr>
          <p:nvPr/>
        </p:nvCxnSpPr>
        <p:spPr>
          <a:xfrm>
            <a:off x="554736" y="2404772"/>
            <a:ext cx="3586490"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E4587C8-D8D4-A06D-D312-EA15DA41A91F}"/>
              </a:ext>
            </a:extLst>
          </p:cNvPr>
          <p:cNvSpPr txBox="1"/>
          <p:nvPr/>
        </p:nvSpPr>
        <p:spPr>
          <a:xfrm>
            <a:off x="4309136" y="2166440"/>
            <a:ext cx="3580109" cy="215444"/>
          </a:xfrm>
          <a:prstGeom prst="rect">
            <a:avLst/>
          </a:prstGeom>
          <a:noFill/>
        </p:spPr>
        <p:txBody>
          <a:bodyPr vert="horz" wrap="square" lIns="0" tIns="0" rIns="0" bIns="0" anchor="b">
            <a:spAutoFit/>
          </a:bodyPr>
          <a:lstStyle/>
          <a:p>
            <a:r>
              <a:rPr lang="en-US" sz="1400" b="1">
                <a:solidFill>
                  <a:schemeClr val="dk1"/>
                </a:solidFill>
                <a:latin typeface="+mn-lt"/>
              </a:rPr>
              <a:t>Containing failure when it happens</a:t>
            </a:r>
            <a:endParaRPr sz="1400" b="1" dirty="0">
              <a:solidFill>
                <a:schemeClr val="dk1"/>
              </a:solidFill>
              <a:latin typeface="+mn-lt"/>
            </a:endParaRPr>
          </a:p>
        </p:txBody>
      </p:sp>
      <p:cxnSp>
        <p:nvCxnSpPr>
          <p:cNvPr id="20" name="Connector 10">
            <a:extLst>
              <a:ext uri="{FF2B5EF4-FFF2-40B4-BE49-F238E27FC236}">
                <a16:creationId xmlns:a16="http://schemas.microsoft.com/office/drawing/2014/main" id="{51E11A80-5D12-4881-3BB9-F8F66E585B7B}"/>
              </a:ext>
            </a:extLst>
          </p:cNvPr>
          <p:cNvCxnSpPr/>
          <p:nvPr/>
        </p:nvCxnSpPr>
        <p:spPr>
          <a:xfrm>
            <a:off x="4302755" y="2404772"/>
            <a:ext cx="3573729"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2A83BC8-821C-4C95-5685-2B2A651E932E}"/>
              </a:ext>
            </a:extLst>
          </p:cNvPr>
          <p:cNvSpPr txBox="1"/>
          <p:nvPr/>
        </p:nvSpPr>
        <p:spPr>
          <a:xfrm>
            <a:off x="8050774" y="2166440"/>
            <a:ext cx="3586490" cy="215444"/>
          </a:xfrm>
          <a:prstGeom prst="rect">
            <a:avLst/>
          </a:prstGeom>
          <a:noFill/>
        </p:spPr>
        <p:txBody>
          <a:bodyPr vert="horz" wrap="square" lIns="0" tIns="0" rIns="0" bIns="0" anchor="b">
            <a:spAutoFit/>
          </a:bodyPr>
          <a:lstStyle/>
          <a:p>
            <a:r>
              <a:rPr lang="en-IN" sz="1400" b="1" dirty="0">
                <a:solidFill>
                  <a:schemeClr val="dk1"/>
                </a:solidFill>
                <a:latin typeface="+mn-lt"/>
              </a:rPr>
              <a:t>Integration, not manual workarounds</a:t>
            </a:r>
            <a:endParaRPr sz="1400" b="1" dirty="0">
              <a:solidFill>
                <a:schemeClr val="dk1"/>
              </a:solidFill>
              <a:latin typeface="+mn-lt"/>
            </a:endParaRPr>
          </a:p>
        </p:txBody>
      </p:sp>
      <p:cxnSp>
        <p:nvCxnSpPr>
          <p:cNvPr id="22" name="Connector 14">
            <a:extLst>
              <a:ext uri="{FF2B5EF4-FFF2-40B4-BE49-F238E27FC236}">
                <a16:creationId xmlns:a16="http://schemas.microsoft.com/office/drawing/2014/main" id="{B68F1405-C1EF-577A-1960-544DA21BBBC3}"/>
              </a:ext>
            </a:extLst>
          </p:cNvPr>
          <p:cNvCxnSpPr/>
          <p:nvPr/>
        </p:nvCxnSpPr>
        <p:spPr>
          <a:xfrm>
            <a:off x="8050775" y="2404772"/>
            <a:ext cx="3580099"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2CBE9A09-1430-9152-3152-3BF809064121}"/>
              </a:ext>
            </a:extLst>
          </p:cNvPr>
          <p:cNvSpPr txBox="1"/>
          <p:nvPr/>
        </p:nvSpPr>
        <p:spPr>
          <a:xfrm>
            <a:off x="8050774" y="2491640"/>
            <a:ext cx="3586490" cy="796693"/>
          </a:xfrm>
          <a:prstGeom prst="rect">
            <a:avLst/>
          </a:prstGeom>
          <a:noFill/>
        </p:spPr>
        <p:txBody>
          <a:bodyPr vert="horz" wrap="square" lIns="0" tIns="0" rIns="0" bIns="0">
            <a:spAutoFit/>
          </a:bodyPr>
          <a:lstStyle/>
          <a:p>
            <a:pPr>
              <a:lnSpc>
                <a:spcPct val="105000"/>
              </a:lnSpc>
            </a:pPr>
            <a:r>
              <a:rPr lang="en-US" sz="1000">
                <a:solidFill>
                  <a:schemeClr val="dk1"/>
                </a:solidFill>
                <a:latin typeface="+mn-lt"/>
              </a:rPr>
              <a:t>When systems don't connect through proper interfaces, people bridge the gap by hand - re-keying data, working in spreadsheets, or automating through fragile robots. Modern, API-based integration removes that friction and the risks that come with it.</a:t>
            </a:r>
            <a:endParaRPr sz="1000" dirty="0">
              <a:solidFill>
                <a:schemeClr val="dk1"/>
              </a:solidFill>
              <a:latin typeface="+mn-lt"/>
            </a:endParaRPr>
          </a:p>
        </p:txBody>
      </p:sp>
      <p:sp>
        <p:nvSpPr>
          <p:cNvPr id="24" name="TextBox 23">
            <a:extLst>
              <a:ext uri="{FF2B5EF4-FFF2-40B4-BE49-F238E27FC236}">
                <a16:creationId xmlns:a16="http://schemas.microsoft.com/office/drawing/2014/main" id="{4B52DD45-6C9E-23F8-5593-800ED506B80D}"/>
              </a:ext>
            </a:extLst>
          </p:cNvPr>
          <p:cNvSpPr txBox="1"/>
          <p:nvPr/>
        </p:nvSpPr>
        <p:spPr>
          <a:xfrm>
            <a:off x="8050774" y="3477894"/>
            <a:ext cx="3586490" cy="374398"/>
          </a:xfrm>
          <a:prstGeom prst="rect">
            <a:avLst/>
          </a:prstGeom>
          <a:noFill/>
        </p:spPr>
        <p:txBody>
          <a:bodyPr vert="horz" wrap="square" lIns="0" tIns="0" rIns="0" bIns="0">
            <a:spAutoFit/>
          </a:bodyPr>
          <a:lstStyle/>
          <a:p>
            <a:pPr>
              <a:lnSpc>
                <a:spcPct val="105000"/>
              </a:lnSpc>
              <a:spcBef>
                <a:spcPts val="600"/>
              </a:spcBef>
              <a:buClr>
                <a:schemeClr val="tx1"/>
              </a:buClr>
            </a:pPr>
            <a:r>
              <a:rPr lang="en-US" sz="1200" b="1"/>
              <a:t>Where do we rely on manual workarounds instead of real integration?</a:t>
            </a:r>
            <a:endParaRPr lang="en-US" sz="1200" b="1" dirty="0"/>
          </a:p>
        </p:txBody>
      </p:sp>
      <p:cxnSp>
        <p:nvCxnSpPr>
          <p:cNvPr id="25" name="Connector 14">
            <a:extLst>
              <a:ext uri="{FF2B5EF4-FFF2-40B4-BE49-F238E27FC236}">
                <a16:creationId xmlns:a16="http://schemas.microsoft.com/office/drawing/2014/main" id="{48C5EB54-9823-864A-5C93-D6827BA63A01}"/>
              </a:ext>
            </a:extLst>
          </p:cNvPr>
          <p:cNvCxnSpPr/>
          <p:nvPr/>
        </p:nvCxnSpPr>
        <p:spPr>
          <a:xfrm>
            <a:off x="8050775" y="3425852"/>
            <a:ext cx="3580099"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31F0003E-2A80-C5C5-5652-60659C6DD1E3}"/>
              </a:ext>
            </a:extLst>
          </p:cNvPr>
          <p:cNvSpPr txBox="1">
            <a:spLocks/>
          </p:cNvSpPr>
          <p:nvPr/>
        </p:nvSpPr>
        <p:spPr>
          <a:xfrm>
            <a:off x="554736" y="4901547"/>
            <a:ext cx="3586490" cy="635110"/>
          </a:xfrm>
          <a:prstGeom prst="rect">
            <a:avLst/>
          </a:prstGeom>
          <a:noFill/>
        </p:spPr>
        <p:txBody>
          <a:bodyPr vert="horz" wrap="square" lIns="0" tIns="0" rIns="0" bIns="0">
            <a:spAutoFit/>
          </a:bodyPr>
          <a:lstStyle/>
          <a:p>
            <a:pPr>
              <a:lnSpc>
                <a:spcPct val="105000"/>
              </a:lnSpc>
            </a:pPr>
            <a:r>
              <a:rPr lang="en-US" sz="1000">
                <a:solidFill>
                  <a:schemeClr val="dk1"/>
                </a:solidFill>
                <a:latin typeface="+mn-lt"/>
              </a:rPr>
              <a:t>Sound decisions and a consistent customer experience depend on a single, trusted version of key data - customer, product and pricing. Where the same information lives in several places, it drifts, duplicates and becomes hard to govern.</a:t>
            </a:r>
            <a:endParaRPr sz="1000" dirty="0">
              <a:solidFill>
                <a:schemeClr val="dk1"/>
              </a:solidFill>
              <a:latin typeface="+mn-lt"/>
            </a:endParaRPr>
          </a:p>
        </p:txBody>
      </p:sp>
      <p:sp>
        <p:nvSpPr>
          <p:cNvPr id="30" name="TextBox 29">
            <a:extLst>
              <a:ext uri="{FF2B5EF4-FFF2-40B4-BE49-F238E27FC236}">
                <a16:creationId xmlns:a16="http://schemas.microsoft.com/office/drawing/2014/main" id="{FF59DD6A-8845-F770-DBC5-0121809A2B3E}"/>
              </a:ext>
            </a:extLst>
          </p:cNvPr>
          <p:cNvSpPr txBox="1">
            <a:spLocks/>
          </p:cNvSpPr>
          <p:nvPr/>
        </p:nvSpPr>
        <p:spPr>
          <a:xfrm>
            <a:off x="554736" y="5974123"/>
            <a:ext cx="3586490" cy="374398"/>
          </a:xfrm>
          <a:prstGeom prst="rect">
            <a:avLst/>
          </a:prstGeom>
          <a:noFill/>
        </p:spPr>
        <p:txBody>
          <a:bodyPr vert="horz"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sz="1200" dirty="0">
                <a:solidFill>
                  <a:schemeClr val="tx1"/>
                </a:solidFill>
              </a:rPr>
              <a:t>Do we have one trusted source for customer, product and pricing data?</a:t>
            </a:r>
          </a:p>
        </p:txBody>
      </p:sp>
      <p:cxnSp>
        <p:nvCxnSpPr>
          <p:cNvPr id="31" name="Connector 6">
            <a:extLst>
              <a:ext uri="{FF2B5EF4-FFF2-40B4-BE49-F238E27FC236}">
                <a16:creationId xmlns:a16="http://schemas.microsoft.com/office/drawing/2014/main" id="{E70CCE24-14BA-FF63-3110-5D93D96F1C47}"/>
              </a:ext>
            </a:extLst>
          </p:cNvPr>
          <p:cNvCxnSpPr>
            <a:cxnSpLocks/>
          </p:cNvCxnSpPr>
          <p:nvPr/>
        </p:nvCxnSpPr>
        <p:spPr>
          <a:xfrm>
            <a:off x="554736" y="5929133"/>
            <a:ext cx="3586490"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7017090E-B333-5DF9-48BD-3D4C29F8A0B4}"/>
              </a:ext>
            </a:extLst>
          </p:cNvPr>
          <p:cNvSpPr txBox="1"/>
          <p:nvPr/>
        </p:nvSpPr>
        <p:spPr>
          <a:xfrm>
            <a:off x="4309136" y="4901547"/>
            <a:ext cx="3580109" cy="635110"/>
          </a:xfrm>
          <a:prstGeom prst="rect">
            <a:avLst/>
          </a:prstGeom>
          <a:noFill/>
        </p:spPr>
        <p:txBody>
          <a:bodyPr vert="horz" wrap="square" lIns="0" tIns="0" rIns="0" bIns="0">
            <a:spAutoFit/>
          </a:bodyPr>
          <a:lstStyle/>
          <a:p>
            <a:pPr>
              <a:lnSpc>
                <a:spcPct val="105000"/>
              </a:lnSpc>
            </a:pPr>
            <a:r>
              <a:rPr lang="en-US" sz="1000">
                <a:solidFill>
                  <a:schemeClr val="dk1"/>
                </a:solidFill>
                <a:latin typeface="+mn-lt"/>
              </a:rPr>
              <a:t>Most banks know roughly where they want their architecture to go; the harder part is sequencing and funding the journey without disrupting the business. A phased path turns a large ambition into manageable steps that each deliver value.</a:t>
            </a:r>
            <a:endParaRPr sz="1000" dirty="0">
              <a:solidFill>
                <a:schemeClr val="dk1"/>
              </a:solidFill>
              <a:latin typeface="+mn-lt"/>
            </a:endParaRPr>
          </a:p>
        </p:txBody>
      </p:sp>
      <p:sp>
        <p:nvSpPr>
          <p:cNvPr id="33" name="TextBox 32">
            <a:extLst>
              <a:ext uri="{FF2B5EF4-FFF2-40B4-BE49-F238E27FC236}">
                <a16:creationId xmlns:a16="http://schemas.microsoft.com/office/drawing/2014/main" id="{0E9E805C-C3EF-E125-0622-CB627248F196}"/>
              </a:ext>
            </a:extLst>
          </p:cNvPr>
          <p:cNvSpPr txBox="1"/>
          <p:nvPr/>
        </p:nvSpPr>
        <p:spPr>
          <a:xfrm>
            <a:off x="4309136" y="5974123"/>
            <a:ext cx="3580109" cy="374398"/>
          </a:xfrm>
          <a:prstGeom prst="rect">
            <a:avLst/>
          </a:prstGeom>
          <a:noFill/>
        </p:spPr>
        <p:txBody>
          <a:bodyPr vert="horz"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sz="1200">
                <a:solidFill>
                  <a:schemeClr val="tx1"/>
                </a:solidFill>
              </a:rPr>
              <a:t>How do we sequence and fund modernisation without stalling delivery?</a:t>
            </a:r>
          </a:p>
        </p:txBody>
      </p:sp>
      <p:cxnSp>
        <p:nvCxnSpPr>
          <p:cNvPr id="34" name="Connector 10">
            <a:extLst>
              <a:ext uri="{FF2B5EF4-FFF2-40B4-BE49-F238E27FC236}">
                <a16:creationId xmlns:a16="http://schemas.microsoft.com/office/drawing/2014/main" id="{209ACABB-989D-8506-BA9E-64DC4D5793E6}"/>
              </a:ext>
            </a:extLst>
          </p:cNvPr>
          <p:cNvCxnSpPr/>
          <p:nvPr/>
        </p:nvCxnSpPr>
        <p:spPr>
          <a:xfrm>
            <a:off x="4302755" y="5929133"/>
            <a:ext cx="3573729"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A22843C1-34B9-6D5D-6842-103001D9184A}"/>
              </a:ext>
            </a:extLst>
          </p:cNvPr>
          <p:cNvSpPr txBox="1"/>
          <p:nvPr/>
        </p:nvSpPr>
        <p:spPr>
          <a:xfrm>
            <a:off x="8050774" y="4901547"/>
            <a:ext cx="3586490" cy="635110"/>
          </a:xfrm>
          <a:prstGeom prst="rect">
            <a:avLst/>
          </a:prstGeom>
          <a:noFill/>
        </p:spPr>
        <p:txBody>
          <a:bodyPr vert="horz" wrap="square" lIns="0" tIns="0" rIns="0" bIns="0">
            <a:spAutoFit/>
          </a:bodyPr>
          <a:lstStyle/>
          <a:p>
            <a:pPr>
              <a:lnSpc>
                <a:spcPct val="105000"/>
              </a:lnSpc>
            </a:pPr>
            <a:r>
              <a:rPr lang="en-US" sz="1000">
                <a:solidFill>
                  <a:schemeClr val="dk1"/>
                </a:solidFill>
                <a:latin typeface="+mn-lt"/>
              </a:rPr>
              <a:t>Real-time payments, live insight and AI all depend on clean, well-owned data and systems that share events as they happen. Getting these foundations right is what makes such capabilities practical rather than aspirational.</a:t>
            </a:r>
            <a:endParaRPr sz="1000" dirty="0">
              <a:solidFill>
                <a:schemeClr val="dk1"/>
              </a:solidFill>
              <a:latin typeface="+mn-lt"/>
            </a:endParaRPr>
          </a:p>
        </p:txBody>
      </p:sp>
      <p:sp>
        <p:nvSpPr>
          <p:cNvPr id="36" name="TextBox 35">
            <a:extLst>
              <a:ext uri="{FF2B5EF4-FFF2-40B4-BE49-F238E27FC236}">
                <a16:creationId xmlns:a16="http://schemas.microsoft.com/office/drawing/2014/main" id="{184E7998-14DF-020F-D096-415AB3604FB5}"/>
              </a:ext>
            </a:extLst>
          </p:cNvPr>
          <p:cNvSpPr txBox="1">
            <a:spLocks/>
          </p:cNvSpPr>
          <p:nvPr/>
        </p:nvSpPr>
        <p:spPr>
          <a:xfrm>
            <a:off x="554736" y="4573807"/>
            <a:ext cx="3586490" cy="215444"/>
          </a:xfrm>
          <a:prstGeom prst="rect">
            <a:avLst/>
          </a:prstGeom>
          <a:noFill/>
        </p:spPr>
        <p:txBody>
          <a:bodyPr vert="horz" wrap="square" lIns="0" tIns="0" rIns="0" bIns="0" anchor="b">
            <a:spAutoFit/>
          </a:bodyPr>
          <a:lstStyle>
            <a:defPPr>
              <a:defRPr lang="en-US"/>
            </a:defPPr>
            <a:lvl1pPr>
              <a:defRPr sz="1400" b="1">
                <a:solidFill>
                  <a:schemeClr val="dk1"/>
                </a:solidFill>
              </a:defRPr>
            </a:lvl1pPr>
          </a:lstStyle>
          <a:p>
            <a:r>
              <a:rPr lang="en-US"/>
              <a:t>One trusted source of data</a:t>
            </a:r>
            <a:endParaRPr/>
          </a:p>
        </p:txBody>
      </p:sp>
      <p:cxnSp>
        <p:nvCxnSpPr>
          <p:cNvPr id="37" name="Connector 6">
            <a:extLst>
              <a:ext uri="{FF2B5EF4-FFF2-40B4-BE49-F238E27FC236}">
                <a16:creationId xmlns:a16="http://schemas.microsoft.com/office/drawing/2014/main" id="{A6644451-B2A8-4DF1-1490-620362E15240}"/>
              </a:ext>
            </a:extLst>
          </p:cNvPr>
          <p:cNvCxnSpPr>
            <a:cxnSpLocks/>
          </p:cNvCxnSpPr>
          <p:nvPr/>
        </p:nvCxnSpPr>
        <p:spPr>
          <a:xfrm>
            <a:off x="554736" y="4824586"/>
            <a:ext cx="3586490"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DDF820A-92C0-90F5-D5A1-0357554CCA03}"/>
              </a:ext>
            </a:extLst>
          </p:cNvPr>
          <p:cNvSpPr txBox="1"/>
          <p:nvPr/>
        </p:nvSpPr>
        <p:spPr>
          <a:xfrm>
            <a:off x="4309136" y="4573807"/>
            <a:ext cx="3580109" cy="215444"/>
          </a:xfrm>
          <a:prstGeom prst="rect">
            <a:avLst/>
          </a:prstGeom>
          <a:noFill/>
        </p:spPr>
        <p:txBody>
          <a:bodyPr vert="horz" wrap="square" lIns="0" tIns="0" rIns="0" bIns="0" anchor="b">
            <a:spAutoFit/>
          </a:bodyPr>
          <a:lstStyle>
            <a:defPPr>
              <a:defRPr lang="en-US"/>
            </a:defPPr>
            <a:lvl1pPr>
              <a:defRPr sz="1400" b="1">
                <a:solidFill>
                  <a:schemeClr val="dk1"/>
                </a:solidFill>
              </a:defRPr>
            </a:lvl1pPr>
          </a:lstStyle>
          <a:p>
            <a:r>
              <a:rPr lang="en-US"/>
              <a:t>A clear, funded path to the target</a:t>
            </a:r>
            <a:endParaRPr dirty="0"/>
          </a:p>
        </p:txBody>
      </p:sp>
      <p:cxnSp>
        <p:nvCxnSpPr>
          <p:cNvPr id="39" name="Connector 10">
            <a:extLst>
              <a:ext uri="{FF2B5EF4-FFF2-40B4-BE49-F238E27FC236}">
                <a16:creationId xmlns:a16="http://schemas.microsoft.com/office/drawing/2014/main" id="{8C495A7B-30ED-BEF6-028A-1192C1723606}"/>
              </a:ext>
            </a:extLst>
          </p:cNvPr>
          <p:cNvCxnSpPr>
            <a:cxnSpLocks/>
          </p:cNvCxnSpPr>
          <p:nvPr/>
        </p:nvCxnSpPr>
        <p:spPr>
          <a:xfrm>
            <a:off x="4302755" y="4824586"/>
            <a:ext cx="3573729"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B4B545E8-36AC-4ED4-B0DE-139A0E537136}"/>
              </a:ext>
            </a:extLst>
          </p:cNvPr>
          <p:cNvSpPr txBox="1"/>
          <p:nvPr/>
        </p:nvSpPr>
        <p:spPr>
          <a:xfrm>
            <a:off x="8050774" y="4573807"/>
            <a:ext cx="3586490" cy="215444"/>
          </a:xfrm>
          <a:prstGeom prst="rect">
            <a:avLst/>
          </a:prstGeom>
          <a:noFill/>
        </p:spPr>
        <p:txBody>
          <a:bodyPr vert="horz" wrap="square" lIns="0" tIns="0" rIns="0" bIns="0" anchor="b">
            <a:spAutoFit/>
          </a:bodyPr>
          <a:lstStyle>
            <a:defPPr>
              <a:defRPr lang="en-US"/>
            </a:defPPr>
            <a:lvl1pPr>
              <a:defRPr sz="1400" b="1">
                <a:solidFill>
                  <a:schemeClr val="dk1"/>
                </a:solidFill>
              </a:defRPr>
            </a:lvl1pPr>
          </a:lstStyle>
          <a:p>
            <a:r>
              <a:rPr lang="en-US"/>
              <a:t>Built for real-time and AI</a:t>
            </a:r>
            <a:endParaRPr dirty="0"/>
          </a:p>
        </p:txBody>
      </p:sp>
      <p:cxnSp>
        <p:nvCxnSpPr>
          <p:cNvPr id="41" name="Connector 14">
            <a:extLst>
              <a:ext uri="{FF2B5EF4-FFF2-40B4-BE49-F238E27FC236}">
                <a16:creationId xmlns:a16="http://schemas.microsoft.com/office/drawing/2014/main" id="{05C4409D-D9EB-BA3D-496B-C78A8ACD2007}"/>
              </a:ext>
            </a:extLst>
          </p:cNvPr>
          <p:cNvCxnSpPr>
            <a:cxnSpLocks/>
          </p:cNvCxnSpPr>
          <p:nvPr/>
        </p:nvCxnSpPr>
        <p:spPr>
          <a:xfrm>
            <a:off x="8050775" y="4824586"/>
            <a:ext cx="3580099" cy="0"/>
          </a:xfrm>
          <a:prstGeom prst="line">
            <a:avLst/>
          </a:prstGeom>
          <a:ln w="6350">
            <a:solidFill>
              <a:srgbClr val="757575"/>
            </a:solidFill>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DF104651-04E9-2366-F421-308E16739396}"/>
              </a:ext>
            </a:extLst>
          </p:cNvPr>
          <p:cNvSpPr txBox="1"/>
          <p:nvPr/>
        </p:nvSpPr>
        <p:spPr>
          <a:xfrm>
            <a:off x="8050774" y="5974123"/>
            <a:ext cx="3586490" cy="180499"/>
          </a:xfrm>
          <a:prstGeom prst="rect">
            <a:avLst/>
          </a:prstGeom>
          <a:noFill/>
        </p:spPr>
        <p:txBody>
          <a:bodyPr vert="horz" wrap="square" lIns="0" tIns="0" rIns="0" bIns="0">
            <a:spAutoFit/>
          </a:bodyPr>
          <a:lstStyle>
            <a:defPPr>
              <a:defRPr lang="en-US"/>
            </a:defPPr>
            <a:lvl1pPr>
              <a:lnSpc>
                <a:spcPct val="105000"/>
              </a:lnSpc>
              <a:spcBef>
                <a:spcPts val="600"/>
              </a:spcBef>
              <a:defRPr sz="1000" b="1">
                <a:solidFill>
                  <a:schemeClr val="accent1"/>
                </a:solidFill>
              </a:defRPr>
            </a:lvl1pPr>
          </a:lstStyle>
          <a:p>
            <a:pPr>
              <a:buClr>
                <a:schemeClr val="tx1"/>
              </a:buClr>
            </a:pPr>
            <a:r>
              <a:rPr lang="en-US" sz="1200">
                <a:solidFill>
                  <a:schemeClr val="tx1"/>
                </a:solidFill>
              </a:rPr>
              <a:t>Is our foundation ready for real-time and AI?</a:t>
            </a:r>
            <a:endParaRPr lang="en-US" sz="1200" dirty="0">
              <a:solidFill>
                <a:schemeClr val="tx1"/>
              </a:solidFill>
            </a:endParaRPr>
          </a:p>
        </p:txBody>
      </p:sp>
      <p:cxnSp>
        <p:nvCxnSpPr>
          <p:cNvPr id="43" name="Connector 14">
            <a:extLst>
              <a:ext uri="{FF2B5EF4-FFF2-40B4-BE49-F238E27FC236}">
                <a16:creationId xmlns:a16="http://schemas.microsoft.com/office/drawing/2014/main" id="{14E4DE99-61C1-1C96-9CAE-88CFD0C815BF}"/>
              </a:ext>
            </a:extLst>
          </p:cNvPr>
          <p:cNvCxnSpPr/>
          <p:nvPr/>
        </p:nvCxnSpPr>
        <p:spPr>
          <a:xfrm>
            <a:off x="8050775" y="5929133"/>
            <a:ext cx="3580099" cy="0"/>
          </a:xfrm>
          <a:prstGeom prst="line">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45" name="CustomIcon">
            <a:extLst>
              <a:ext uri="{FF2B5EF4-FFF2-40B4-BE49-F238E27FC236}">
                <a16:creationId xmlns:a16="http://schemas.microsoft.com/office/drawing/2014/main" id="{B3FFCB8E-B1D5-7F2E-15E6-BC23C1C9405F}"/>
              </a:ext>
            </a:extLst>
          </p:cNvPr>
          <p:cNvPicPr>
            <a:picLocks noChangeAspect="1"/>
          </p:cNvPicPr>
          <p:nvPr>
            <p:custDataLst>
              <p:tags r:id="rId3"/>
            </p:custDataLst>
          </p:nvPr>
        </p:nvPicPr>
        <p:blipFill>
          <a:blip>
            <a:extLst>
              <a:ext uri="{96DAC541-7B7A-43D3-8B79-37D633B846F1}">
                <asvg:svgBlip xmlns:asvg="http://schemas.microsoft.com/office/drawing/2016/SVG/main" r:embed="rId12"/>
              </a:ext>
            </a:extLst>
          </a:blip>
          <a:stretch>
            <a:fillRect/>
          </a:stretch>
        </p:blipFill>
        <p:spPr>
          <a:xfrm>
            <a:off x="8050775" y="4199369"/>
            <a:ext cx="318247" cy="318247"/>
          </a:xfrm>
          <a:prstGeom prst="rect">
            <a:avLst/>
          </a:prstGeom>
        </p:spPr>
      </p:pic>
      <p:pic>
        <p:nvPicPr>
          <p:cNvPr id="55" name="CustomIcon">
            <a:extLst>
              <a:ext uri="{FF2B5EF4-FFF2-40B4-BE49-F238E27FC236}">
                <a16:creationId xmlns:a16="http://schemas.microsoft.com/office/drawing/2014/main" id="{9C071DCA-384F-F915-B767-1F659F372A2B}"/>
              </a:ext>
            </a:extLst>
          </p:cNvPr>
          <p:cNvPicPr>
            <a:picLocks/>
          </p:cNvPicPr>
          <p:nvPr>
            <p:custDataLst>
              <p:tags r:id="rId4"/>
            </p:custDataLst>
          </p:nvPr>
        </p:nvPicPr>
        <p:blipFill>
          <a:blip>
            <a:extLst>
              <a:ext uri="{96DAC541-7B7A-43D3-8B79-37D633B846F1}">
                <asvg:svgBlip xmlns:asvg="http://schemas.microsoft.com/office/drawing/2016/SVG/main" r:embed="rId13"/>
              </a:ext>
            </a:extLst>
          </a:blip>
          <a:stretch>
            <a:fillRect/>
          </a:stretch>
        </p:blipFill>
        <p:spPr>
          <a:xfrm>
            <a:off x="8050774" y="1780414"/>
            <a:ext cx="318247" cy="318247"/>
          </a:xfrm>
          <a:prstGeom prst="rect">
            <a:avLst/>
          </a:prstGeom>
        </p:spPr>
      </p:pic>
      <p:pic>
        <p:nvPicPr>
          <p:cNvPr id="57" name="CustomIcon">
            <a:extLst>
              <a:ext uri="{FF2B5EF4-FFF2-40B4-BE49-F238E27FC236}">
                <a16:creationId xmlns:a16="http://schemas.microsoft.com/office/drawing/2014/main" id="{F6B2C2D7-34B6-E0E7-7AB8-0C1E7F60CA34}"/>
              </a:ext>
            </a:extLst>
          </p:cNvPr>
          <p:cNvPicPr>
            <a:picLocks/>
          </p:cNvPicPr>
          <p:nvPr>
            <p:custDataLst>
              <p:tags r:id="rId5"/>
            </p:custDataLst>
          </p:nvPr>
        </p:nvPicPr>
        <p:blipFill>
          <a:blip>
            <a:extLst>
              <a:ext uri="{96DAC541-7B7A-43D3-8B79-37D633B846F1}">
                <asvg:svgBlip xmlns:asvg="http://schemas.microsoft.com/office/drawing/2016/SVG/main" r:embed="rId14"/>
              </a:ext>
            </a:extLst>
          </a:blip>
          <a:stretch>
            <a:fillRect/>
          </a:stretch>
        </p:blipFill>
        <p:spPr>
          <a:xfrm>
            <a:off x="554736" y="1780414"/>
            <a:ext cx="318247" cy="318247"/>
          </a:xfrm>
          <a:prstGeom prst="rect">
            <a:avLst/>
          </a:prstGeom>
        </p:spPr>
      </p:pic>
      <p:pic>
        <p:nvPicPr>
          <p:cNvPr id="59" name="CustomIcon">
            <a:extLst>
              <a:ext uri="{FF2B5EF4-FFF2-40B4-BE49-F238E27FC236}">
                <a16:creationId xmlns:a16="http://schemas.microsoft.com/office/drawing/2014/main" id="{126B9F04-2AEA-6881-F8F5-4B115485645C}"/>
              </a:ext>
            </a:extLst>
          </p:cNvPr>
          <p:cNvPicPr>
            <a:picLocks/>
          </p:cNvPicPr>
          <p:nvPr>
            <p:custDataLst>
              <p:tags r:id="rId6"/>
            </p:custDataLst>
          </p:nvPr>
        </p:nvPicPr>
        <p:blipFill>
          <a:blip>
            <a:extLst>
              <a:ext uri="{96DAC541-7B7A-43D3-8B79-37D633B846F1}">
                <asvg:svgBlip xmlns:asvg="http://schemas.microsoft.com/office/drawing/2016/SVG/main" r:embed="rId15"/>
              </a:ext>
            </a:extLst>
          </a:blip>
          <a:stretch>
            <a:fillRect/>
          </a:stretch>
        </p:blipFill>
        <p:spPr>
          <a:xfrm>
            <a:off x="4309136" y="1780414"/>
            <a:ext cx="318247" cy="318247"/>
          </a:xfrm>
          <a:prstGeom prst="rect">
            <a:avLst/>
          </a:prstGeom>
        </p:spPr>
      </p:pic>
      <p:pic>
        <p:nvPicPr>
          <p:cNvPr id="61" name="CustomIcon">
            <a:extLst>
              <a:ext uri="{FF2B5EF4-FFF2-40B4-BE49-F238E27FC236}">
                <a16:creationId xmlns:a16="http://schemas.microsoft.com/office/drawing/2014/main" id="{401E9FFB-513B-1A26-3AB3-8B836EB0B677}"/>
              </a:ext>
            </a:extLst>
          </p:cNvPr>
          <p:cNvPicPr>
            <a:picLocks/>
          </p:cNvPicPr>
          <p:nvPr>
            <p:custDataLst>
              <p:tags r:id="rId7"/>
            </p:custDataLst>
          </p:nvPr>
        </p:nvPicPr>
        <p:blipFill>
          <a:blip>
            <a:extLst>
              <a:ext uri="{96DAC541-7B7A-43D3-8B79-37D633B846F1}">
                <asvg:svgBlip xmlns:asvg="http://schemas.microsoft.com/office/drawing/2016/SVG/main" r:embed="rId16"/>
              </a:ext>
            </a:extLst>
          </a:blip>
          <a:stretch>
            <a:fillRect/>
          </a:stretch>
        </p:blipFill>
        <p:spPr>
          <a:xfrm>
            <a:off x="4309136" y="4199369"/>
            <a:ext cx="318247" cy="318247"/>
          </a:xfrm>
          <a:prstGeom prst="rect">
            <a:avLst/>
          </a:prstGeom>
        </p:spPr>
      </p:pic>
      <p:pic>
        <p:nvPicPr>
          <p:cNvPr id="63" name="CustomIcon">
            <a:extLst>
              <a:ext uri="{FF2B5EF4-FFF2-40B4-BE49-F238E27FC236}">
                <a16:creationId xmlns:a16="http://schemas.microsoft.com/office/drawing/2014/main" id="{FBA4A9F7-BAC1-D875-6E74-2FEC42C2E824}"/>
              </a:ext>
            </a:extLst>
          </p:cNvPr>
          <p:cNvPicPr>
            <a:picLocks/>
          </p:cNvPicPr>
          <p:nvPr>
            <p:custDataLst>
              <p:tags r:id="rId8"/>
            </p:custDataLst>
          </p:nvPr>
        </p:nvPicPr>
        <p:blipFill>
          <a:blip>
            <a:extLst>
              <a:ext uri="{96DAC541-7B7A-43D3-8B79-37D633B846F1}">
                <asvg:svgBlip xmlns:asvg="http://schemas.microsoft.com/office/drawing/2016/SVG/main" r:embed="rId17"/>
              </a:ext>
            </a:extLst>
          </a:blip>
          <a:stretch>
            <a:fillRect/>
          </a:stretch>
        </p:blipFill>
        <p:spPr>
          <a:xfrm>
            <a:off x="554736" y="4199369"/>
            <a:ext cx="318247" cy="318247"/>
          </a:xfrm>
          <a:prstGeom prst="rect">
            <a:avLst/>
          </a:prstGeom>
        </p:spPr>
      </p:pic>
      <p:sp>
        <p:nvSpPr>
          <p:cNvPr id="47" name="Text Placeholder 46">
            <a:extLst>
              <a:ext uri="{FF2B5EF4-FFF2-40B4-BE49-F238E27FC236}">
                <a16:creationId xmlns:a16="http://schemas.microsoft.com/office/drawing/2014/main" id="{4D94DCC4-9719-F137-6F13-CBEFA530910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40479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30F3A-A09C-9264-3E32-1227876AEF11}"/>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B508A005-C4B6-FE42-914D-33DE4C91AD8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6" progId="TCLayout.ActiveDocument.1">
                  <p:embed/>
                </p:oleObj>
              </mc:Choice>
              <mc:Fallback>
                <p:oleObj name="think-cell Slide" r:id="rId7" imgW="484" imgH="486" progId="TCLayout.ActiveDocument.1">
                  <p:embed/>
                  <p:pic>
                    <p:nvPicPr>
                      <p:cNvPr id="5" name="Object 2" hidden="1">
                        <a:extLst>
                          <a:ext uri="{FF2B5EF4-FFF2-40B4-BE49-F238E27FC236}">
                            <a16:creationId xmlns:a16="http://schemas.microsoft.com/office/drawing/2014/main" id="{B508A005-C4B6-FE42-914D-33DE4C91AD8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E28D5E0-B62F-5BDA-FC33-D7B6C1A127F0}"/>
              </a:ext>
            </a:extLst>
          </p:cNvPr>
          <p:cNvSpPr>
            <a:spLocks noGrp="1"/>
          </p:cNvSpPr>
          <p:nvPr>
            <p:ph type="title"/>
            <p:custDataLst>
              <p:tags r:id="rId3"/>
            </p:custDataLst>
          </p:nvPr>
        </p:nvSpPr>
        <p:spPr/>
        <p:txBody>
          <a:bodyPr vert="horz">
            <a:noAutofit/>
          </a:bodyPr>
          <a:lstStyle/>
          <a:p>
            <a:r>
              <a:rPr lang="en-US" dirty="0"/>
              <a:t>Three archetypes differ in terms of flexibility, ability to scale quickly, third-party integration, cost and complexity among others </a:t>
            </a:r>
            <a:endParaRPr lang="sv-SE" dirty="0"/>
          </a:p>
        </p:txBody>
      </p:sp>
      <p:sp>
        <p:nvSpPr>
          <p:cNvPr id="9" name="Text Placeholder 8">
            <a:extLst>
              <a:ext uri="{FF2B5EF4-FFF2-40B4-BE49-F238E27FC236}">
                <a16:creationId xmlns:a16="http://schemas.microsoft.com/office/drawing/2014/main" id="{A36475A0-E27A-6D1B-0F55-66928E6F4558}"/>
              </a:ext>
            </a:extLst>
          </p:cNvPr>
          <p:cNvSpPr>
            <a:spLocks noGrp="1"/>
          </p:cNvSpPr>
          <p:nvPr>
            <p:ph type="body" sz="quarter" idx="10"/>
          </p:nvPr>
        </p:nvSpPr>
        <p:spPr/>
        <p:txBody>
          <a:bodyPr/>
          <a:lstStyle/>
          <a:p>
            <a:r>
              <a:rPr lang="en-US"/>
              <a:t>Expected benefits from migrating to a thin core platform</a:t>
            </a:r>
          </a:p>
        </p:txBody>
      </p:sp>
      <p:grpSp>
        <p:nvGrpSpPr>
          <p:cNvPr id="14" name="sticker">
            <a:extLst>
              <a:ext uri="{FF2B5EF4-FFF2-40B4-BE49-F238E27FC236}">
                <a16:creationId xmlns:a16="http://schemas.microsoft.com/office/drawing/2014/main" id="{776D282A-4D02-50AC-0290-3AFA858B562E}"/>
              </a:ext>
            </a:extLst>
          </p:cNvPr>
          <p:cNvGrpSpPr/>
          <p:nvPr/>
        </p:nvGrpSpPr>
        <p:grpSpPr>
          <a:xfrm>
            <a:off x="558192" y="1017496"/>
            <a:ext cx="654025" cy="156966"/>
            <a:chOff x="558192" y="1289273"/>
            <a:chExt cx="654025" cy="156966"/>
          </a:xfrm>
        </p:grpSpPr>
        <p:sp>
          <p:nvSpPr>
            <p:cNvPr id="12" name="StickerRectangle">
              <a:extLst>
                <a:ext uri="{FF2B5EF4-FFF2-40B4-BE49-F238E27FC236}">
                  <a16:creationId xmlns:a16="http://schemas.microsoft.com/office/drawing/2014/main" id="{5A4433D8-4BBA-A993-24B7-D3E2AF004815}"/>
                </a:ext>
              </a:extLst>
            </p:cNvPr>
            <p:cNvSpPr>
              <a:spLocks noChangeArrowheads="1"/>
            </p:cNvSpPr>
            <p:nvPr userDrawn="1"/>
          </p:nvSpPr>
          <p:spPr bwMode="gray">
            <a:xfrm>
              <a:off x="558192" y="1289273"/>
              <a:ext cx="654025"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Illustrative</a:t>
              </a:r>
              <a:endParaRPr lang="en-US" sz="800" baseline="0">
                <a:solidFill>
                  <a:schemeClr val="tx1"/>
                </a:solidFill>
                <a:latin typeface="+mn-lt"/>
                <a:ea typeface="+mn-ea"/>
              </a:endParaRPr>
            </a:p>
          </p:txBody>
        </p:sp>
        <p:cxnSp>
          <p:nvCxnSpPr>
            <p:cNvPr id="13" name="StickerUnderline">
              <a:extLst>
                <a:ext uri="{FF2B5EF4-FFF2-40B4-BE49-F238E27FC236}">
                  <a16:creationId xmlns:a16="http://schemas.microsoft.com/office/drawing/2014/main" id="{49B45FC6-8C0E-B282-BD83-4E174A1A7B90}"/>
                </a:ext>
              </a:extLst>
            </p:cNvPr>
            <p:cNvCxnSpPr>
              <a:cxnSpLocks noChangeShapeType="1"/>
              <a:stCxn id="12" idx="4"/>
              <a:endCxn id="12" idx="6"/>
            </p:cNvCxnSpPr>
            <p:nvPr/>
          </p:nvCxnSpPr>
          <p:spPr bwMode="gray">
            <a:xfrm>
              <a:off x="558192" y="1446239"/>
              <a:ext cx="654025"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8" name="sticker">
            <a:extLst>
              <a:ext uri="{FF2B5EF4-FFF2-40B4-BE49-F238E27FC236}">
                <a16:creationId xmlns:a16="http://schemas.microsoft.com/office/drawing/2014/main" id="{24659F05-697B-11E3-B388-DD248B25D5AC}"/>
              </a:ext>
            </a:extLst>
          </p:cNvPr>
          <p:cNvGrpSpPr/>
          <p:nvPr/>
        </p:nvGrpSpPr>
        <p:grpSpPr>
          <a:xfrm>
            <a:off x="1561492" y="1017496"/>
            <a:ext cx="698909" cy="156966"/>
            <a:chOff x="558192" y="1289273"/>
            <a:chExt cx="698909" cy="156966"/>
          </a:xfrm>
        </p:grpSpPr>
        <p:sp>
          <p:nvSpPr>
            <p:cNvPr id="16" name="StickerRectangle">
              <a:extLst>
                <a:ext uri="{FF2B5EF4-FFF2-40B4-BE49-F238E27FC236}">
                  <a16:creationId xmlns:a16="http://schemas.microsoft.com/office/drawing/2014/main" id="{FB5C0B7E-2974-FA04-0819-E790D93C5F92}"/>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17" name="StickerUnderline">
              <a:extLst>
                <a:ext uri="{FF2B5EF4-FFF2-40B4-BE49-F238E27FC236}">
                  <a16:creationId xmlns:a16="http://schemas.microsoft.com/office/drawing/2014/main" id="{5A8D61D9-FF62-4A30-BA00-D38A9B7CCEEC}"/>
                </a:ext>
              </a:extLst>
            </p:cNvPr>
            <p:cNvCxnSpPr>
              <a:cxnSpLocks noChangeShapeType="1"/>
              <a:stCxn id="16" idx="4"/>
              <a:endCxn id="16"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19" name="5. Source">
            <a:extLst>
              <a:ext uri="{FF2B5EF4-FFF2-40B4-BE49-F238E27FC236}">
                <a16:creationId xmlns:a16="http://schemas.microsoft.com/office/drawing/2014/main" id="{BE3E76C9-E95C-613D-85E7-FFC14F50E911}"/>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Industry experts’ interviews, McKinsey analysis</a:t>
            </a:r>
          </a:p>
        </p:txBody>
      </p:sp>
      <p:sp>
        <p:nvSpPr>
          <p:cNvPr id="20" name="4. Footnote">
            <a:extLst>
              <a:ext uri="{FF2B5EF4-FFF2-40B4-BE49-F238E27FC236}">
                <a16:creationId xmlns:a16="http://schemas.microsoft.com/office/drawing/2014/main" id="{ED6F3106-B12F-1FF7-7F7A-C21CDA65F78B}"/>
              </a:ext>
            </a:extLst>
          </p:cNvPr>
          <p:cNvSpPr txBox="1"/>
          <p:nvPr>
            <p:custDataLst>
              <p:tags r:id="rId5"/>
            </p:custDataLst>
          </p:nvPr>
        </p:nvSpPr>
        <p:spPr>
          <a:xfrm>
            <a:off x="553972" y="6279028"/>
            <a:ext cx="7278624"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1.	Both core and its surrounds</a:t>
            </a:r>
          </a:p>
        </p:txBody>
      </p:sp>
      <p:sp>
        <p:nvSpPr>
          <p:cNvPr id="24" name="TextBox 23">
            <a:extLst>
              <a:ext uri="{FF2B5EF4-FFF2-40B4-BE49-F238E27FC236}">
                <a16:creationId xmlns:a16="http://schemas.microsoft.com/office/drawing/2014/main" id="{2275D7DD-E328-98A2-F79D-A984A1845336}"/>
              </a:ext>
            </a:extLst>
          </p:cNvPr>
          <p:cNvSpPr txBox="1">
            <a:spLocks/>
          </p:cNvSpPr>
          <p:nvPr/>
        </p:nvSpPr>
        <p:spPr>
          <a:xfrm>
            <a:off x="554736" y="1979104"/>
            <a:ext cx="2556109" cy="492443"/>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Decision factors driving banking tech strategy</a:t>
            </a:r>
            <a:endParaRPr lang="en-US" b="1" dirty="0"/>
          </a:p>
        </p:txBody>
      </p:sp>
      <p:sp>
        <p:nvSpPr>
          <p:cNvPr id="25" name="TextBox 24">
            <a:extLst>
              <a:ext uri="{FF2B5EF4-FFF2-40B4-BE49-F238E27FC236}">
                <a16:creationId xmlns:a16="http://schemas.microsoft.com/office/drawing/2014/main" id="{8CBA834E-06DC-7D91-9F4D-451A47212536}"/>
              </a:ext>
            </a:extLst>
          </p:cNvPr>
          <p:cNvSpPr txBox="1">
            <a:spLocks/>
          </p:cNvSpPr>
          <p:nvPr/>
        </p:nvSpPr>
        <p:spPr>
          <a:xfrm>
            <a:off x="3275772" y="2225326"/>
            <a:ext cx="2677213" cy="246221"/>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1. Thick monolithic core</a:t>
            </a:r>
          </a:p>
        </p:txBody>
      </p:sp>
      <p:sp>
        <p:nvSpPr>
          <p:cNvPr id="26" name="TextBox 25">
            <a:extLst>
              <a:ext uri="{FF2B5EF4-FFF2-40B4-BE49-F238E27FC236}">
                <a16:creationId xmlns:a16="http://schemas.microsoft.com/office/drawing/2014/main" id="{EC978A1B-D08A-ADC0-55D5-56135637FF27}"/>
              </a:ext>
            </a:extLst>
          </p:cNvPr>
          <p:cNvSpPr txBox="1"/>
          <p:nvPr/>
        </p:nvSpPr>
        <p:spPr>
          <a:xfrm>
            <a:off x="6117912" y="1732883"/>
            <a:ext cx="2677213" cy="73866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2. Hybrid core (specific capabilities moved from thick core to surrounds)</a:t>
            </a:r>
          </a:p>
        </p:txBody>
      </p:sp>
      <p:sp>
        <p:nvSpPr>
          <p:cNvPr id="27" name="TextBox 26">
            <a:extLst>
              <a:ext uri="{FF2B5EF4-FFF2-40B4-BE49-F238E27FC236}">
                <a16:creationId xmlns:a16="http://schemas.microsoft.com/office/drawing/2014/main" id="{75A629E8-A84D-EEAE-9A13-2793811B2CEC}"/>
              </a:ext>
            </a:extLst>
          </p:cNvPr>
          <p:cNvSpPr txBox="1"/>
          <p:nvPr/>
        </p:nvSpPr>
        <p:spPr>
          <a:xfrm>
            <a:off x="8960051" y="1979105"/>
            <a:ext cx="2677213" cy="492443"/>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3. Thin decentralized core with data integration layers</a:t>
            </a:r>
          </a:p>
        </p:txBody>
      </p:sp>
      <p:cxnSp>
        <p:nvCxnSpPr>
          <p:cNvPr id="30" name="Straight Connector 29">
            <a:extLst>
              <a:ext uri="{FF2B5EF4-FFF2-40B4-BE49-F238E27FC236}">
                <a16:creationId xmlns:a16="http://schemas.microsoft.com/office/drawing/2014/main" id="{C4192D08-D547-D1EF-F548-3590B152228E}"/>
              </a:ext>
            </a:extLst>
          </p:cNvPr>
          <p:cNvCxnSpPr>
            <a:cxnSpLocks/>
          </p:cNvCxnSpPr>
          <p:nvPr/>
        </p:nvCxnSpPr>
        <p:spPr>
          <a:xfrm>
            <a:off x="554736" y="2519173"/>
            <a:ext cx="11082528"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object 9">
            <a:extLst>
              <a:ext uri="{FF2B5EF4-FFF2-40B4-BE49-F238E27FC236}">
                <a16:creationId xmlns:a16="http://schemas.microsoft.com/office/drawing/2014/main" id="{862F70E8-C29A-F9A9-F33F-79D4204908DD}"/>
              </a:ext>
            </a:extLst>
          </p:cNvPr>
          <p:cNvSpPr/>
          <p:nvPr/>
        </p:nvSpPr>
        <p:spPr>
          <a:xfrm>
            <a:off x="3275772" y="1447414"/>
            <a:ext cx="8361491" cy="266700"/>
          </a:xfrm>
          <a:custGeom>
            <a:avLst/>
            <a:gdLst/>
            <a:ahLst/>
            <a:cxnLst/>
            <a:rect l="l" t="t" r="r" b="b"/>
            <a:pathLst>
              <a:path w="8709660" h="266700">
                <a:moveTo>
                  <a:pt x="8709660" y="0"/>
                </a:moveTo>
                <a:lnTo>
                  <a:pt x="0" y="266700"/>
                </a:lnTo>
                <a:lnTo>
                  <a:pt x="8709660" y="266700"/>
                </a:lnTo>
                <a:lnTo>
                  <a:pt x="8709660" y="0"/>
                </a:lnTo>
                <a:close/>
              </a:path>
            </a:pathLst>
          </a:custGeom>
          <a:solidFill>
            <a:srgbClr val="E6E6E6"/>
          </a:solidFill>
        </p:spPr>
        <p:txBody>
          <a:bodyPr wrap="square" lIns="0" tIns="0" rIns="0" bIns="0" rtlCol="0"/>
          <a:lstStyle/>
          <a:p>
            <a:endParaRPr/>
          </a:p>
        </p:txBody>
      </p:sp>
      <p:sp>
        <p:nvSpPr>
          <p:cNvPr id="33" name="TextBox 32">
            <a:extLst>
              <a:ext uri="{FF2B5EF4-FFF2-40B4-BE49-F238E27FC236}">
                <a16:creationId xmlns:a16="http://schemas.microsoft.com/office/drawing/2014/main" id="{4CE9FDF1-BD51-77D6-241A-96C2803EB697}"/>
              </a:ext>
            </a:extLst>
          </p:cNvPr>
          <p:cNvSpPr txBox="1"/>
          <p:nvPr/>
        </p:nvSpPr>
        <p:spPr>
          <a:xfrm>
            <a:off x="8898138" y="1505346"/>
            <a:ext cx="2677213"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r>
              <a:rPr lang="en-US" sz="1200" b="1"/>
              <a:t>Level of sophistication</a:t>
            </a:r>
          </a:p>
        </p:txBody>
      </p:sp>
      <p:sp>
        <p:nvSpPr>
          <p:cNvPr id="34" name="Isosceles Triangle 33">
            <a:extLst>
              <a:ext uri="{FF2B5EF4-FFF2-40B4-BE49-F238E27FC236}">
                <a16:creationId xmlns:a16="http://schemas.microsoft.com/office/drawing/2014/main" id="{EB32FAA1-C5E2-C978-AC23-76204AE7C0F2}"/>
              </a:ext>
            </a:extLst>
          </p:cNvPr>
          <p:cNvSpPr/>
          <p:nvPr/>
        </p:nvSpPr>
        <p:spPr>
          <a:xfrm rot="10800000">
            <a:off x="5372100" y="1461701"/>
            <a:ext cx="342900" cy="29560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5" name="TextBox 34">
            <a:extLst>
              <a:ext uri="{FF2B5EF4-FFF2-40B4-BE49-F238E27FC236}">
                <a16:creationId xmlns:a16="http://schemas.microsoft.com/office/drawing/2014/main" id="{1EC56534-9299-60E8-4B7F-7D8B844BA428}"/>
              </a:ext>
            </a:extLst>
          </p:cNvPr>
          <p:cNvSpPr txBox="1"/>
          <p:nvPr/>
        </p:nvSpPr>
        <p:spPr>
          <a:xfrm>
            <a:off x="4193284" y="1223103"/>
            <a:ext cx="2677213"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Majority of banks are here</a:t>
            </a:r>
          </a:p>
        </p:txBody>
      </p:sp>
      <p:cxnSp>
        <p:nvCxnSpPr>
          <p:cNvPr id="37" name="Straight Connector 36">
            <a:extLst>
              <a:ext uri="{FF2B5EF4-FFF2-40B4-BE49-F238E27FC236}">
                <a16:creationId xmlns:a16="http://schemas.microsoft.com/office/drawing/2014/main" id="{F732F0EC-2B40-BDD1-228C-39AFC68079B3}"/>
              </a:ext>
            </a:extLst>
          </p:cNvPr>
          <p:cNvCxnSpPr>
            <a:cxnSpLocks/>
          </p:cNvCxnSpPr>
          <p:nvPr/>
        </p:nvCxnSpPr>
        <p:spPr>
          <a:xfrm>
            <a:off x="5715000" y="1475092"/>
            <a:ext cx="3398520" cy="0"/>
          </a:xfrm>
          <a:prstGeom prst="line">
            <a:avLst/>
          </a:prstGeom>
          <a:ln w="6350" cap="flat">
            <a:solidFill>
              <a:srgbClr val="75757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49F8ABF-6B09-B510-581E-3BB43B79FDFE}"/>
              </a:ext>
            </a:extLst>
          </p:cNvPr>
          <p:cNvSpPr txBox="1"/>
          <p:nvPr/>
        </p:nvSpPr>
        <p:spPr>
          <a:xfrm>
            <a:off x="8178545" y="1223103"/>
            <a:ext cx="1818896"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Where industry is heading</a:t>
            </a:r>
          </a:p>
        </p:txBody>
      </p:sp>
      <p:sp>
        <p:nvSpPr>
          <p:cNvPr id="40" name="object 27">
            <a:extLst>
              <a:ext uri="{FF2B5EF4-FFF2-40B4-BE49-F238E27FC236}">
                <a16:creationId xmlns:a16="http://schemas.microsoft.com/office/drawing/2014/main" id="{D225D09A-60E8-5F93-EA64-0BA54A560835}"/>
              </a:ext>
            </a:extLst>
          </p:cNvPr>
          <p:cNvSpPr txBox="1"/>
          <p:nvPr/>
        </p:nvSpPr>
        <p:spPr>
          <a:xfrm>
            <a:off x="3275772" y="2587700"/>
            <a:ext cx="2699409" cy="304800"/>
          </a:xfrm>
          <a:prstGeom prst="rect">
            <a:avLst/>
          </a:prstGeom>
          <a:solidFill>
            <a:srgbClr val="C6EAD3"/>
          </a:solidFill>
        </p:spPr>
        <p:txBody>
          <a:bodyPr vert="horz" wrap="square" lIns="0" tIns="66675" rIns="0" bIns="0" rtlCol="0">
            <a:noAutofit/>
          </a:bodyPr>
          <a:lstStyle/>
          <a:p>
            <a:pPr marL="635" algn="ctr">
              <a:lnSpc>
                <a:spcPct val="100000"/>
              </a:lnSpc>
              <a:spcBef>
                <a:spcPts val="525"/>
              </a:spcBef>
            </a:pPr>
            <a:r>
              <a:rPr sz="1200" b="1" spc="-25" dirty="0">
                <a:latin typeface="Arial"/>
                <a:cs typeface="Arial"/>
              </a:rPr>
              <a:t>Low</a:t>
            </a:r>
            <a:endParaRPr sz="1200" dirty="0">
              <a:latin typeface="Arial"/>
              <a:cs typeface="Arial"/>
            </a:endParaRPr>
          </a:p>
        </p:txBody>
      </p:sp>
      <p:sp>
        <p:nvSpPr>
          <p:cNvPr id="41" name="object 28">
            <a:extLst>
              <a:ext uri="{FF2B5EF4-FFF2-40B4-BE49-F238E27FC236}">
                <a16:creationId xmlns:a16="http://schemas.microsoft.com/office/drawing/2014/main" id="{B4AC4D17-F91C-718C-82DD-28F1B4DBAA60}"/>
              </a:ext>
            </a:extLst>
          </p:cNvPr>
          <p:cNvSpPr txBox="1"/>
          <p:nvPr/>
        </p:nvSpPr>
        <p:spPr>
          <a:xfrm>
            <a:off x="6116083" y="2587700"/>
            <a:ext cx="2699409" cy="304800"/>
          </a:xfrm>
          <a:prstGeom prst="rect">
            <a:avLst/>
          </a:prstGeom>
          <a:solidFill>
            <a:schemeClr val="accent3">
              <a:lumMod val="50000"/>
            </a:schemeClr>
          </a:solidFill>
        </p:spPr>
        <p:txBody>
          <a:bodyPr vert="horz" wrap="square" lIns="0" tIns="66675" rIns="0" bIns="0" rtlCol="0">
            <a:noAutofit/>
          </a:bodyPr>
          <a:lstStyle/>
          <a:p>
            <a:pPr marL="4445" algn="ctr">
              <a:lnSpc>
                <a:spcPct val="100000"/>
              </a:lnSpc>
              <a:spcBef>
                <a:spcPts val="525"/>
              </a:spcBef>
            </a:pPr>
            <a:r>
              <a:rPr sz="1200" b="1" spc="-10" dirty="0">
                <a:latin typeface="Arial"/>
                <a:cs typeface="Arial"/>
              </a:rPr>
              <a:t>Medium</a:t>
            </a:r>
            <a:endParaRPr sz="1200">
              <a:latin typeface="Arial"/>
              <a:cs typeface="Arial"/>
            </a:endParaRPr>
          </a:p>
        </p:txBody>
      </p:sp>
      <p:sp>
        <p:nvSpPr>
          <p:cNvPr id="42" name="object 29">
            <a:extLst>
              <a:ext uri="{FF2B5EF4-FFF2-40B4-BE49-F238E27FC236}">
                <a16:creationId xmlns:a16="http://schemas.microsoft.com/office/drawing/2014/main" id="{3AAE134B-31BB-BF9B-BE93-739E415A8377}"/>
              </a:ext>
            </a:extLst>
          </p:cNvPr>
          <p:cNvSpPr txBox="1"/>
          <p:nvPr/>
        </p:nvSpPr>
        <p:spPr>
          <a:xfrm>
            <a:off x="8956394" y="2587700"/>
            <a:ext cx="2677161" cy="304800"/>
          </a:xfrm>
          <a:prstGeom prst="rect">
            <a:avLst/>
          </a:prstGeom>
          <a:solidFill>
            <a:schemeClr val="accent4"/>
          </a:solidFill>
        </p:spPr>
        <p:txBody>
          <a:bodyPr vert="horz" wrap="square" lIns="0" tIns="66675" rIns="0" bIns="0" rtlCol="0">
            <a:noAutofit/>
          </a:bodyPr>
          <a:lstStyle/>
          <a:p>
            <a:pPr marL="9525" algn="ctr">
              <a:lnSpc>
                <a:spcPct val="100000"/>
              </a:lnSpc>
              <a:spcBef>
                <a:spcPts val="525"/>
              </a:spcBef>
            </a:pPr>
            <a:r>
              <a:rPr sz="1200" b="1" spc="-20" dirty="0">
                <a:solidFill>
                  <a:srgbClr val="FFFFFF"/>
                </a:solidFill>
                <a:latin typeface="Arial"/>
                <a:cs typeface="Arial"/>
              </a:rPr>
              <a:t>High</a:t>
            </a:r>
            <a:endParaRPr sz="1200">
              <a:latin typeface="Arial"/>
              <a:cs typeface="Arial"/>
            </a:endParaRPr>
          </a:p>
        </p:txBody>
      </p:sp>
      <p:sp>
        <p:nvSpPr>
          <p:cNvPr id="43" name="object 31">
            <a:extLst>
              <a:ext uri="{FF2B5EF4-FFF2-40B4-BE49-F238E27FC236}">
                <a16:creationId xmlns:a16="http://schemas.microsoft.com/office/drawing/2014/main" id="{97792532-F4C1-9ECE-79E3-77F3A75301B6}"/>
              </a:ext>
            </a:extLst>
          </p:cNvPr>
          <p:cNvSpPr txBox="1"/>
          <p:nvPr/>
        </p:nvSpPr>
        <p:spPr>
          <a:xfrm>
            <a:off x="3275772" y="2975686"/>
            <a:ext cx="2699409" cy="304800"/>
          </a:xfrm>
          <a:prstGeom prst="rect">
            <a:avLst/>
          </a:prstGeom>
          <a:solidFill>
            <a:srgbClr val="C6EAD3"/>
          </a:solidFill>
        </p:spPr>
        <p:txBody>
          <a:bodyPr vert="horz" wrap="square" lIns="0" tIns="74295" rIns="0" bIns="0" rtlCol="0">
            <a:noAutofit/>
          </a:bodyPr>
          <a:lstStyle/>
          <a:p>
            <a:pPr marL="635" algn="ctr">
              <a:lnSpc>
                <a:spcPct val="100000"/>
              </a:lnSpc>
              <a:spcBef>
                <a:spcPts val="585"/>
              </a:spcBef>
            </a:pPr>
            <a:r>
              <a:rPr sz="1200" b="1" spc="-25" dirty="0">
                <a:latin typeface="Arial"/>
                <a:cs typeface="Arial"/>
              </a:rPr>
              <a:t>Low</a:t>
            </a:r>
            <a:endParaRPr sz="1200">
              <a:latin typeface="Arial"/>
              <a:cs typeface="Arial"/>
            </a:endParaRPr>
          </a:p>
        </p:txBody>
      </p:sp>
      <p:sp>
        <p:nvSpPr>
          <p:cNvPr id="44" name="object 32">
            <a:extLst>
              <a:ext uri="{FF2B5EF4-FFF2-40B4-BE49-F238E27FC236}">
                <a16:creationId xmlns:a16="http://schemas.microsoft.com/office/drawing/2014/main" id="{66FF7FD3-9BD4-A256-99CE-D79708AA358C}"/>
              </a:ext>
            </a:extLst>
          </p:cNvPr>
          <p:cNvSpPr txBox="1"/>
          <p:nvPr/>
        </p:nvSpPr>
        <p:spPr>
          <a:xfrm>
            <a:off x="6116083" y="2975686"/>
            <a:ext cx="2699409" cy="304800"/>
          </a:xfrm>
          <a:prstGeom prst="rect">
            <a:avLst/>
          </a:prstGeom>
          <a:solidFill>
            <a:schemeClr val="accent3">
              <a:lumMod val="50000"/>
            </a:schemeClr>
          </a:solidFill>
        </p:spPr>
        <p:txBody>
          <a:bodyPr vert="horz" wrap="square" lIns="0" tIns="74295" rIns="0" bIns="0" rtlCol="0">
            <a:noAutofit/>
          </a:bodyPr>
          <a:lstStyle/>
          <a:p>
            <a:pPr marL="4445" algn="ctr">
              <a:lnSpc>
                <a:spcPct val="100000"/>
              </a:lnSpc>
              <a:spcBef>
                <a:spcPts val="585"/>
              </a:spcBef>
            </a:pPr>
            <a:r>
              <a:rPr sz="1200" b="1" spc="-10" dirty="0">
                <a:latin typeface="Arial"/>
                <a:cs typeface="Arial"/>
              </a:rPr>
              <a:t>Medium</a:t>
            </a:r>
            <a:endParaRPr sz="1200">
              <a:latin typeface="Arial"/>
              <a:cs typeface="Arial"/>
            </a:endParaRPr>
          </a:p>
        </p:txBody>
      </p:sp>
      <p:sp>
        <p:nvSpPr>
          <p:cNvPr id="45" name="object 33">
            <a:extLst>
              <a:ext uri="{FF2B5EF4-FFF2-40B4-BE49-F238E27FC236}">
                <a16:creationId xmlns:a16="http://schemas.microsoft.com/office/drawing/2014/main" id="{7D0AAD55-48FC-8275-926B-02A487384493}"/>
              </a:ext>
            </a:extLst>
          </p:cNvPr>
          <p:cNvSpPr txBox="1"/>
          <p:nvPr/>
        </p:nvSpPr>
        <p:spPr>
          <a:xfrm>
            <a:off x="8956394" y="2975686"/>
            <a:ext cx="2677161" cy="304800"/>
          </a:xfrm>
          <a:prstGeom prst="rect">
            <a:avLst/>
          </a:prstGeom>
          <a:solidFill>
            <a:schemeClr val="accent4"/>
          </a:solidFill>
        </p:spPr>
        <p:txBody>
          <a:bodyPr vert="horz" wrap="square" lIns="0" tIns="74295" rIns="0" bIns="0" rtlCol="0">
            <a:noAutofit/>
          </a:bodyPr>
          <a:lstStyle/>
          <a:p>
            <a:pPr marL="9525" algn="ctr">
              <a:lnSpc>
                <a:spcPct val="100000"/>
              </a:lnSpc>
              <a:spcBef>
                <a:spcPts val="585"/>
              </a:spcBef>
            </a:pPr>
            <a:r>
              <a:rPr sz="1200" b="1" spc="-20" dirty="0">
                <a:solidFill>
                  <a:srgbClr val="FFFFFF"/>
                </a:solidFill>
                <a:latin typeface="Arial"/>
                <a:cs typeface="Arial"/>
              </a:rPr>
              <a:t>High</a:t>
            </a:r>
            <a:endParaRPr sz="1200">
              <a:latin typeface="Arial"/>
              <a:cs typeface="Arial"/>
            </a:endParaRPr>
          </a:p>
        </p:txBody>
      </p:sp>
      <p:sp>
        <p:nvSpPr>
          <p:cNvPr id="46" name="object 35">
            <a:extLst>
              <a:ext uri="{FF2B5EF4-FFF2-40B4-BE49-F238E27FC236}">
                <a16:creationId xmlns:a16="http://schemas.microsoft.com/office/drawing/2014/main" id="{FB1DE11B-5E5B-CD7E-4947-E3D547DE535B}"/>
              </a:ext>
            </a:extLst>
          </p:cNvPr>
          <p:cNvSpPr txBox="1"/>
          <p:nvPr/>
        </p:nvSpPr>
        <p:spPr>
          <a:xfrm>
            <a:off x="3275772" y="3363672"/>
            <a:ext cx="2699409" cy="304800"/>
          </a:xfrm>
          <a:prstGeom prst="rect">
            <a:avLst/>
          </a:prstGeom>
          <a:solidFill>
            <a:srgbClr val="C6EAD3"/>
          </a:solidFill>
        </p:spPr>
        <p:txBody>
          <a:bodyPr vert="horz" wrap="square" lIns="0" tIns="73660" rIns="0" bIns="0" rtlCol="0">
            <a:noAutofit/>
          </a:bodyPr>
          <a:lstStyle/>
          <a:p>
            <a:pPr marL="635" algn="ctr">
              <a:lnSpc>
                <a:spcPct val="100000"/>
              </a:lnSpc>
              <a:spcBef>
                <a:spcPts val="580"/>
              </a:spcBef>
            </a:pPr>
            <a:r>
              <a:rPr sz="1200" b="1" spc="-25" dirty="0">
                <a:latin typeface="Arial"/>
                <a:cs typeface="Arial"/>
              </a:rPr>
              <a:t>Low</a:t>
            </a:r>
            <a:endParaRPr sz="1200">
              <a:latin typeface="Arial"/>
              <a:cs typeface="Arial"/>
            </a:endParaRPr>
          </a:p>
        </p:txBody>
      </p:sp>
      <p:sp>
        <p:nvSpPr>
          <p:cNvPr id="47" name="object 36">
            <a:extLst>
              <a:ext uri="{FF2B5EF4-FFF2-40B4-BE49-F238E27FC236}">
                <a16:creationId xmlns:a16="http://schemas.microsoft.com/office/drawing/2014/main" id="{E5B636A8-AC38-E906-8126-6C3DF655D6DF}"/>
              </a:ext>
            </a:extLst>
          </p:cNvPr>
          <p:cNvSpPr txBox="1"/>
          <p:nvPr/>
        </p:nvSpPr>
        <p:spPr>
          <a:xfrm>
            <a:off x="6116083" y="3363672"/>
            <a:ext cx="2699409" cy="304800"/>
          </a:xfrm>
          <a:prstGeom prst="rect">
            <a:avLst/>
          </a:prstGeom>
          <a:solidFill>
            <a:schemeClr val="accent3">
              <a:lumMod val="50000"/>
            </a:schemeClr>
          </a:solidFill>
        </p:spPr>
        <p:txBody>
          <a:bodyPr vert="horz" wrap="square" lIns="0" tIns="73660" rIns="0" bIns="0" rtlCol="0">
            <a:noAutofit/>
          </a:bodyPr>
          <a:lstStyle/>
          <a:p>
            <a:pPr marL="4445" algn="ctr">
              <a:lnSpc>
                <a:spcPct val="100000"/>
              </a:lnSpc>
              <a:spcBef>
                <a:spcPts val="580"/>
              </a:spcBef>
            </a:pPr>
            <a:r>
              <a:rPr sz="1200" b="1" spc="-10" dirty="0">
                <a:latin typeface="Arial"/>
                <a:cs typeface="Arial"/>
              </a:rPr>
              <a:t>Medium</a:t>
            </a:r>
            <a:endParaRPr sz="1200">
              <a:latin typeface="Arial"/>
              <a:cs typeface="Arial"/>
            </a:endParaRPr>
          </a:p>
        </p:txBody>
      </p:sp>
      <p:sp>
        <p:nvSpPr>
          <p:cNvPr id="48" name="object 37">
            <a:extLst>
              <a:ext uri="{FF2B5EF4-FFF2-40B4-BE49-F238E27FC236}">
                <a16:creationId xmlns:a16="http://schemas.microsoft.com/office/drawing/2014/main" id="{901F4141-10A5-F68C-C928-6A62BF006691}"/>
              </a:ext>
            </a:extLst>
          </p:cNvPr>
          <p:cNvSpPr txBox="1"/>
          <p:nvPr/>
        </p:nvSpPr>
        <p:spPr>
          <a:xfrm>
            <a:off x="8956394" y="3363672"/>
            <a:ext cx="2677161" cy="304800"/>
          </a:xfrm>
          <a:prstGeom prst="rect">
            <a:avLst/>
          </a:prstGeom>
          <a:solidFill>
            <a:schemeClr val="accent4"/>
          </a:solidFill>
        </p:spPr>
        <p:txBody>
          <a:bodyPr vert="horz" wrap="square" lIns="0" tIns="73660" rIns="0" bIns="0" rtlCol="0">
            <a:noAutofit/>
          </a:bodyPr>
          <a:lstStyle/>
          <a:p>
            <a:pPr marL="9525" algn="ctr">
              <a:lnSpc>
                <a:spcPct val="100000"/>
              </a:lnSpc>
              <a:spcBef>
                <a:spcPts val="580"/>
              </a:spcBef>
            </a:pPr>
            <a:r>
              <a:rPr sz="1200" b="1" spc="-20" dirty="0">
                <a:solidFill>
                  <a:srgbClr val="FFFFFF"/>
                </a:solidFill>
                <a:latin typeface="Arial"/>
                <a:cs typeface="Arial"/>
              </a:rPr>
              <a:t>High</a:t>
            </a:r>
            <a:endParaRPr sz="1200">
              <a:latin typeface="Arial"/>
              <a:cs typeface="Arial"/>
            </a:endParaRPr>
          </a:p>
        </p:txBody>
      </p:sp>
      <p:sp>
        <p:nvSpPr>
          <p:cNvPr id="52" name="object 44">
            <a:extLst>
              <a:ext uri="{FF2B5EF4-FFF2-40B4-BE49-F238E27FC236}">
                <a16:creationId xmlns:a16="http://schemas.microsoft.com/office/drawing/2014/main" id="{D8991D43-3E52-35C2-1F95-A989891BD3FA}"/>
              </a:ext>
            </a:extLst>
          </p:cNvPr>
          <p:cNvSpPr txBox="1"/>
          <p:nvPr/>
        </p:nvSpPr>
        <p:spPr>
          <a:xfrm>
            <a:off x="3275772" y="3751658"/>
            <a:ext cx="2699409" cy="304800"/>
          </a:xfrm>
          <a:prstGeom prst="rect">
            <a:avLst/>
          </a:prstGeom>
          <a:solidFill>
            <a:srgbClr val="C6EAD3"/>
          </a:solidFill>
        </p:spPr>
        <p:txBody>
          <a:bodyPr vert="horz" wrap="square" lIns="0" tIns="73660" rIns="0" bIns="0" rtlCol="0">
            <a:noAutofit/>
          </a:bodyPr>
          <a:lstStyle>
            <a:defPPr>
              <a:defRPr lang="en-US"/>
            </a:defPPr>
            <a:lvl1pPr marL="635" algn="ctr">
              <a:lnSpc>
                <a:spcPct val="100000"/>
              </a:lnSpc>
              <a:spcBef>
                <a:spcPts val="580"/>
              </a:spcBef>
              <a:defRPr sz="1200" b="1" spc="-25">
                <a:latin typeface="Arial"/>
                <a:cs typeface="Arial"/>
              </a:defRPr>
            </a:lvl1pPr>
          </a:lstStyle>
          <a:p>
            <a:r>
              <a:rPr dirty="0"/>
              <a:t>Low</a:t>
            </a:r>
            <a:endParaRPr/>
          </a:p>
        </p:txBody>
      </p:sp>
      <p:sp>
        <p:nvSpPr>
          <p:cNvPr id="53" name="object 45">
            <a:extLst>
              <a:ext uri="{FF2B5EF4-FFF2-40B4-BE49-F238E27FC236}">
                <a16:creationId xmlns:a16="http://schemas.microsoft.com/office/drawing/2014/main" id="{FF29D045-195C-536B-5E3B-07346266A030}"/>
              </a:ext>
            </a:extLst>
          </p:cNvPr>
          <p:cNvSpPr txBox="1"/>
          <p:nvPr/>
        </p:nvSpPr>
        <p:spPr>
          <a:xfrm>
            <a:off x="6116083" y="3751658"/>
            <a:ext cx="2699409" cy="304800"/>
          </a:xfrm>
          <a:prstGeom prst="rect">
            <a:avLst/>
          </a:prstGeom>
          <a:solidFill>
            <a:schemeClr val="accent4"/>
          </a:solidFill>
        </p:spPr>
        <p:txBody>
          <a:bodyPr vert="horz" wrap="square" lIns="0" tIns="72390" rIns="0" bIns="0" rtlCol="0">
            <a:noAutofit/>
          </a:bodyPr>
          <a:lstStyle>
            <a:defPPr>
              <a:defRPr lang="en-US"/>
            </a:defPPr>
            <a:lvl1pPr marL="9525" algn="ctr">
              <a:lnSpc>
                <a:spcPct val="100000"/>
              </a:lnSpc>
              <a:spcBef>
                <a:spcPts val="570"/>
              </a:spcBef>
              <a:defRPr sz="1200" b="1" spc="-20">
                <a:solidFill>
                  <a:schemeClr val="bg1"/>
                </a:solidFill>
                <a:latin typeface="Arial"/>
                <a:cs typeface="Arial"/>
              </a:defRPr>
            </a:lvl1pPr>
          </a:lstStyle>
          <a:p>
            <a:r>
              <a:rPr dirty="0"/>
              <a:t>High</a:t>
            </a:r>
            <a:endParaRPr/>
          </a:p>
        </p:txBody>
      </p:sp>
      <p:sp>
        <p:nvSpPr>
          <p:cNvPr id="54" name="object 46">
            <a:extLst>
              <a:ext uri="{FF2B5EF4-FFF2-40B4-BE49-F238E27FC236}">
                <a16:creationId xmlns:a16="http://schemas.microsoft.com/office/drawing/2014/main" id="{A469FF10-8635-5831-03A3-63F988EC7A22}"/>
              </a:ext>
            </a:extLst>
          </p:cNvPr>
          <p:cNvSpPr txBox="1"/>
          <p:nvPr/>
        </p:nvSpPr>
        <p:spPr>
          <a:xfrm>
            <a:off x="8956394" y="3751658"/>
            <a:ext cx="2677161" cy="304800"/>
          </a:xfrm>
          <a:prstGeom prst="rect">
            <a:avLst/>
          </a:prstGeom>
          <a:solidFill>
            <a:schemeClr val="accent4"/>
          </a:solidFill>
        </p:spPr>
        <p:txBody>
          <a:bodyPr vert="horz" wrap="square" lIns="0" tIns="67945" rIns="0" bIns="0" rtlCol="0">
            <a:noAutofit/>
          </a:bodyPr>
          <a:lstStyle/>
          <a:p>
            <a:pPr marL="9525" algn="ctr">
              <a:lnSpc>
                <a:spcPct val="100000"/>
              </a:lnSpc>
              <a:spcBef>
                <a:spcPts val="535"/>
              </a:spcBef>
            </a:pPr>
            <a:r>
              <a:rPr sz="1200" b="1" spc="-20" dirty="0">
                <a:solidFill>
                  <a:schemeClr val="bg1"/>
                </a:solidFill>
                <a:latin typeface="Arial"/>
                <a:cs typeface="Arial"/>
              </a:rPr>
              <a:t>High</a:t>
            </a:r>
            <a:endParaRPr sz="1200" dirty="0">
              <a:solidFill>
                <a:schemeClr val="bg1"/>
              </a:solidFill>
              <a:latin typeface="Arial"/>
              <a:cs typeface="Arial"/>
            </a:endParaRPr>
          </a:p>
        </p:txBody>
      </p:sp>
      <p:sp>
        <p:nvSpPr>
          <p:cNvPr id="55" name="object 48">
            <a:extLst>
              <a:ext uri="{FF2B5EF4-FFF2-40B4-BE49-F238E27FC236}">
                <a16:creationId xmlns:a16="http://schemas.microsoft.com/office/drawing/2014/main" id="{C65B81DE-CF7A-4542-9268-BD18CCDEFF67}"/>
              </a:ext>
            </a:extLst>
          </p:cNvPr>
          <p:cNvSpPr txBox="1"/>
          <p:nvPr/>
        </p:nvSpPr>
        <p:spPr>
          <a:xfrm>
            <a:off x="3279480" y="4923231"/>
            <a:ext cx="2699409" cy="320040"/>
          </a:xfrm>
          <a:prstGeom prst="rect">
            <a:avLst/>
          </a:prstGeom>
          <a:ln w="6350">
            <a:solidFill>
              <a:srgbClr val="041C2C"/>
            </a:solidFill>
          </a:ln>
        </p:spPr>
        <p:txBody>
          <a:bodyPr vert="horz" wrap="square" lIns="0" tIns="76200" rIns="0" bIns="0" rtlCol="0">
            <a:noAutofit/>
          </a:bodyPr>
          <a:lstStyle/>
          <a:p>
            <a:pPr algn="ctr">
              <a:lnSpc>
                <a:spcPct val="100000"/>
              </a:lnSpc>
              <a:spcBef>
                <a:spcPts val="600"/>
              </a:spcBef>
            </a:pPr>
            <a:r>
              <a:rPr sz="1200" b="1" spc="-25" dirty="0">
                <a:latin typeface="Arial"/>
                <a:cs typeface="Arial"/>
              </a:rPr>
              <a:t>N/A</a:t>
            </a:r>
            <a:endParaRPr sz="1200">
              <a:latin typeface="Arial"/>
              <a:cs typeface="Arial"/>
            </a:endParaRPr>
          </a:p>
        </p:txBody>
      </p:sp>
      <p:sp>
        <p:nvSpPr>
          <p:cNvPr id="56" name="object 49">
            <a:extLst>
              <a:ext uri="{FF2B5EF4-FFF2-40B4-BE49-F238E27FC236}">
                <a16:creationId xmlns:a16="http://schemas.microsoft.com/office/drawing/2014/main" id="{90828682-D4D5-3FA9-85BC-D83EE4E83D9D}"/>
              </a:ext>
            </a:extLst>
          </p:cNvPr>
          <p:cNvSpPr txBox="1"/>
          <p:nvPr/>
        </p:nvSpPr>
        <p:spPr>
          <a:xfrm>
            <a:off x="6116083" y="4919420"/>
            <a:ext cx="2699409" cy="320040"/>
          </a:xfrm>
          <a:prstGeom prst="rect">
            <a:avLst/>
          </a:prstGeom>
          <a:solidFill>
            <a:schemeClr val="accent3">
              <a:lumMod val="50000"/>
            </a:schemeClr>
          </a:solidFill>
        </p:spPr>
        <p:txBody>
          <a:bodyPr vert="horz" wrap="square" lIns="0" tIns="80010" rIns="0" bIns="0" rtlCol="0">
            <a:noAutofit/>
          </a:bodyPr>
          <a:lstStyle/>
          <a:p>
            <a:pPr marL="4445" algn="ctr">
              <a:lnSpc>
                <a:spcPct val="100000"/>
              </a:lnSpc>
              <a:spcBef>
                <a:spcPts val="630"/>
              </a:spcBef>
            </a:pPr>
            <a:r>
              <a:rPr sz="1200" b="1" spc="-10" dirty="0">
                <a:latin typeface="Arial"/>
                <a:cs typeface="Arial"/>
              </a:rPr>
              <a:t>Medium</a:t>
            </a:r>
            <a:endParaRPr sz="1200">
              <a:latin typeface="Arial"/>
              <a:cs typeface="Arial"/>
            </a:endParaRPr>
          </a:p>
        </p:txBody>
      </p:sp>
      <p:sp>
        <p:nvSpPr>
          <p:cNvPr id="57" name="object 50">
            <a:extLst>
              <a:ext uri="{FF2B5EF4-FFF2-40B4-BE49-F238E27FC236}">
                <a16:creationId xmlns:a16="http://schemas.microsoft.com/office/drawing/2014/main" id="{74199879-4D43-D199-2034-972FE48BDCCB}"/>
              </a:ext>
            </a:extLst>
          </p:cNvPr>
          <p:cNvSpPr txBox="1"/>
          <p:nvPr/>
        </p:nvSpPr>
        <p:spPr>
          <a:xfrm>
            <a:off x="8956394" y="4919420"/>
            <a:ext cx="2677161" cy="320040"/>
          </a:xfrm>
          <a:prstGeom prst="rect">
            <a:avLst/>
          </a:prstGeom>
          <a:solidFill>
            <a:schemeClr val="accent4"/>
          </a:solidFill>
        </p:spPr>
        <p:txBody>
          <a:bodyPr vert="horz" wrap="square" lIns="0" tIns="80010" rIns="0" bIns="0" rtlCol="0">
            <a:noAutofit/>
          </a:bodyPr>
          <a:lstStyle/>
          <a:p>
            <a:pPr marL="8890" algn="ctr">
              <a:lnSpc>
                <a:spcPct val="100000"/>
              </a:lnSpc>
              <a:spcBef>
                <a:spcPts val="630"/>
              </a:spcBef>
            </a:pPr>
            <a:r>
              <a:rPr sz="1200" b="1" spc="-20" dirty="0">
                <a:solidFill>
                  <a:schemeClr val="bg1"/>
                </a:solidFill>
                <a:latin typeface="Arial"/>
                <a:cs typeface="Arial"/>
              </a:rPr>
              <a:t>High</a:t>
            </a:r>
            <a:endParaRPr sz="1200" dirty="0">
              <a:solidFill>
                <a:schemeClr val="bg1"/>
              </a:solidFill>
              <a:latin typeface="Arial"/>
              <a:cs typeface="Arial"/>
            </a:endParaRPr>
          </a:p>
        </p:txBody>
      </p:sp>
      <p:sp>
        <p:nvSpPr>
          <p:cNvPr id="58" name="object 53">
            <a:extLst>
              <a:ext uri="{FF2B5EF4-FFF2-40B4-BE49-F238E27FC236}">
                <a16:creationId xmlns:a16="http://schemas.microsoft.com/office/drawing/2014/main" id="{2C5CF882-5E9E-DC5A-DA68-CB729318F876}"/>
              </a:ext>
            </a:extLst>
          </p:cNvPr>
          <p:cNvSpPr txBox="1"/>
          <p:nvPr/>
        </p:nvSpPr>
        <p:spPr>
          <a:xfrm>
            <a:off x="3275772" y="4139644"/>
            <a:ext cx="2699409" cy="304800"/>
          </a:xfrm>
          <a:prstGeom prst="rect">
            <a:avLst/>
          </a:prstGeom>
          <a:solidFill>
            <a:srgbClr val="C6EAD3"/>
          </a:solidFill>
        </p:spPr>
        <p:txBody>
          <a:bodyPr vert="horz" wrap="square" lIns="0" tIns="72390" rIns="0" bIns="0" rtlCol="0">
            <a:noAutofit/>
          </a:bodyPr>
          <a:lstStyle/>
          <a:p>
            <a:pPr marL="758825">
              <a:lnSpc>
                <a:spcPct val="100000"/>
              </a:lnSpc>
              <a:spcBef>
                <a:spcPts val="570"/>
              </a:spcBef>
            </a:pPr>
            <a:r>
              <a:rPr sz="1200" b="1" dirty="0">
                <a:latin typeface="Arial"/>
                <a:cs typeface="Arial"/>
              </a:rPr>
              <a:t>High</a:t>
            </a:r>
            <a:r>
              <a:rPr sz="1200" b="1" spc="-5" dirty="0">
                <a:latin typeface="Arial"/>
                <a:cs typeface="Arial"/>
              </a:rPr>
              <a:t> </a:t>
            </a:r>
            <a:r>
              <a:rPr sz="1200" b="1" dirty="0">
                <a:latin typeface="Arial"/>
                <a:cs typeface="Arial"/>
              </a:rPr>
              <a:t>(COBOL</a:t>
            </a:r>
            <a:r>
              <a:rPr sz="1200" b="1" spc="-65" dirty="0">
                <a:latin typeface="Arial"/>
                <a:cs typeface="Arial"/>
              </a:rPr>
              <a:t> </a:t>
            </a:r>
            <a:r>
              <a:rPr sz="1200" b="1" spc="-10" dirty="0">
                <a:latin typeface="Arial"/>
                <a:cs typeface="Arial"/>
              </a:rPr>
              <a:t>based)</a:t>
            </a:r>
            <a:endParaRPr sz="1200" dirty="0">
              <a:latin typeface="Arial"/>
              <a:cs typeface="Arial"/>
            </a:endParaRPr>
          </a:p>
        </p:txBody>
      </p:sp>
      <p:sp>
        <p:nvSpPr>
          <p:cNvPr id="59" name="object 54">
            <a:extLst>
              <a:ext uri="{FF2B5EF4-FFF2-40B4-BE49-F238E27FC236}">
                <a16:creationId xmlns:a16="http://schemas.microsoft.com/office/drawing/2014/main" id="{DBB6566E-B3C7-B93E-D338-F791C9AA578F}"/>
              </a:ext>
            </a:extLst>
          </p:cNvPr>
          <p:cNvSpPr txBox="1"/>
          <p:nvPr/>
        </p:nvSpPr>
        <p:spPr>
          <a:xfrm>
            <a:off x="6116083" y="4139644"/>
            <a:ext cx="2699409" cy="304800"/>
          </a:xfrm>
          <a:prstGeom prst="rect">
            <a:avLst/>
          </a:prstGeom>
          <a:solidFill>
            <a:schemeClr val="accent3">
              <a:lumMod val="50000"/>
            </a:schemeClr>
          </a:solidFill>
        </p:spPr>
        <p:txBody>
          <a:bodyPr vert="horz" wrap="square" lIns="0" tIns="72390" rIns="0" bIns="0" rtlCol="0">
            <a:noAutofit/>
          </a:bodyPr>
          <a:lstStyle/>
          <a:p>
            <a:pPr marL="4445" algn="ctr">
              <a:lnSpc>
                <a:spcPct val="100000"/>
              </a:lnSpc>
              <a:spcBef>
                <a:spcPts val="570"/>
              </a:spcBef>
            </a:pPr>
            <a:r>
              <a:rPr sz="1200" b="1" spc="-10" dirty="0">
                <a:latin typeface="Arial"/>
                <a:cs typeface="Arial"/>
              </a:rPr>
              <a:t>Medium</a:t>
            </a:r>
            <a:endParaRPr sz="1200">
              <a:latin typeface="Arial"/>
              <a:cs typeface="Arial"/>
            </a:endParaRPr>
          </a:p>
        </p:txBody>
      </p:sp>
      <p:sp>
        <p:nvSpPr>
          <p:cNvPr id="60" name="object 55">
            <a:extLst>
              <a:ext uri="{FF2B5EF4-FFF2-40B4-BE49-F238E27FC236}">
                <a16:creationId xmlns:a16="http://schemas.microsoft.com/office/drawing/2014/main" id="{3C610C4C-1EA4-DC17-14EE-D57EADAD52D6}"/>
              </a:ext>
            </a:extLst>
          </p:cNvPr>
          <p:cNvSpPr txBox="1"/>
          <p:nvPr/>
        </p:nvSpPr>
        <p:spPr>
          <a:xfrm>
            <a:off x="8956394" y="4139644"/>
            <a:ext cx="2677161" cy="304800"/>
          </a:xfrm>
          <a:prstGeom prst="rect">
            <a:avLst/>
          </a:prstGeom>
          <a:solidFill>
            <a:schemeClr val="accent4"/>
          </a:solidFill>
        </p:spPr>
        <p:txBody>
          <a:bodyPr vert="horz" wrap="square" lIns="0" tIns="72390" rIns="0" bIns="0" rtlCol="0">
            <a:noAutofit/>
          </a:bodyPr>
          <a:lstStyle/>
          <a:p>
            <a:pPr marL="9525" algn="ctr">
              <a:lnSpc>
                <a:spcPct val="100000"/>
              </a:lnSpc>
              <a:spcBef>
                <a:spcPts val="570"/>
              </a:spcBef>
            </a:pPr>
            <a:r>
              <a:rPr sz="1200" b="1" spc="-20" dirty="0">
                <a:solidFill>
                  <a:schemeClr val="bg1"/>
                </a:solidFill>
                <a:latin typeface="Arial"/>
                <a:cs typeface="Arial"/>
              </a:rPr>
              <a:t>High</a:t>
            </a:r>
            <a:endParaRPr sz="1200" dirty="0">
              <a:solidFill>
                <a:schemeClr val="bg1"/>
              </a:solidFill>
              <a:latin typeface="Arial"/>
              <a:cs typeface="Arial"/>
            </a:endParaRPr>
          </a:p>
        </p:txBody>
      </p:sp>
      <p:sp>
        <p:nvSpPr>
          <p:cNvPr id="49" name="object 39">
            <a:extLst>
              <a:ext uri="{FF2B5EF4-FFF2-40B4-BE49-F238E27FC236}">
                <a16:creationId xmlns:a16="http://schemas.microsoft.com/office/drawing/2014/main" id="{A84162C2-E65A-B8A3-107F-BD372D8DC43E}"/>
              </a:ext>
            </a:extLst>
          </p:cNvPr>
          <p:cNvSpPr txBox="1"/>
          <p:nvPr/>
        </p:nvSpPr>
        <p:spPr>
          <a:xfrm>
            <a:off x="3275772" y="4527630"/>
            <a:ext cx="2699409" cy="304800"/>
          </a:xfrm>
          <a:prstGeom prst="rect">
            <a:avLst/>
          </a:prstGeom>
          <a:solidFill>
            <a:schemeClr val="accent3">
              <a:lumMod val="50000"/>
            </a:schemeClr>
          </a:solidFill>
        </p:spPr>
        <p:txBody>
          <a:bodyPr vert="horz" wrap="square" lIns="0" tIns="71120" rIns="0" bIns="0" rtlCol="0">
            <a:noAutofit/>
          </a:bodyPr>
          <a:lstStyle/>
          <a:p>
            <a:pPr marL="3175" algn="ctr">
              <a:lnSpc>
                <a:spcPct val="100000"/>
              </a:lnSpc>
              <a:spcBef>
                <a:spcPts val="560"/>
              </a:spcBef>
            </a:pPr>
            <a:r>
              <a:rPr sz="1200" b="1" spc="-10" dirty="0">
                <a:latin typeface="Arial"/>
                <a:cs typeface="Arial"/>
              </a:rPr>
              <a:t>Medium</a:t>
            </a:r>
            <a:endParaRPr sz="1200">
              <a:latin typeface="Arial"/>
              <a:cs typeface="Arial"/>
            </a:endParaRPr>
          </a:p>
        </p:txBody>
      </p:sp>
      <p:sp>
        <p:nvSpPr>
          <p:cNvPr id="51" name="object 41">
            <a:extLst>
              <a:ext uri="{FF2B5EF4-FFF2-40B4-BE49-F238E27FC236}">
                <a16:creationId xmlns:a16="http://schemas.microsoft.com/office/drawing/2014/main" id="{DFF6ED42-B55C-9475-74EE-E06DCDC11874}"/>
              </a:ext>
            </a:extLst>
          </p:cNvPr>
          <p:cNvSpPr txBox="1"/>
          <p:nvPr/>
        </p:nvSpPr>
        <p:spPr>
          <a:xfrm>
            <a:off x="8960103" y="4531439"/>
            <a:ext cx="2677161" cy="304800"/>
          </a:xfrm>
          <a:prstGeom prst="rect">
            <a:avLst/>
          </a:prstGeom>
          <a:ln w="6350">
            <a:solidFill>
              <a:srgbClr val="041C2C"/>
            </a:solidFill>
          </a:ln>
        </p:spPr>
        <p:txBody>
          <a:bodyPr vert="horz" wrap="square" lIns="0" tIns="67310" rIns="0" bIns="0" rtlCol="0">
            <a:noAutofit/>
          </a:bodyPr>
          <a:lstStyle/>
          <a:p>
            <a:pPr marL="855980">
              <a:lnSpc>
                <a:spcPct val="100000"/>
              </a:lnSpc>
              <a:spcBef>
                <a:spcPts val="530"/>
              </a:spcBef>
            </a:pPr>
            <a:r>
              <a:rPr sz="1200" b="1" dirty="0">
                <a:latin typeface="Arial"/>
                <a:cs typeface="Arial"/>
              </a:rPr>
              <a:t>To</a:t>
            </a:r>
            <a:r>
              <a:rPr sz="1200" b="1" spc="-10" dirty="0">
                <a:latin typeface="Arial"/>
                <a:cs typeface="Arial"/>
              </a:rPr>
              <a:t> </a:t>
            </a:r>
            <a:r>
              <a:rPr sz="1200" b="1" dirty="0">
                <a:latin typeface="Arial"/>
                <a:cs typeface="Arial"/>
              </a:rPr>
              <a:t>be</a:t>
            </a:r>
            <a:r>
              <a:rPr sz="1200" b="1" spc="-15" dirty="0">
                <a:latin typeface="Arial"/>
                <a:cs typeface="Arial"/>
              </a:rPr>
              <a:t> </a:t>
            </a:r>
            <a:r>
              <a:rPr sz="1200" b="1" spc="-10" dirty="0">
                <a:latin typeface="Arial"/>
                <a:cs typeface="Arial"/>
              </a:rPr>
              <a:t>determined</a:t>
            </a:r>
            <a:endParaRPr sz="1200">
              <a:latin typeface="Arial"/>
              <a:cs typeface="Arial"/>
            </a:endParaRPr>
          </a:p>
        </p:txBody>
      </p:sp>
      <p:sp>
        <p:nvSpPr>
          <p:cNvPr id="63" name="object 45">
            <a:extLst>
              <a:ext uri="{FF2B5EF4-FFF2-40B4-BE49-F238E27FC236}">
                <a16:creationId xmlns:a16="http://schemas.microsoft.com/office/drawing/2014/main" id="{E1355E44-82A6-477D-E1F6-E01B4E603B62}"/>
              </a:ext>
            </a:extLst>
          </p:cNvPr>
          <p:cNvSpPr txBox="1"/>
          <p:nvPr/>
        </p:nvSpPr>
        <p:spPr>
          <a:xfrm>
            <a:off x="6116083" y="4527630"/>
            <a:ext cx="2699409" cy="304800"/>
          </a:xfrm>
          <a:prstGeom prst="rect">
            <a:avLst/>
          </a:prstGeom>
          <a:solidFill>
            <a:schemeClr val="accent4"/>
          </a:solidFill>
        </p:spPr>
        <p:txBody>
          <a:bodyPr vert="horz" wrap="square" lIns="0" tIns="72390" rIns="0" bIns="0" rtlCol="0">
            <a:noAutofit/>
          </a:bodyPr>
          <a:lstStyle>
            <a:defPPr>
              <a:defRPr lang="en-US"/>
            </a:defPPr>
            <a:lvl1pPr marL="9525" algn="ctr">
              <a:lnSpc>
                <a:spcPct val="100000"/>
              </a:lnSpc>
              <a:spcBef>
                <a:spcPts val="570"/>
              </a:spcBef>
              <a:defRPr sz="1200" b="1" spc="-20">
                <a:solidFill>
                  <a:schemeClr val="bg1"/>
                </a:solidFill>
                <a:latin typeface="Arial"/>
                <a:cs typeface="Arial"/>
              </a:defRPr>
            </a:lvl1pPr>
          </a:lstStyle>
          <a:p>
            <a:r>
              <a:rPr dirty="0"/>
              <a:t>High</a:t>
            </a:r>
            <a:endParaRPr/>
          </a:p>
        </p:txBody>
      </p:sp>
      <p:cxnSp>
        <p:nvCxnSpPr>
          <p:cNvPr id="64" name="Straight Connector 63">
            <a:extLst>
              <a:ext uri="{FF2B5EF4-FFF2-40B4-BE49-F238E27FC236}">
                <a16:creationId xmlns:a16="http://schemas.microsoft.com/office/drawing/2014/main" id="{C0DFC766-615B-383F-B554-A5EB1E312933}"/>
              </a:ext>
            </a:extLst>
          </p:cNvPr>
          <p:cNvCxnSpPr>
            <a:cxnSpLocks/>
          </p:cNvCxnSpPr>
          <p:nvPr/>
        </p:nvCxnSpPr>
        <p:spPr>
          <a:xfrm>
            <a:off x="554736" y="2934093"/>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2FA9584-21E2-BFA9-947D-275ED3CA5C04}"/>
              </a:ext>
            </a:extLst>
          </p:cNvPr>
          <p:cNvCxnSpPr>
            <a:cxnSpLocks/>
          </p:cNvCxnSpPr>
          <p:nvPr/>
        </p:nvCxnSpPr>
        <p:spPr>
          <a:xfrm>
            <a:off x="554736" y="3322079"/>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051A334-8D20-C4F1-FFBC-3E5DF657CA4E}"/>
              </a:ext>
            </a:extLst>
          </p:cNvPr>
          <p:cNvCxnSpPr>
            <a:cxnSpLocks/>
          </p:cNvCxnSpPr>
          <p:nvPr/>
        </p:nvCxnSpPr>
        <p:spPr>
          <a:xfrm>
            <a:off x="554736" y="3710065"/>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C9F8BAB-E356-242D-9AA9-37A96DCC901A}"/>
              </a:ext>
            </a:extLst>
          </p:cNvPr>
          <p:cNvCxnSpPr>
            <a:cxnSpLocks/>
          </p:cNvCxnSpPr>
          <p:nvPr/>
        </p:nvCxnSpPr>
        <p:spPr>
          <a:xfrm>
            <a:off x="554736" y="4098051"/>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D964DBD-767C-8156-7554-BF4A2C174FAA}"/>
              </a:ext>
            </a:extLst>
          </p:cNvPr>
          <p:cNvCxnSpPr>
            <a:cxnSpLocks/>
          </p:cNvCxnSpPr>
          <p:nvPr/>
        </p:nvCxnSpPr>
        <p:spPr>
          <a:xfrm>
            <a:off x="554736" y="4486037"/>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0541636-9BBC-63BF-5CA1-820009E85628}"/>
              </a:ext>
            </a:extLst>
          </p:cNvPr>
          <p:cNvCxnSpPr>
            <a:cxnSpLocks/>
          </p:cNvCxnSpPr>
          <p:nvPr/>
        </p:nvCxnSpPr>
        <p:spPr>
          <a:xfrm>
            <a:off x="554736" y="4877832"/>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08D30FE9-8903-85C8-6349-C1E1B30D6DEE}"/>
              </a:ext>
            </a:extLst>
          </p:cNvPr>
          <p:cNvSpPr txBox="1">
            <a:spLocks/>
          </p:cNvSpPr>
          <p:nvPr/>
        </p:nvSpPr>
        <p:spPr>
          <a:xfrm>
            <a:off x="554736" y="2647767"/>
            <a:ext cx="2556109" cy="184666"/>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a:t>Flexibility of platform</a:t>
            </a:r>
            <a:endParaRPr lang="sv-SE" sz="1200" b="1" dirty="0"/>
          </a:p>
        </p:txBody>
      </p:sp>
      <p:sp>
        <p:nvSpPr>
          <p:cNvPr id="77" name="TextBox 76">
            <a:extLst>
              <a:ext uri="{FF2B5EF4-FFF2-40B4-BE49-F238E27FC236}">
                <a16:creationId xmlns:a16="http://schemas.microsoft.com/office/drawing/2014/main" id="{E40A4805-DFF7-03EB-005D-950F76AF1540}"/>
              </a:ext>
            </a:extLst>
          </p:cNvPr>
          <p:cNvSpPr txBox="1">
            <a:spLocks/>
          </p:cNvSpPr>
          <p:nvPr/>
        </p:nvSpPr>
        <p:spPr>
          <a:xfrm>
            <a:off x="554736" y="3035753"/>
            <a:ext cx="2556109" cy="184666"/>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Ability to scale quickly</a:t>
            </a:r>
          </a:p>
        </p:txBody>
      </p:sp>
      <p:sp>
        <p:nvSpPr>
          <p:cNvPr id="78" name="TextBox 77">
            <a:extLst>
              <a:ext uri="{FF2B5EF4-FFF2-40B4-BE49-F238E27FC236}">
                <a16:creationId xmlns:a16="http://schemas.microsoft.com/office/drawing/2014/main" id="{587C2D3F-872E-80AF-9AE2-D259D6BD35DA}"/>
              </a:ext>
            </a:extLst>
          </p:cNvPr>
          <p:cNvSpPr txBox="1">
            <a:spLocks/>
          </p:cNvSpPr>
          <p:nvPr/>
        </p:nvSpPr>
        <p:spPr>
          <a:xfrm>
            <a:off x="554736" y="3423739"/>
            <a:ext cx="2556109" cy="184666"/>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a:t>Ease of third-party integration</a:t>
            </a:r>
          </a:p>
        </p:txBody>
      </p:sp>
      <p:sp>
        <p:nvSpPr>
          <p:cNvPr id="79" name="TextBox 78">
            <a:extLst>
              <a:ext uri="{FF2B5EF4-FFF2-40B4-BE49-F238E27FC236}">
                <a16:creationId xmlns:a16="http://schemas.microsoft.com/office/drawing/2014/main" id="{13C7FC06-B4F1-1D5F-3F25-173C552ACB25}"/>
              </a:ext>
            </a:extLst>
          </p:cNvPr>
          <p:cNvSpPr txBox="1">
            <a:spLocks/>
          </p:cNvSpPr>
          <p:nvPr/>
        </p:nvSpPr>
        <p:spPr>
          <a:xfrm>
            <a:off x="554736" y="3719392"/>
            <a:ext cx="2556109" cy="369332"/>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Complexity of technology architecture</a:t>
            </a:r>
          </a:p>
        </p:txBody>
      </p:sp>
      <p:sp>
        <p:nvSpPr>
          <p:cNvPr id="80" name="TextBox 79">
            <a:extLst>
              <a:ext uri="{FF2B5EF4-FFF2-40B4-BE49-F238E27FC236}">
                <a16:creationId xmlns:a16="http://schemas.microsoft.com/office/drawing/2014/main" id="{51EB6E2B-18D9-3888-B72B-6B92A544B175}"/>
              </a:ext>
            </a:extLst>
          </p:cNvPr>
          <p:cNvSpPr txBox="1">
            <a:spLocks/>
          </p:cNvSpPr>
          <p:nvPr/>
        </p:nvSpPr>
        <p:spPr>
          <a:xfrm>
            <a:off x="554736" y="4199711"/>
            <a:ext cx="2556109" cy="184666"/>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200" b="1" dirty="0"/>
              <a:t>Specialized expertise required</a:t>
            </a:r>
          </a:p>
        </p:txBody>
      </p:sp>
      <p:sp>
        <p:nvSpPr>
          <p:cNvPr id="81" name="TextBox 80">
            <a:extLst>
              <a:ext uri="{FF2B5EF4-FFF2-40B4-BE49-F238E27FC236}">
                <a16:creationId xmlns:a16="http://schemas.microsoft.com/office/drawing/2014/main" id="{97F7B0F8-DFD8-8733-79E5-E12F7319F453}"/>
              </a:ext>
            </a:extLst>
          </p:cNvPr>
          <p:cNvSpPr txBox="1">
            <a:spLocks/>
          </p:cNvSpPr>
          <p:nvPr/>
        </p:nvSpPr>
        <p:spPr>
          <a:xfrm>
            <a:off x="554736" y="4495364"/>
            <a:ext cx="2556109" cy="369332"/>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Cost to operate </a:t>
            </a:r>
            <a:r>
              <a:rPr lang="en-US" sz="1200" dirty="0"/>
              <a:t>(Tech platform</a:t>
            </a:r>
            <a:r>
              <a:rPr lang="en-US" sz="1200" baseline="30000" dirty="0"/>
              <a:t>1</a:t>
            </a:r>
            <a:r>
              <a:rPr lang="en-US" sz="1200" dirty="0"/>
              <a:t> customization, maintenance cost)</a:t>
            </a:r>
          </a:p>
        </p:txBody>
      </p:sp>
      <p:sp>
        <p:nvSpPr>
          <p:cNvPr id="82" name="TextBox 81">
            <a:extLst>
              <a:ext uri="{FF2B5EF4-FFF2-40B4-BE49-F238E27FC236}">
                <a16:creationId xmlns:a16="http://schemas.microsoft.com/office/drawing/2014/main" id="{65B7EAA3-727E-D3CB-4195-169DCF396229}"/>
              </a:ext>
            </a:extLst>
          </p:cNvPr>
          <p:cNvSpPr txBox="1">
            <a:spLocks/>
          </p:cNvSpPr>
          <p:nvPr/>
        </p:nvSpPr>
        <p:spPr>
          <a:xfrm>
            <a:off x="554736" y="4990918"/>
            <a:ext cx="2556109" cy="184666"/>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Cost to migrate to next archetype</a:t>
            </a:r>
            <a:endParaRPr lang="en-US" sz="1200" b="1" dirty="0"/>
          </a:p>
        </p:txBody>
      </p:sp>
      <p:cxnSp>
        <p:nvCxnSpPr>
          <p:cNvPr id="86" name="Straight Connector 85">
            <a:extLst>
              <a:ext uri="{FF2B5EF4-FFF2-40B4-BE49-F238E27FC236}">
                <a16:creationId xmlns:a16="http://schemas.microsoft.com/office/drawing/2014/main" id="{64B105BF-6F86-28FA-10C8-3B2A3EBABA18}"/>
              </a:ext>
            </a:extLst>
          </p:cNvPr>
          <p:cNvCxnSpPr>
            <a:cxnSpLocks/>
          </p:cNvCxnSpPr>
          <p:nvPr/>
        </p:nvCxnSpPr>
        <p:spPr>
          <a:xfrm>
            <a:off x="554736" y="5278260"/>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DB38CE76-E713-E924-9459-98E743E58E3C}"/>
              </a:ext>
            </a:extLst>
          </p:cNvPr>
          <p:cNvSpPr txBox="1">
            <a:spLocks/>
          </p:cNvSpPr>
          <p:nvPr/>
        </p:nvSpPr>
        <p:spPr>
          <a:xfrm>
            <a:off x="554736" y="5299013"/>
            <a:ext cx="2556109" cy="369332"/>
          </a:xfrm>
          <a:prstGeom prst="rect">
            <a:avLst/>
          </a:prstGeom>
        </p:spPr>
        <p:txBody>
          <a:bodyPr vert="horz"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Which type of banks is this archetype suited for?</a:t>
            </a:r>
          </a:p>
        </p:txBody>
      </p:sp>
      <p:sp>
        <p:nvSpPr>
          <p:cNvPr id="88" name="TextBox 87">
            <a:extLst>
              <a:ext uri="{FF2B5EF4-FFF2-40B4-BE49-F238E27FC236}">
                <a16:creationId xmlns:a16="http://schemas.microsoft.com/office/drawing/2014/main" id="{CDB20056-ED24-BB1E-9904-1AAB11677A4A}"/>
              </a:ext>
            </a:extLst>
          </p:cNvPr>
          <p:cNvSpPr txBox="1">
            <a:spLocks/>
          </p:cNvSpPr>
          <p:nvPr/>
        </p:nvSpPr>
        <p:spPr>
          <a:xfrm>
            <a:off x="3275772" y="5299013"/>
            <a:ext cx="2677213" cy="369332"/>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High volume, low customization products – </a:t>
            </a:r>
            <a:r>
              <a:rPr lang="en-US" sz="1200" b="1" dirty="0"/>
              <a:t>Retail / SBB </a:t>
            </a:r>
            <a:r>
              <a:rPr lang="en-US" sz="1200" b="1" dirty="0" err="1"/>
              <a:t>LoBs</a:t>
            </a:r>
            <a:endParaRPr lang="en-US" sz="1200" b="1" dirty="0"/>
          </a:p>
        </p:txBody>
      </p:sp>
      <p:sp>
        <p:nvSpPr>
          <p:cNvPr id="89" name="TextBox 88">
            <a:extLst>
              <a:ext uri="{FF2B5EF4-FFF2-40B4-BE49-F238E27FC236}">
                <a16:creationId xmlns:a16="http://schemas.microsoft.com/office/drawing/2014/main" id="{8D7A2D04-47AF-6EA9-1668-EC786BBAFAF2}"/>
              </a:ext>
            </a:extLst>
          </p:cNvPr>
          <p:cNvSpPr txBox="1">
            <a:spLocks/>
          </p:cNvSpPr>
          <p:nvPr/>
        </p:nvSpPr>
        <p:spPr>
          <a:xfrm>
            <a:off x="6116083" y="5299013"/>
            <a:ext cx="2677213" cy="553998"/>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Low-High volume, little-medium customization products – </a:t>
            </a:r>
            <a:r>
              <a:rPr lang="en-US" sz="1200" b="1" dirty="0"/>
              <a:t>SBB / Commercial </a:t>
            </a:r>
            <a:r>
              <a:rPr lang="en-US" sz="1200" b="1" dirty="0" err="1"/>
              <a:t>LoBs</a:t>
            </a:r>
            <a:endParaRPr lang="en-US" sz="1200" b="1" dirty="0"/>
          </a:p>
        </p:txBody>
      </p:sp>
      <p:sp>
        <p:nvSpPr>
          <p:cNvPr id="90" name="TextBox 89">
            <a:extLst>
              <a:ext uri="{FF2B5EF4-FFF2-40B4-BE49-F238E27FC236}">
                <a16:creationId xmlns:a16="http://schemas.microsoft.com/office/drawing/2014/main" id="{59973100-E9C5-505B-A5C2-417CEB3BC963}"/>
              </a:ext>
            </a:extLst>
          </p:cNvPr>
          <p:cNvSpPr txBox="1">
            <a:spLocks/>
          </p:cNvSpPr>
          <p:nvPr/>
        </p:nvSpPr>
        <p:spPr>
          <a:xfrm>
            <a:off x="8956342" y="5299013"/>
            <a:ext cx="2677213" cy="369332"/>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High level of customization - </a:t>
            </a:r>
            <a:r>
              <a:rPr lang="en-US" sz="1200" b="1" dirty="0"/>
              <a:t>Digital attackers, Banking-as-a-Service</a:t>
            </a:r>
          </a:p>
        </p:txBody>
      </p:sp>
      <p:sp>
        <p:nvSpPr>
          <p:cNvPr id="92" name="TextBox 91">
            <a:extLst>
              <a:ext uri="{FF2B5EF4-FFF2-40B4-BE49-F238E27FC236}">
                <a16:creationId xmlns:a16="http://schemas.microsoft.com/office/drawing/2014/main" id="{90E3E7F0-4F39-00F0-351C-E8C05D1D0B53}"/>
              </a:ext>
            </a:extLst>
          </p:cNvPr>
          <p:cNvSpPr txBox="1">
            <a:spLocks/>
          </p:cNvSpPr>
          <p:nvPr/>
        </p:nvSpPr>
        <p:spPr>
          <a:xfrm>
            <a:off x="3275772" y="5924250"/>
            <a:ext cx="8343622" cy="461665"/>
          </a:xfrm>
          <a:prstGeom prst="rect">
            <a:avLst/>
          </a:prstGeom>
          <a:solidFill>
            <a:srgbClr val="E6E6E6"/>
          </a:solidFill>
        </p:spPr>
        <p:txBody>
          <a:bodyPr vert="horz" wrap="square" lIns="45720" tIns="45720" rIns="45720" bIns="45720" rtlCol="0" anchor="ctr" anchorCtr="1">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dirty="0"/>
              <a:t>For hybrid archetype, cost to operate is high as while hollowing out select capabilities, banks are bearing the costs of sourcing them through 3-party vendors or building them in-house, without saving on the core</a:t>
            </a:r>
          </a:p>
        </p:txBody>
      </p:sp>
      <p:sp>
        <p:nvSpPr>
          <p:cNvPr id="93" name="Freeform: Shape 92">
            <a:extLst>
              <a:ext uri="{FF2B5EF4-FFF2-40B4-BE49-F238E27FC236}">
                <a16:creationId xmlns:a16="http://schemas.microsoft.com/office/drawing/2014/main" id="{87109AE0-5B1D-E855-DE08-8ABBCD082BB2}"/>
              </a:ext>
            </a:extLst>
          </p:cNvPr>
          <p:cNvSpPr/>
          <p:nvPr/>
        </p:nvSpPr>
        <p:spPr>
          <a:xfrm>
            <a:off x="8718550" y="4686300"/>
            <a:ext cx="152400" cy="1238250"/>
          </a:xfrm>
          <a:custGeom>
            <a:avLst/>
            <a:gdLst>
              <a:gd name="csX0" fmla="*/ 0 w 152400"/>
              <a:gd name="csY0" fmla="*/ 0 h 1238250"/>
              <a:gd name="csX1" fmla="*/ 152400 w 152400"/>
              <a:gd name="csY1" fmla="*/ 0 h 1238250"/>
              <a:gd name="csX2" fmla="*/ 152400 w 152400"/>
              <a:gd name="csY2" fmla="*/ 1238250 h 1238250"/>
            </a:gdLst>
            <a:ahLst/>
            <a:cxnLst>
              <a:cxn ang="0">
                <a:pos x="csX0" y="csY0"/>
              </a:cxn>
              <a:cxn ang="0">
                <a:pos x="csX1" y="csY1"/>
              </a:cxn>
              <a:cxn ang="0">
                <a:pos x="csX2" y="csY2"/>
              </a:cxn>
            </a:cxnLst>
            <a:rect l="l" t="t" r="r" b="b"/>
            <a:pathLst>
              <a:path w="152400" h="1238250">
                <a:moveTo>
                  <a:pt x="0" y="0"/>
                </a:moveTo>
                <a:lnTo>
                  <a:pt x="152400" y="0"/>
                </a:lnTo>
                <a:lnTo>
                  <a:pt x="152400" y="1238250"/>
                </a:lnTo>
              </a:path>
            </a:pathLst>
          </a:custGeom>
          <a:noFill/>
          <a:ln w="6350" cap="sq">
            <a:solidFill>
              <a:srgbClr val="75757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10" name="Group 109">
            <a:extLst>
              <a:ext uri="{FF2B5EF4-FFF2-40B4-BE49-F238E27FC236}">
                <a16:creationId xmlns:a16="http://schemas.microsoft.com/office/drawing/2014/main" id="{8EA47BCA-90FD-6E84-94F8-5B7C2E6E409F}"/>
              </a:ext>
            </a:extLst>
          </p:cNvPr>
          <p:cNvGrpSpPr/>
          <p:nvPr/>
        </p:nvGrpSpPr>
        <p:grpSpPr>
          <a:xfrm>
            <a:off x="9371419" y="981084"/>
            <a:ext cx="2265845" cy="153888"/>
            <a:chOff x="9655287" y="981084"/>
            <a:chExt cx="2265845" cy="153888"/>
          </a:xfrm>
        </p:grpSpPr>
        <p:grpSp>
          <p:nvGrpSpPr>
            <p:cNvPr id="109" name="Group 108">
              <a:extLst>
                <a:ext uri="{FF2B5EF4-FFF2-40B4-BE49-F238E27FC236}">
                  <a16:creationId xmlns:a16="http://schemas.microsoft.com/office/drawing/2014/main" id="{F6E47899-904B-C0B1-A5F5-E5464B814E7F}"/>
                </a:ext>
              </a:extLst>
            </p:cNvPr>
            <p:cNvGrpSpPr/>
            <p:nvPr/>
          </p:nvGrpSpPr>
          <p:grpSpPr>
            <a:xfrm>
              <a:off x="9655287" y="981084"/>
              <a:ext cx="1063489" cy="153888"/>
              <a:chOff x="9655287" y="981084"/>
              <a:chExt cx="1063489" cy="153888"/>
            </a:xfrm>
          </p:grpSpPr>
          <p:sp>
            <p:nvSpPr>
              <p:cNvPr id="95" name="RectangleLegend1">
                <a:extLst>
                  <a:ext uri="{FF2B5EF4-FFF2-40B4-BE49-F238E27FC236}">
                    <a16:creationId xmlns:a16="http://schemas.microsoft.com/office/drawing/2014/main" id="{89F2CEA4-FC83-5100-3048-C01FFE583D8C}"/>
                  </a:ext>
                </a:extLst>
              </p:cNvPr>
              <p:cNvSpPr>
                <a:spLocks/>
              </p:cNvSpPr>
              <p:nvPr/>
            </p:nvSpPr>
            <p:spPr>
              <a:xfrm>
                <a:off x="9655287" y="981084"/>
                <a:ext cx="155448" cy="153888"/>
              </a:xfrm>
              <a:prstGeom prst="rect">
                <a:avLst/>
              </a:prstGeom>
              <a:solidFill>
                <a:schemeClr val="accent4"/>
              </a:solidFill>
            </p:spPr>
            <p:txBody>
              <a:bodyPr vert="horz" wrap="square" lIns="0" tIns="66675" rIns="0" bIns="0" rtlCol="0">
                <a:noAutofit/>
              </a:bodyPr>
              <a:lstStyle/>
              <a:p>
                <a:pPr marL="9525" algn="ctr">
                  <a:spcBef>
                    <a:spcPts val="525"/>
                  </a:spcBef>
                </a:pPr>
                <a:endParaRPr lang="en-US" sz="1200" b="1" spc="-20" err="1">
                  <a:solidFill>
                    <a:srgbClr val="FFFFFF"/>
                  </a:solidFill>
                  <a:latin typeface="Arial"/>
                  <a:cs typeface="Arial"/>
                </a:endParaRPr>
              </a:p>
            </p:txBody>
          </p:sp>
          <p:sp>
            <p:nvSpPr>
              <p:cNvPr id="100" name="Legend1">
                <a:extLst>
                  <a:ext uri="{FF2B5EF4-FFF2-40B4-BE49-F238E27FC236}">
                    <a16:creationId xmlns:a16="http://schemas.microsoft.com/office/drawing/2014/main" id="{293843F1-D02D-8C8A-0F81-2A9546965E68}"/>
                  </a:ext>
                </a:extLst>
              </p:cNvPr>
              <p:cNvSpPr txBox="1"/>
              <p:nvPr/>
            </p:nvSpPr>
            <p:spPr>
              <a:xfrm>
                <a:off x="9882008" y="981084"/>
                <a:ext cx="836768" cy="153888"/>
              </a:xfrm>
              <a:prstGeom prst="rect">
                <a:avLst/>
              </a:prstGeom>
              <a:noFill/>
              <a:ln>
                <a:noFill/>
                <a:miter lim="800000"/>
              </a:ln>
            </p:spPr>
            <p:txBody>
              <a:bodyPr wrap="none" lIns="0" tIns="0" rIns="0" bIns="0" rtlCol="0" anchor="ctr" anchorCtr="0">
                <a:noAutofit/>
              </a:bodyPr>
              <a:lstStyle/>
              <a:p>
                <a:pPr>
                  <a:spcAft>
                    <a:spcPts val="600"/>
                  </a:spcAft>
                </a:pPr>
                <a:r>
                  <a:rPr lang="en-US" sz="1000"/>
                  <a:t>Most favorable</a:t>
                </a:r>
              </a:p>
            </p:txBody>
          </p:sp>
        </p:grpSp>
        <p:grpSp>
          <p:nvGrpSpPr>
            <p:cNvPr id="108" name="Group 107">
              <a:extLst>
                <a:ext uri="{FF2B5EF4-FFF2-40B4-BE49-F238E27FC236}">
                  <a16:creationId xmlns:a16="http://schemas.microsoft.com/office/drawing/2014/main" id="{EC5A09C4-251B-2DD2-AEDE-12B04542DB1D}"/>
                </a:ext>
              </a:extLst>
            </p:cNvPr>
            <p:cNvGrpSpPr/>
            <p:nvPr/>
          </p:nvGrpSpPr>
          <p:grpSpPr>
            <a:xfrm>
              <a:off x="10823980" y="981084"/>
              <a:ext cx="1097152" cy="153888"/>
              <a:chOff x="10971618" y="981084"/>
              <a:chExt cx="1097152" cy="153888"/>
            </a:xfrm>
          </p:grpSpPr>
          <p:sp>
            <p:nvSpPr>
              <p:cNvPr id="96" name="RectangleLegend2">
                <a:extLst>
                  <a:ext uri="{FF2B5EF4-FFF2-40B4-BE49-F238E27FC236}">
                    <a16:creationId xmlns:a16="http://schemas.microsoft.com/office/drawing/2014/main" id="{C7CDD623-2E68-DFD2-6ED0-05DB9696FC7D}"/>
                  </a:ext>
                </a:extLst>
              </p:cNvPr>
              <p:cNvSpPr>
                <a:spLocks/>
              </p:cNvSpPr>
              <p:nvPr/>
            </p:nvSpPr>
            <p:spPr>
              <a:xfrm>
                <a:off x="10971618" y="981084"/>
                <a:ext cx="155448" cy="153888"/>
              </a:xfrm>
              <a:prstGeom prst="rect">
                <a:avLst/>
              </a:prstGeom>
              <a:solidFill>
                <a:srgbClr val="C6EAD3"/>
              </a:solidFill>
            </p:spPr>
            <p:txBody>
              <a:bodyPr vert="horz" wrap="square" lIns="0" tIns="66675" rIns="0" bIns="0" rtlCol="0">
                <a:noAutofit/>
              </a:bodyPr>
              <a:lstStyle/>
              <a:p>
                <a:pPr marL="635" algn="ctr">
                  <a:spcBef>
                    <a:spcPts val="525"/>
                  </a:spcBef>
                </a:pPr>
                <a:endParaRPr lang="en-US" sz="1200" b="1" spc="-25" err="1">
                  <a:solidFill>
                    <a:schemeClr val="tx1"/>
                  </a:solidFill>
                  <a:latin typeface="Arial"/>
                  <a:cs typeface="Arial"/>
                </a:endParaRPr>
              </a:p>
            </p:txBody>
          </p:sp>
          <p:sp>
            <p:nvSpPr>
              <p:cNvPr id="101" name="Legend2">
                <a:extLst>
                  <a:ext uri="{FF2B5EF4-FFF2-40B4-BE49-F238E27FC236}">
                    <a16:creationId xmlns:a16="http://schemas.microsoft.com/office/drawing/2014/main" id="{210FA47F-4019-0CD8-2262-359C850676B2}"/>
                  </a:ext>
                </a:extLst>
              </p:cNvPr>
              <p:cNvSpPr txBox="1">
                <a:spLocks/>
              </p:cNvSpPr>
              <p:nvPr/>
            </p:nvSpPr>
            <p:spPr>
              <a:xfrm>
                <a:off x="11198339" y="981084"/>
                <a:ext cx="870431" cy="153888"/>
              </a:xfrm>
              <a:prstGeom prst="rect">
                <a:avLst/>
              </a:prstGeom>
              <a:noFill/>
              <a:ln>
                <a:noFill/>
                <a:miter lim="800000"/>
              </a:ln>
            </p:spPr>
            <p:txBody>
              <a:bodyPr wrap="none" lIns="0" tIns="0" rIns="0" bIns="0" rtlCol="0" anchor="ctr" anchorCtr="0">
                <a:noAutofit/>
              </a:bodyPr>
              <a:lstStyle/>
              <a:p>
                <a:pPr>
                  <a:spcAft>
                    <a:spcPts val="600"/>
                  </a:spcAft>
                </a:pPr>
                <a:r>
                  <a:rPr lang="en-US" sz="1000"/>
                  <a:t>Least favorable</a:t>
                </a:r>
              </a:p>
            </p:txBody>
          </p:sp>
        </p:grpSp>
      </p:grpSp>
    </p:spTree>
    <p:custDataLst>
      <p:tags r:id="rId1"/>
    </p:custDataLst>
    <p:extLst>
      <p:ext uri="{BB962C8B-B14F-4D97-AF65-F5344CB8AC3E}">
        <p14:creationId xmlns:p14="http://schemas.microsoft.com/office/powerpoint/2010/main" val="1564320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1EC92-8997-3CE5-2C0B-BBEEDD15097D}"/>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F953F753-C691-5F0E-2803-340CC57F2E32}"/>
              </a:ext>
            </a:extLst>
          </p:cNvPr>
          <p:cNvGraphicFramePr>
            <a:graphicFrameLocks noChangeAspect="1"/>
          </p:cNvGraphicFramePr>
          <p:nvPr>
            <p:custDataLst>
              <p:tags r:id="rId2"/>
            </p:custDataLst>
            <p:extLst>
              <p:ext uri="{D42A27DB-BD31-4B8C-83A1-F6EECF244321}">
                <p14:modId xmlns:p14="http://schemas.microsoft.com/office/powerpoint/2010/main" val="2470040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84" imgH="486" progId="TCLayout.ActiveDocument.1">
                  <p:embed/>
                </p:oleObj>
              </mc:Choice>
              <mc:Fallback>
                <p:oleObj name="think-cell Slide" r:id="rId6" imgW="484" imgH="486" progId="TCLayout.ActiveDocument.1">
                  <p:embed/>
                  <p:pic>
                    <p:nvPicPr>
                      <p:cNvPr id="5" name="Object 2" hidden="1">
                        <a:extLst>
                          <a:ext uri="{FF2B5EF4-FFF2-40B4-BE49-F238E27FC236}">
                            <a16:creationId xmlns:a16="http://schemas.microsoft.com/office/drawing/2014/main" id="{F953F753-C691-5F0E-2803-340CC57F2E3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FDAB4ECB-4027-14DC-04C6-E0CF539B42E1}"/>
              </a:ext>
            </a:extLst>
          </p:cNvPr>
          <p:cNvSpPr>
            <a:spLocks noGrp="1"/>
          </p:cNvSpPr>
          <p:nvPr>
            <p:ph type="title"/>
          </p:nvPr>
        </p:nvSpPr>
        <p:spPr>
          <a:xfrm>
            <a:off x="547688" y="89070"/>
            <a:ext cx="11082528" cy="1107996"/>
          </a:xfrm>
        </p:spPr>
        <p:txBody>
          <a:bodyPr vert="horz"/>
          <a:lstStyle/>
          <a:p>
            <a:r>
              <a:rPr lang="en-US" dirty="0"/>
              <a:t>Migrating to a modern thin core platform is</a:t>
            </a:r>
            <a:br>
              <a:rPr lang="en-US" dirty="0"/>
            </a:br>
            <a:r>
              <a:rPr lang="en-US" dirty="0"/>
              <a:t>expected to improve customer experience and enable lower cost to scale with long-term economic trade-offs not fully assessed	</a:t>
            </a:r>
            <a:endParaRPr lang="sv-SE" dirty="0"/>
          </a:p>
        </p:txBody>
      </p:sp>
      <p:sp>
        <p:nvSpPr>
          <p:cNvPr id="9" name="Text Placeholder 8">
            <a:extLst>
              <a:ext uri="{FF2B5EF4-FFF2-40B4-BE49-F238E27FC236}">
                <a16:creationId xmlns:a16="http://schemas.microsoft.com/office/drawing/2014/main" id="{E7FCF18F-9202-64FC-EE95-C937884E683A}"/>
              </a:ext>
            </a:extLst>
          </p:cNvPr>
          <p:cNvSpPr>
            <a:spLocks noGrp="1"/>
          </p:cNvSpPr>
          <p:nvPr>
            <p:ph type="body" sz="quarter" idx="10"/>
          </p:nvPr>
        </p:nvSpPr>
        <p:spPr/>
        <p:txBody>
          <a:bodyPr/>
          <a:lstStyle/>
          <a:p>
            <a:r>
              <a:rPr lang="en-US"/>
              <a:t>Expected benefits from migrating to a thin core platform</a:t>
            </a:r>
          </a:p>
        </p:txBody>
      </p:sp>
      <p:sp>
        <p:nvSpPr>
          <p:cNvPr id="12" name="5. Source">
            <a:extLst>
              <a:ext uri="{FF2B5EF4-FFF2-40B4-BE49-F238E27FC236}">
                <a16:creationId xmlns:a16="http://schemas.microsoft.com/office/drawing/2014/main" id="{849B3CC3-FB2B-48F3-D22E-A18E7E0A2BD4}"/>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Industry experts’ interviews, McKinsey analysis</a:t>
            </a:r>
          </a:p>
        </p:txBody>
      </p:sp>
      <p:sp>
        <p:nvSpPr>
          <p:cNvPr id="13" name="4. Footnote">
            <a:extLst>
              <a:ext uri="{FF2B5EF4-FFF2-40B4-BE49-F238E27FC236}">
                <a16:creationId xmlns:a16="http://schemas.microsoft.com/office/drawing/2014/main" id="{6BBF8392-1C29-DD11-9AF8-40DE778B98B6}"/>
              </a:ext>
            </a:extLst>
          </p:cNvPr>
          <p:cNvSpPr txBox="1"/>
          <p:nvPr>
            <p:custDataLst>
              <p:tags r:id="rId4"/>
            </p:custDataLst>
          </p:nvPr>
        </p:nvSpPr>
        <p:spPr>
          <a:xfrm>
            <a:off x="553972" y="6279028"/>
            <a:ext cx="7278624"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1.	E.g., more accurate pricing, enhanced products’ cross-selling</a:t>
            </a:r>
          </a:p>
        </p:txBody>
      </p:sp>
      <p:grpSp>
        <p:nvGrpSpPr>
          <p:cNvPr id="14" name="sticker">
            <a:extLst>
              <a:ext uri="{FF2B5EF4-FFF2-40B4-BE49-F238E27FC236}">
                <a16:creationId xmlns:a16="http://schemas.microsoft.com/office/drawing/2014/main" id="{944ECC4B-4991-A3F9-DBC4-2981D5274B8D}"/>
              </a:ext>
            </a:extLst>
          </p:cNvPr>
          <p:cNvGrpSpPr/>
          <p:nvPr/>
        </p:nvGrpSpPr>
        <p:grpSpPr>
          <a:xfrm>
            <a:off x="558192" y="1261086"/>
            <a:ext cx="929742" cy="156966"/>
            <a:chOff x="558192" y="1289273"/>
            <a:chExt cx="929742" cy="156966"/>
          </a:xfrm>
        </p:grpSpPr>
        <p:sp>
          <p:nvSpPr>
            <p:cNvPr id="15" name="StickerRectangle">
              <a:extLst>
                <a:ext uri="{FF2B5EF4-FFF2-40B4-BE49-F238E27FC236}">
                  <a16:creationId xmlns:a16="http://schemas.microsoft.com/office/drawing/2014/main" id="{B01356BE-C4AB-C18C-19DA-FE45C1041959}"/>
                </a:ext>
              </a:extLst>
            </p:cNvPr>
            <p:cNvSpPr>
              <a:spLocks noChangeArrowheads="1"/>
            </p:cNvSpPr>
            <p:nvPr userDrawn="1"/>
          </p:nvSpPr>
          <p:spPr bwMode="gray">
            <a:xfrm>
              <a:off x="558192" y="1289273"/>
              <a:ext cx="92974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Not-</a:t>
              </a:r>
              <a:r>
                <a:rPr lang="en-US" sz="900" b="1" spc="50" dirty="0" err="1">
                  <a:ln w="3175">
                    <a:noFill/>
                  </a:ln>
                  <a:solidFill>
                    <a:schemeClr val="tx1"/>
                  </a:solidFill>
                </a:rPr>
                <a:t>Exahustive</a:t>
              </a:r>
              <a:endParaRPr lang="en-US" sz="800" baseline="0" dirty="0">
                <a:solidFill>
                  <a:schemeClr val="tx1"/>
                </a:solidFill>
                <a:latin typeface="+mn-lt"/>
                <a:ea typeface="+mn-ea"/>
              </a:endParaRPr>
            </a:p>
          </p:txBody>
        </p:sp>
        <p:cxnSp>
          <p:nvCxnSpPr>
            <p:cNvPr id="16" name="StickerUnderline">
              <a:extLst>
                <a:ext uri="{FF2B5EF4-FFF2-40B4-BE49-F238E27FC236}">
                  <a16:creationId xmlns:a16="http://schemas.microsoft.com/office/drawing/2014/main" id="{7359D37E-C550-E460-1262-CA78D8197D70}"/>
                </a:ext>
              </a:extLst>
            </p:cNvPr>
            <p:cNvCxnSpPr>
              <a:cxnSpLocks noChangeShapeType="1"/>
              <a:stCxn id="15" idx="4"/>
              <a:endCxn id="15" idx="6"/>
            </p:cNvCxnSpPr>
            <p:nvPr/>
          </p:nvCxnSpPr>
          <p:spPr bwMode="gray">
            <a:xfrm>
              <a:off x="558192" y="1446239"/>
              <a:ext cx="92974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 name="sticker">
            <a:extLst>
              <a:ext uri="{FF2B5EF4-FFF2-40B4-BE49-F238E27FC236}">
                <a16:creationId xmlns:a16="http://schemas.microsoft.com/office/drawing/2014/main" id="{CB004C2F-F29F-CF9F-9CBA-6B441DD08386}"/>
              </a:ext>
            </a:extLst>
          </p:cNvPr>
          <p:cNvGrpSpPr/>
          <p:nvPr/>
        </p:nvGrpSpPr>
        <p:grpSpPr>
          <a:xfrm>
            <a:off x="1561492" y="1261086"/>
            <a:ext cx="698909" cy="156966"/>
            <a:chOff x="558192" y="1289273"/>
            <a:chExt cx="698909" cy="156966"/>
          </a:xfrm>
        </p:grpSpPr>
        <p:sp>
          <p:nvSpPr>
            <p:cNvPr id="18" name="StickerRectangle">
              <a:extLst>
                <a:ext uri="{FF2B5EF4-FFF2-40B4-BE49-F238E27FC236}">
                  <a16:creationId xmlns:a16="http://schemas.microsoft.com/office/drawing/2014/main" id="{68D6A55D-36D3-C83D-FC1B-EEB4F68E528F}"/>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19" name="StickerUnderline">
              <a:extLst>
                <a:ext uri="{FF2B5EF4-FFF2-40B4-BE49-F238E27FC236}">
                  <a16:creationId xmlns:a16="http://schemas.microsoft.com/office/drawing/2014/main" id="{10AB2F7E-5028-5ABB-DF4A-B56FF25A6064}"/>
                </a:ext>
              </a:extLst>
            </p:cNvPr>
            <p:cNvCxnSpPr>
              <a:cxnSpLocks noChangeShapeType="1"/>
              <a:stCxn id="18" idx="4"/>
              <a:endCxn id="18"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32" name="Group 31">
            <a:extLst>
              <a:ext uri="{FF2B5EF4-FFF2-40B4-BE49-F238E27FC236}">
                <a16:creationId xmlns:a16="http://schemas.microsoft.com/office/drawing/2014/main" id="{BD013BDB-8600-08A6-6586-7B643D3A9AB6}"/>
              </a:ext>
            </a:extLst>
          </p:cNvPr>
          <p:cNvGrpSpPr>
            <a:grpSpLocks/>
          </p:cNvGrpSpPr>
          <p:nvPr/>
        </p:nvGrpSpPr>
        <p:grpSpPr>
          <a:xfrm>
            <a:off x="554737" y="1984946"/>
            <a:ext cx="8307323" cy="738664"/>
            <a:chOff x="554736" y="2028274"/>
            <a:chExt cx="8307323" cy="738664"/>
          </a:xfrm>
        </p:grpSpPr>
        <p:sp>
          <p:nvSpPr>
            <p:cNvPr id="22" name="TextBox 21">
              <a:extLst>
                <a:ext uri="{FF2B5EF4-FFF2-40B4-BE49-F238E27FC236}">
                  <a16:creationId xmlns:a16="http://schemas.microsoft.com/office/drawing/2014/main" id="{AA1424CD-2A2A-5A03-995F-729792EB83E0}"/>
                </a:ext>
              </a:extLst>
            </p:cNvPr>
            <p:cNvSpPr txBox="1">
              <a:spLocks/>
            </p:cNvSpPr>
            <p:nvPr/>
          </p:nvSpPr>
          <p:spPr>
            <a:xfrm>
              <a:off x="554736" y="2028274"/>
              <a:ext cx="2026539" cy="55399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Win customer experience through more informed RM decision making</a:t>
              </a:r>
            </a:p>
          </p:txBody>
        </p:sp>
        <p:sp>
          <p:nvSpPr>
            <p:cNvPr id="24" name="TextBox 23">
              <a:extLst>
                <a:ext uri="{FF2B5EF4-FFF2-40B4-BE49-F238E27FC236}">
                  <a16:creationId xmlns:a16="http://schemas.microsoft.com/office/drawing/2014/main" id="{5773BD28-014A-9DD3-2E45-CDF9102026EE}"/>
                </a:ext>
              </a:extLst>
            </p:cNvPr>
            <p:cNvSpPr txBox="1">
              <a:spLocks/>
            </p:cNvSpPr>
            <p:nvPr/>
          </p:nvSpPr>
          <p:spPr>
            <a:xfrm>
              <a:off x="2802635" y="2028274"/>
              <a:ext cx="6059424"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Use of real-time data and more integrated customer view enabled by modern thin platforms improves RM decision making</a:t>
              </a:r>
              <a:r>
                <a:rPr lang="en-US" sz="1200" b="1" baseline="30000" dirty="0"/>
                <a:t>1</a:t>
              </a:r>
              <a:r>
                <a:rPr lang="en-US" sz="1200" dirty="0"/>
                <a:t>. Thin core platforms are suited for real-time data (vs. data in batches in many legacy monolithic platforms) and allow for a larger set of capabilities in the surrounds to access these broader sets of data in a faster way</a:t>
              </a:r>
            </a:p>
          </p:txBody>
        </p:sp>
      </p:grpSp>
      <p:sp>
        <p:nvSpPr>
          <p:cNvPr id="26" name="TextBox 25">
            <a:extLst>
              <a:ext uri="{FF2B5EF4-FFF2-40B4-BE49-F238E27FC236}">
                <a16:creationId xmlns:a16="http://schemas.microsoft.com/office/drawing/2014/main" id="{0CF8BB03-067F-73DE-65AF-4A52AA363B0C}"/>
              </a:ext>
            </a:extLst>
          </p:cNvPr>
          <p:cNvSpPr txBox="1">
            <a:spLocks/>
          </p:cNvSpPr>
          <p:nvPr/>
        </p:nvSpPr>
        <p:spPr>
          <a:xfrm>
            <a:off x="9182100" y="1588645"/>
            <a:ext cx="2455164" cy="4439677"/>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Nevertheless, </a:t>
            </a:r>
            <a:r>
              <a:rPr lang="en-US" sz="1200" b="1" dirty="0"/>
              <a:t>modernizing platform and thinning core has its challenges:</a:t>
            </a:r>
          </a:p>
          <a:p>
            <a:pPr lvl="1"/>
            <a:r>
              <a:rPr lang="en-US" sz="1200" dirty="0"/>
              <a:t>There are </a:t>
            </a:r>
            <a:r>
              <a:rPr lang="en-US" sz="1200" b="1" dirty="0"/>
              <a:t>transitions costs and transformation risks </a:t>
            </a:r>
            <a:r>
              <a:rPr lang="en-US" sz="1200" dirty="0"/>
              <a:t>as the migration journey may be long and complex (many transformations take years to be completed)</a:t>
            </a:r>
          </a:p>
          <a:p>
            <a:pPr lvl="1"/>
            <a:r>
              <a:rPr lang="en-US" sz="1200" dirty="0"/>
              <a:t>Banks need to have the capability to manage and operate with a </a:t>
            </a:r>
            <a:r>
              <a:rPr lang="en-US" sz="1200" b="1" dirty="0"/>
              <a:t>more complex tech architecture</a:t>
            </a:r>
          </a:p>
          <a:p>
            <a:pPr lvl="1"/>
            <a:r>
              <a:rPr lang="en-US" sz="1200" dirty="0"/>
              <a:t>Banks need to have the ability to </a:t>
            </a:r>
            <a:r>
              <a:rPr lang="en-US" sz="1200" b="1" dirty="0"/>
              <a:t>manage broader internal teams of highly specialized talents</a:t>
            </a:r>
          </a:p>
          <a:p>
            <a:r>
              <a:rPr lang="en-US" sz="1200" b="1" dirty="0"/>
              <a:t>Long-term economic trade offs of moving to archetype 3 are not fully clear </a:t>
            </a:r>
            <a:r>
              <a:rPr lang="en-US" sz="1200" dirty="0"/>
              <a:t>and are being assessed by the industry as the underlying technology is novel and being developed over the past few years</a:t>
            </a:r>
          </a:p>
        </p:txBody>
      </p:sp>
      <p:cxnSp>
        <p:nvCxnSpPr>
          <p:cNvPr id="31" name="Straight Connector 30">
            <a:extLst>
              <a:ext uri="{FF2B5EF4-FFF2-40B4-BE49-F238E27FC236}">
                <a16:creationId xmlns:a16="http://schemas.microsoft.com/office/drawing/2014/main" id="{2690A98E-D428-F9E9-E50C-447E12F0D7A0}"/>
              </a:ext>
            </a:extLst>
          </p:cNvPr>
          <p:cNvCxnSpPr>
            <a:cxnSpLocks/>
          </p:cNvCxnSpPr>
          <p:nvPr/>
        </p:nvCxnSpPr>
        <p:spPr>
          <a:xfrm>
            <a:off x="9022077" y="1546093"/>
            <a:ext cx="0" cy="452478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D4B284BE-E903-EFBD-7347-0CFBD5652D1E}"/>
              </a:ext>
            </a:extLst>
          </p:cNvPr>
          <p:cNvGrpSpPr/>
          <p:nvPr/>
        </p:nvGrpSpPr>
        <p:grpSpPr>
          <a:xfrm>
            <a:off x="554735" y="1546093"/>
            <a:ext cx="8307319" cy="343611"/>
            <a:chOff x="554735" y="1909395"/>
            <a:chExt cx="8307319" cy="343611"/>
          </a:xfrm>
        </p:grpSpPr>
        <p:sp>
          <p:nvSpPr>
            <p:cNvPr id="36" name="Rectangle 35">
              <a:extLst>
                <a:ext uri="{FF2B5EF4-FFF2-40B4-BE49-F238E27FC236}">
                  <a16:creationId xmlns:a16="http://schemas.microsoft.com/office/drawing/2014/main" id="{1D137E40-7B8B-809B-8136-783AE432DB02}"/>
                </a:ext>
              </a:extLst>
            </p:cNvPr>
            <p:cNvSpPr/>
            <p:nvPr/>
          </p:nvSpPr>
          <p:spPr>
            <a:xfrm>
              <a:off x="554735" y="1909395"/>
              <a:ext cx="8307319" cy="343611"/>
            </a:xfrm>
            <a:prstGeom prst="rect">
              <a:avLst/>
            </a:prstGeom>
            <a:solidFill>
              <a:schemeClr val="bg1"/>
            </a:solidFill>
            <a:ln w="6350" cap="sq">
              <a:solidFill>
                <a:srgbClr val="75757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34" name="TextBox 33">
              <a:extLst>
                <a:ext uri="{FF2B5EF4-FFF2-40B4-BE49-F238E27FC236}">
                  <a16:creationId xmlns:a16="http://schemas.microsoft.com/office/drawing/2014/main" id="{D052F932-15B1-54A0-1D57-845A36301DD3}"/>
                </a:ext>
              </a:extLst>
            </p:cNvPr>
            <p:cNvSpPr txBox="1">
              <a:spLocks/>
            </p:cNvSpPr>
            <p:nvPr/>
          </p:nvSpPr>
          <p:spPr>
            <a:xfrm>
              <a:off x="663573" y="1993853"/>
              <a:ext cx="8089643" cy="184666"/>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i="1" dirty="0"/>
                <a:t>Why would a bank consider modernizing their core tech platform with a thinner core?</a:t>
              </a:r>
            </a:p>
          </p:txBody>
        </p:sp>
      </p:grpSp>
      <p:cxnSp>
        <p:nvCxnSpPr>
          <p:cNvPr id="39" name="Straight Connector 38">
            <a:extLst>
              <a:ext uri="{FF2B5EF4-FFF2-40B4-BE49-F238E27FC236}">
                <a16:creationId xmlns:a16="http://schemas.microsoft.com/office/drawing/2014/main" id="{9D07B391-A72C-A1D2-5AD4-73C354A2EE65}"/>
              </a:ext>
            </a:extLst>
          </p:cNvPr>
          <p:cNvCxnSpPr>
            <a:cxnSpLocks/>
          </p:cNvCxnSpPr>
          <p:nvPr/>
        </p:nvCxnSpPr>
        <p:spPr>
          <a:xfrm>
            <a:off x="554737" y="2818852"/>
            <a:ext cx="8307323"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23EC91D-C23D-3A8E-41C5-ECB8B98AE599}"/>
              </a:ext>
            </a:extLst>
          </p:cNvPr>
          <p:cNvGrpSpPr>
            <a:grpSpLocks/>
          </p:cNvGrpSpPr>
          <p:nvPr/>
        </p:nvGrpSpPr>
        <p:grpSpPr>
          <a:xfrm>
            <a:off x="554737" y="2914094"/>
            <a:ext cx="8307323" cy="553998"/>
            <a:chOff x="554736" y="2028274"/>
            <a:chExt cx="8307323" cy="553998"/>
          </a:xfrm>
        </p:grpSpPr>
        <p:sp>
          <p:nvSpPr>
            <p:cNvPr id="41" name="TextBox 40">
              <a:extLst>
                <a:ext uri="{FF2B5EF4-FFF2-40B4-BE49-F238E27FC236}">
                  <a16:creationId xmlns:a16="http://schemas.microsoft.com/office/drawing/2014/main" id="{F6144F8C-0D4D-D895-B81E-1D49DF26CE00}"/>
                </a:ext>
              </a:extLst>
            </p:cNvPr>
            <p:cNvSpPr txBox="1">
              <a:spLocks/>
            </p:cNvSpPr>
            <p:nvPr/>
          </p:nvSpPr>
          <p:spPr>
            <a:xfrm>
              <a:off x="554736" y="2028274"/>
              <a:ext cx="202653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Achieve cost efficiency at lower scale</a:t>
              </a:r>
            </a:p>
          </p:txBody>
        </p:sp>
        <p:sp>
          <p:nvSpPr>
            <p:cNvPr id="42" name="TextBox 41">
              <a:extLst>
                <a:ext uri="{FF2B5EF4-FFF2-40B4-BE49-F238E27FC236}">
                  <a16:creationId xmlns:a16="http://schemas.microsoft.com/office/drawing/2014/main" id="{84B2AA71-3F5C-96ED-0A27-39E97ACC6F85}"/>
                </a:ext>
              </a:extLst>
            </p:cNvPr>
            <p:cNvSpPr txBox="1">
              <a:spLocks/>
            </p:cNvSpPr>
            <p:nvPr/>
          </p:nvSpPr>
          <p:spPr>
            <a:xfrm>
              <a:off x="2802635" y="2028274"/>
              <a:ext cx="6059424" cy="55399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Modern </a:t>
              </a:r>
              <a:r>
                <a:rPr lang="en-US" sz="1200" b="1" dirty="0"/>
                <a:t>thin cores allow for on-demand scaling (pay-as-you-go SaaS) and greater use “per user” cost schemes </a:t>
              </a:r>
              <a:r>
                <a:rPr lang="en-US" sz="1200" dirty="0"/>
                <a:t>vs. typical monolithic core where costs structures are “per infrastructure” and have often pricing floors</a:t>
              </a:r>
            </a:p>
          </p:txBody>
        </p:sp>
      </p:grpSp>
      <p:cxnSp>
        <p:nvCxnSpPr>
          <p:cNvPr id="43" name="Straight Connector 42">
            <a:extLst>
              <a:ext uri="{FF2B5EF4-FFF2-40B4-BE49-F238E27FC236}">
                <a16:creationId xmlns:a16="http://schemas.microsoft.com/office/drawing/2014/main" id="{A0CC29BB-4594-2EAE-F3B4-856AB6960270}"/>
              </a:ext>
            </a:extLst>
          </p:cNvPr>
          <p:cNvCxnSpPr>
            <a:cxnSpLocks/>
          </p:cNvCxnSpPr>
          <p:nvPr/>
        </p:nvCxnSpPr>
        <p:spPr>
          <a:xfrm>
            <a:off x="554737" y="3563334"/>
            <a:ext cx="8307323"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614D8EE2-A3B7-2F87-638B-9CA443FCEE51}"/>
              </a:ext>
            </a:extLst>
          </p:cNvPr>
          <p:cNvGrpSpPr>
            <a:grpSpLocks/>
          </p:cNvGrpSpPr>
          <p:nvPr/>
        </p:nvGrpSpPr>
        <p:grpSpPr>
          <a:xfrm>
            <a:off x="554737" y="3658576"/>
            <a:ext cx="8307323" cy="738664"/>
            <a:chOff x="554736" y="2028274"/>
            <a:chExt cx="8307323" cy="738664"/>
          </a:xfrm>
        </p:grpSpPr>
        <p:sp>
          <p:nvSpPr>
            <p:cNvPr id="45" name="TextBox 44">
              <a:extLst>
                <a:ext uri="{FF2B5EF4-FFF2-40B4-BE49-F238E27FC236}">
                  <a16:creationId xmlns:a16="http://schemas.microsoft.com/office/drawing/2014/main" id="{20D44431-F2D3-8D1E-87D2-6E0277595CD8}"/>
                </a:ext>
              </a:extLst>
            </p:cNvPr>
            <p:cNvSpPr txBox="1">
              <a:spLocks/>
            </p:cNvSpPr>
            <p:nvPr/>
          </p:nvSpPr>
          <p:spPr>
            <a:xfrm>
              <a:off x="554736" y="2028274"/>
              <a:ext cx="2026539"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Increase flexibility</a:t>
              </a:r>
            </a:p>
          </p:txBody>
        </p:sp>
        <p:sp>
          <p:nvSpPr>
            <p:cNvPr id="46" name="TextBox 45">
              <a:extLst>
                <a:ext uri="{FF2B5EF4-FFF2-40B4-BE49-F238E27FC236}">
                  <a16:creationId xmlns:a16="http://schemas.microsoft.com/office/drawing/2014/main" id="{4D524551-9363-9726-1973-900C6FCDC8D6}"/>
                </a:ext>
              </a:extLst>
            </p:cNvPr>
            <p:cNvSpPr txBox="1">
              <a:spLocks/>
            </p:cNvSpPr>
            <p:nvPr/>
          </p:nvSpPr>
          <p:spPr>
            <a:xfrm>
              <a:off x="2802635" y="2028274"/>
              <a:ext cx="6059424"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Thin core platforms are more flexible and easier to upgrade </a:t>
              </a:r>
              <a:r>
                <a:rPr lang="en-US" sz="1200" dirty="0"/>
                <a:t>because their design decouples services to make each of their components independent and upgradable without any unexpected downstream breaks or unknown dependencies (i.e.,</a:t>
              </a:r>
              <a:br>
                <a:rPr lang="en-US" sz="1200" dirty="0"/>
              </a:br>
              <a:r>
                <a:rPr lang="en-US" sz="1200" dirty="0"/>
                <a:t>“butterfly effect”)</a:t>
              </a:r>
            </a:p>
          </p:txBody>
        </p:sp>
      </p:grpSp>
      <p:cxnSp>
        <p:nvCxnSpPr>
          <p:cNvPr id="47" name="Straight Connector 46">
            <a:extLst>
              <a:ext uri="{FF2B5EF4-FFF2-40B4-BE49-F238E27FC236}">
                <a16:creationId xmlns:a16="http://schemas.microsoft.com/office/drawing/2014/main" id="{D3140E82-8BB9-B6C1-D30A-D94F7F6131F2}"/>
              </a:ext>
            </a:extLst>
          </p:cNvPr>
          <p:cNvCxnSpPr>
            <a:cxnSpLocks/>
          </p:cNvCxnSpPr>
          <p:nvPr/>
        </p:nvCxnSpPr>
        <p:spPr>
          <a:xfrm>
            <a:off x="554737" y="4492482"/>
            <a:ext cx="8307323"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A65D86AE-9175-D112-6870-991AA5B8FC2A}"/>
              </a:ext>
            </a:extLst>
          </p:cNvPr>
          <p:cNvGrpSpPr>
            <a:grpSpLocks/>
          </p:cNvGrpSpPr>
          <p:nvPr/>
        </p:nvGrpSpPr>
        <p:grpSpPr>
          <a:xfrm>
            <a:off x="554737" y="4587724"/>
            <a:ext cx="8307323" cy="738664"/>
            <a:chOff x="554736" y="2028274"/>
            <a:chExt cx="8307323" cy="738664"/>
          </a:xfrm>
        </p:grpSpPr>
        <p:sp>
          <p:nvSpPr>
            <p:cNvPr id="49" name="TextBox 48">
              <a:extLst>
                <a:ext uri="{FF2B5EF4-FFF2-40B4-BE49-F238E27FC236}">
                  <a16:creationId xmlns:a16="http://schemas.microsoft.com/office/drawing/2014/main" id="{C3139C29-C887-FC6A-CA4C-D07AD43287DD}"/>
                </a:ext>
              </a:extLst>
            </p:cNvPr>
            <p:cNvSpPr txBox="1">
              <a:spLocks/>
            </p:cNvSpPr>
            <p:nvPr/>
          </p:nvSpPr>
          <p:spPr>
            <a:xfrm>
              <a:off x="554736" y="2028274"/>
              <a:ext cx="202653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Attract and retain future tech talent</a:t>
              </a:r>
            </a:p>
          </p:txBody>
        </p:sp>
        <p:sp>
          <p:nvSpPr>
            <p:cNvPr id="50" name="TextBox 49">
              <a:extLst>
                <a:ext uri="{FF2B5EF4-FFF2-40B4-BE49-F238E27FC236}">
                  <a16:creationId xmlns:a16="http://schemas.microsoft.com/office/drawing/2014/main" id="{2369C1F0-B07B-F209-B49C-0A502D874EB6}"/>
                </a:ext>
              </a:extLst>
            </p:cNvPr>
            <p:cNvSpPr txBox="1">
              <a:spLocks/>
            </p:cNvSpPr>
            <p:nvPr/>
          </p:nvSpPr>
          <p:spPr>
            <a:xfrm>
              <a:off x="2802635" y="2028274"/>
              <a:ext cx="6059424"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As competition for talents from tech firms and new digital attackers intensifies, modernizing the tech platform </a:t>
              </a:r>
              <a:r>
                <a:rPr lang="en-US" sz="1200" b="1" dirty="0"/>
                <a:t>makes banks better positioned to attract and retain future tech talent; </a:t>
              </a:r>
              <a:r>
                <a:rPr lang="en-US" sz="1200" dirty="0"/>
                <a:t>this will support continuous tech platform development focused on value creation</a:t>
              </a:r>
            </a:p>
          </p:txBody>
        </p:sp>
      </p:grpSp>
      <p:cxnSp>
        <p:nvCxnSpPr>
          <p:cNvPr id="51" name="Straight Connector 50">
            <a:extLst>
              <a:ext uri="{FF2B5EF4-FFF2-40B4-BE49-F238E27FC236}">
                <a16:creationId xmlns:a16="http://schemas.microsoft.com/office/drawing/2014/main" id="{106A6DE0-0FAD-F31A-0157-9A2E0AB2957F}"/>
              </a:ext>
            </a:extLst>
          </p:cNvPr>
          <p:cNvCxnSpPr>
            <a:cxnSpLocks/>
          </p:cNvCxnSpPr>
          <p:nvPr/>
        </p:nvCxnSpPr>
        <p:spPr>
          <a:xfrm>
            <a:off x="554737" y="5421630"/>
            <a:ext cx="8307323"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F526D0CD-45D2-6C06-36EB-68A80B6E541C}"/>
              </a:ext>
            </a:extLst>
          </p:cNvPr>
          <p:cNvGrpSpPr>
            <a:grpSpLocks/>
          </p:cNvGrpSpPr>
          <p:nvPr/>
        </p:nvGrpSpPr>
        <p:grpSpPr>
          <a:xfrm>
            <a:off x="554737" y="5516875"/>
            <a:ext cx="8307323" cy="553998"/>
            <a:chOff x="554736" y="2028274"/>
            <a:chExt cx="8307323" cy="553998"/>
          </a:xfrm>
        </p:grpSpPr>
        <p:sp>
          <p:nvSpPr>
            <p:cNvPr id="53" name="TextBox 52">
              <a:extLst>
                <a:ext uri="{FF2B5EF4-FFF2-40B4-BE49-F238E27FC236}">
                  <a16:creationId xmlns:a16="http://schemas.microsoft.com/office/drawing/2014/main" id="{EC4430CD-0BB9-9BD2-10D2-37404D9C4198}"/>
                </a:ext>
              </a:extLst>
            </p:cNvPr>
            <p:cNvSpPr txBox="1">
              <a:spLocks/>
            </p:cNvSpPr>
            <p:nvPr/>
          </p:nvSpPr>
          <p:spPr>
            <a:xfrm>
              <a:off x="554736" y="2028274"/>
              <a:ext cx="2026539" cy="55399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Reduce the risk of losing revenue pools due to digital attackers</a:t>
              </a:r>
            </a:p>
          </p:txBody>
        </p:sp>
        <p:sp>
          <p:nvSpPr>
            <p:cNvPr id="54" name="TextBox 53">
              <a:extLst>
                <a:ext uri="{FF2B5EF4-FFF2-40B4-BE49-F238E27FC236}">
                  <a16:creationId xmlns:a16="http://schemas.microsoft.com/office/drawing/2014/main" id="{31CBEF5A-3FDD-CFEA-B78B-34B659D65AC4}"/>
                </a:ext>
              </a:extLst>
            </p:cNvPr>
            <p:cNvSpPr txBox="1">
              <a:spLocks/>
            </p:cNvSpPr>
            <p:nvPr/>
          </p:nvSpPr>
          <p:spPr>
            <a:xfrm>
              <a:off x="2802635" y="2028274"/>
              <a:ext cx="6059424" cy="55399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As digital attackers are entering the commercial space, more tech-focused banks are transitioning toward thinner cores to be able to compete with cutting-edge digital services and </a:t>
              </a:r>
              <a:r>
                <a:rPr lang="en-US" sz="1200" b="1" dirty="0"/>
                <a:t>pre-empt potential loss of revenue pools</a:t>
              </a:r>
            </a:p>
          </p:txBody>
        </p:sp>
      </p:grpSp>
    </p:spTree>
    <p:custDataLst>
      <p:tags r:id="rId1"/>
    </p:custDataLst>
    <p:extLst>
      <p:ext uri="{BB962C8B-B14F-4D97-AF65-F5344CB8AC3E}">
        <p14:creationId xmlns:p14="http://schemas.microsoft.com/office/powerpoint/2010/main" val="2210778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906ED-278C-F90F-59E5-DEE2717D90E1}"/>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3D1FC18-1CBF-704D-9F7D-EE4A0207066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84" imgH="486" progId="TCLayout.ActiveDocument.1">
                  <p:embed/>
                </p:oleObj>
              </mc:Choice>
              <mc:Fallback>
                <p:oleObj name="think-cell Slide" r:id="rId18" imgW="484" imgH="486" progId="TCLayout.ActiveDocument.1">
                  <p:embed/>
                  <p:pic>
                    <p:nvPicPr>
                      <p:cNvPr id="5" name="Object 2" hidden="1">
                        <a:extLst>
                          <a:ext uri="{FF2B5EF4-FFF2-40B4-BE49-F238E27FC236}">
                            <a16:creationId xmlns:a16="http://schemas.microsoft.com/office/drawing/2014/main" id="{53D1FC18-1CBF-704D-9F7D-EE4A0207066B}"/>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29" name="Rectangle 128">
            <a:extLst>
              <a:ext uri="{FF2B5EF4-FFF2-40B4-BE49-F238E27FC236}">
                <a16:creationId xmlns:a16="http://schemas.microsoft.com/office/drawing/2014/main" id="{63D080CA-8851-4CA6-2978-CBFE1C634692}"/>
              </a:ext>
            </a:extLst>
          </p:cNvPr>
          <p:cNvSpPr>
            <a:spLocks/>
          </p:cNvSpPr>
          <p:nvPr/>
        </p:nvSpPr>
        <p:spPr>
          <a:xfrm>
            <a:off x="2696483" y="983488"/>
            <a:ext cx="2923391" cy="5131561"/>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6" name="Title 5">
            <a:extLst>
              <a:ext uri="{FF2B5EF4-FFF2-40B4-BE49-F238E27FC236}">
                <a16:creationId xmlns:a16="http://schemas.microsoft.com/office/drawing/2014/main" id="{DD125019-6427-01F3-F992-69E78B4F6AFB}"/>
              </a:ext>
            </a:extLst>
          </p:cNvPr>
          <p:cNvSpPr>
            <a:spLocks noGrp="1"/>
          </p:cNvSpPr>
          <p:nvPr>
            <p:ph type="title"/>
          </p:nvPr>
        </p:nvSpPr>
        <p:spPr/>
        <p:txBody>
          <a:bodyPr vert="horz"/>
          <a:lstStyle/>
          <a:p>
            <a:r>
              <a:rPr lang="en-US" dirty="0"/>
              <a:t>We will focus our attention on two core modernization approaches for Commercial and Small Business banking platform</a:t>
            </a:r>
            <a:endParaRPr lang="sv-SE" dirty="0"/>
          </a:p>
        </p:txBody>
      </p:sp>
      <p:sp>
        <p:nvSpPr>
          <p:cNvPr id="2" name="Subtitle 1">
            <a:extLst>
              <a:ext uri="{FF2B5EF4-FFF2-40B4-BE49-F238E27FC236}">
                <a16:creationId xmlns:a16="http://schemas.microsoft.com/office/drawing/2014/main" id="{852DAB7F-65F0-B0FC-9F55-DD738EE057B0}"/>
              </a:ext>
            </a:extLst>
          </p:cNvPr>
          <p:cNvSpPr>
            <a:spLocks noGrp="1"/>
          </p:cNvSpPr>
          <p:nvPr>
            <p:ph type="subTitle" idx="1"/>
          </p:nvPr>
        </p:nvSpPr>
        <p:spPr/>
        <p:txBody>
          <a:bodyPr/>
          <a:lstStyle/>
          <a:p>
            <a:endParaRPr lang="sv-SE"/>
          </a:p>
        </p:txBody>
      </p:sp>
      <p:sp>
        <p:nvSpPr>
          <p:cNvPr id="10" name="Text Placeholder 9">
            <a:extLst>
              <a:ext uri="{FF2B5EF4-FFF2-40B4-BE49-F238E27FC236}">
                <a16:creationId xmlns:a16="http://schemas.microsoft.com/office/drawing/2014/main" id="{053E4207-9A5B-2670-D942-911835884838}"/>
              </a:ext>
            </a:extLst>
          </p:cNvPr>
          <p:cNvSpPr>
            <a:spLocks noGrp="1"/>
          </p:cNvSpPr>
          <p:nvPr>
            <p:ph type="body" sz="quarter" idx="10"/>
          </p:nvPr>
        </p:nvSpPr>
        <p:spPr/>
        <p:txBody>
          <a:bodyPr/>
          <a:lstStyle/>
          <a:p>
            <a:r>
              <a:rPr lang="en-US"/>
              <a:t>Puts and takes of select modernization approaches</a:t>
            </a:r>
          </a:p>
        </p:txBody>
      </p:sp>
      <p:grpSp>
        <p:nvGrpSpPr>
          <p:cNvPr id="131" name="Group 130">
            <a:extLst>
              <a:ext uri="{FF2B5EF4-FFF2-40B4-BE49-F238E27FC236}">
                <a16:creationId xmlns:a16="http://schemas.microsoft.com/office/drawing/2014/main" id="{7FED1F20-5A6E-FD6D-5D73-685C5D54718C}"/>
              </a:ext>
            </a:extLst>
          </p:cNvPr>
          <p:cNvGrpSpPr/>
          <p:nvPr/>
        </p:nvGrpSpPr>
        <p:grpSpPr>
          <a:xfrm>
            <a:off x="10705222" y="909789"/>
            <a:ext cx="932042" cy="153888"/>
            <a:chOff x="10540112" y="909789"/>
            <a:chExt cx="932042" cy="153888"/>
          </a:xfrm>
        </p:grpSpPr>
        <p:sp>
          <p:nvSpPr>
            <p:cNvPr id="13" name="RectangleLegend2">
              <a:extLst>
                <a:ext uri="{FF2B5EF4-FFF2-40B4-BE49-F238E27FC236}">
                  <a16:creationId xmlns:a16="http://schemas.microsoft.com/office/drawing/2014/main" id="{93B600F7-EEA4-E2C7-260A-60CAE5A86891}"/>
                </a:ext>
              </a:extLst>
            </p:cNvPr>
            <p:cNvSpPr>
              <a:spLocks/>
            </p:cNvSpPr>
            <p:nvPr/>
          </p:nvSpPr>
          <p:spPr>
            <a:xfrm>
              <a:off x="10540112" y="909789"/>
              <a:ext cx="155448" cy="153888"/>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700" err="1">
                <a:solidFill>
                  <a:schemeClr val="tx1"/>
                </a:solidFill>
              </a:endParaRPr>
            </a:p>
          </p:txBody>
        </p:sp>
        <p:sp>
          <p:nvSpPr>
            <p:cNvPr id="14" name="Legend2">
              <a:extLst>
                <a:ext uri="{FF2B5EF4-FFF2-40B4-BE49-F238E27FC236}">
                  <a16:creationId xmlns:a16="http://schemas.microsoft.com/office/drawing/2014/main" id="{8A418BFF-00B3-FC4C-0C1C-00507A71CE29}"/>
                </a:ext>
              </a:extLst>
            </p:cNvPr>
            <p:cNvSpPr txBox="1">
              <a:spLocks/>
            </p:cNvSpPr>
            <p:nvPr/>
          </p:nvSpPr>
          <p:spPr>
            <a:xfrm>
              <a:off x="10766833" y="932872"/>
              <a:ext cx="705321" cy="107722"/>
            </a:xfrm>
            <a:prstGeom prst="rect">
              <a:avLst/>
            </a:prstGeom>
            <a:noFill/>
            <a:ln>
              <a:noFill/>
              <a:miter lim="800000"/>
            </a:ln>
          </p:spPr>
          <p:txBody>
            <a:bodyPr wrap="none" lIns="0" tIns="0" rIns="0" bIns="0" rtlCol="0" anchor="ctr" anchorCtr="0">
              <a:spAutoFit/>
            </a:bodyPr>
            <a:lstStyle/>
            <a:p>
              <a:pPr>
                <a:spcAft>
                  <a:spcPts val="600"/>
                </a:spcAft>
              </a:pPr>
              <a:r>
                <a:rPr lang="en-US" sz="700" dirty="0"/>
                <a:t>Deep-dive follows</a:t>
              </a:r>
            </a:p>
          </p:txBody>
        </p:sp>
      </p:grpSp>
      <p:sp>
        <p:nvSpPr>
          <p:cNvPr id="15" name="5. Source">
            <a:extLst>
              <a:ext uri="{FF2B5EF4-FFF2-40B4-BE49-F238E27FC236}">
                <a16:creationId xmlns:a16="http://schemas.microsoft.com/office/drawing/2014/main" id="{E2BDFD1D-CF66-0C6E-B2E8-3E43A4D8019A}"/>
              </a:ext>
            </a:extLst>
          </p:cNvPr>
          <p:cNvSpPr txBox="1"/>
          <p:nvPr>
            <p:custDataLst>
              <p:tags r:id="rId3"/>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Press releases, McKinsey analysis</a:t>
            </a:r>
          </a:p>
        </p:txBody>
      </p:sp>
      <p:sp>
        <p:nvSpPr>
          <p:cNvPr id="16" name="TextBox 15">
            <a:extLst>
              <a:ext uri="{FF2B5EF4-FFF2-40B4-BE49-F238E27FC236}">
                <a16:creationId xmlns:a16="http://schemas.microsoft.com/office/drawing/2014/main" id="{56195E9B-5267-C834-BE31-F6DA47B876FE}"/>
              </a:ext>
            </a:extLst>
          </p:cNvPr>
          <p:cNvSpPr txBox="1">
            <a:spLocks/>
          </p:cNvSpPr>
          <p:nvPr/>
        </p:nvSpPr>
        <p:spPr>
          <a:xfrm>
            <a:off x="10191750" y="2710952"/>
            <a:ext cx="1474088" cy="1962076"/>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Selected factors to consider</a:t>
            </a:r>
          </a:p>
          <a:p>
            <a:pPr marL="231775" lvl="1" indent="-228600">
              <a:buFont typeface="+mj-lt"/>
              <a:buAutoNum type="alphaUcPeriod"/>
            </a:pPr>
            <a:r>
              <a:rPr lang="en-US" sz="1200" dirty="0"/>
              <a:t>Off the shelf functionality</a:t>
            </a:r>
          </a:p>
          <a:p>
            <a:pPr marL="231775" lvl="1" indent="-228600">
              <a:buFont typeface="+mj-lt"/>
              <a:buAutoNum type="alphaUcPeriod"/>
            </a:pPr>
            <a:r>
              <a:rPr lang="en-US" sz="1200" dirty="0"/>
              <a:t>Engineering talent to support what you build</a:t>
            </a:r>
          </a:p>
          <a:p>
            <a:pPr marL="231775" lvl="1" indent="-228600">
              <a:buFont typeface="+mj-lt"/>
              <a:buAutoNum type="alphaUcPeriod"/>
            </a:pPr>
            <a:r>
              <a:rPr lang="en-US" sz="1200" dirty="0"/>
              <a:t>Synergies with other parts of the business</a:t>
            </a:r>
          </a:p>
        </p:txBody>
      </p:sp>
      <p:cxnSp>
        <p:nvCxnSpPr>
          <p:cNvPr id="17" name="Straight Connector 16">
            <a:extLst>
              <a:ext uri="{FF2B5EF4-FFF2-40B4-BE49-F238E27FC236}">
                <a16:creationId xmlns:a16="http://schemas.microsoft.com/office/drawing/2014/main" id="{4FEC0D00-0F60-B140-7A2C-5F7646393CC6}"/>
              </a:ext>
            </a:extLst>
          </p:cNvPr>
          <p:cNvCxnSpPr>
            <a:cxnSpLocks/>
          </p:cNvCxnSpPr>
          <p:nvPr/>
        </p:nvCxnSpPr>
        <p:spPr>
          <a:xfrm>
            <a:off x="10077450" y="1059380"/>
            <a:ext cx="0" cy="526522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17C8314-664D-FE3C-B6DD-5B2CB3117E62}"/>
              </a:ext>
            </a:extLst>
          </p:cNvPr>
          <p:cNvCxnSpPr>
            <a:cxnSpLocks/>
          </p:cNvCxnSpPr>
          <p:nvPr/>
        </p:nvCxnSpPr>
        <p:spPr>
          <a:xfrm>
            <a:off x="554736" y="2365285"/>
            <a:ext cx="9408414"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F55060-9CB5-A27C-00F5-3AF876B3E33F}"/>
              </a:ext>
            </a:extLst>
          </p:cNvPr>
          <p:cNvSpPr txBox="1">
            <a:spLocks/>
          </p:cNvSpPr>
          <p:nvPr/>
        </p:nvSpPr>
        <p:spPr>
          <a:xfrm>
            <a:off x="1277384" y="2009882"/>
            <a:ext cx="1375328" cy="307777"/>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rgbClr val="B3B3B3"/>
                </a:solidFill>
              </a:rPr>
              <a:t>Big bang core replacement</a:t>
            </a:r>
          </a:p>
        </p:txBody>
      </p:sp>
      <p:sp>
        <p:nvSpPr>
          <p:cNvPr id="26" name="TextBox 25">
            <a:extLst>
              <a:ext uri="{FF2B5EF4-FFF2-40B4-BE49-F238E27FC236}">
                <a16:creationId xmlns:a16="http://schemas.microsoft.com/office/drawing/2014/main" id="{C052B0C4-BE48-1922-943C-F708AD91DF9F}"/>
              </a:ext>
            </a:extLst>
          </p:cNvPr>
          <p:cNvSpPr txBox="1">
            <a:spLocks/>
          </p:cNvSpPr>
          <p:nvPr/>
        </p:nvSpPr>
        <p:spPr>
          <a:xfrm>
            <a:off x="2739471" y="1855994"/>
            <a:ext cx="1375328" cy="461665"/>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t>Hollow out existing core and swap at the end</a:t>
            </a:r>
          </a:p>
        </p:txBody>
      </p:sp>
      <p:sp>
        <p:nvSpPr>
          <p:cNvPr id="27" name="TextBox 26">
            <a:extLst>
              <a:ext uri="{FF2B5EF4-FFF2-40B4-BE49-F238E27FC236}">
                <a16:creationId xmlns:a16="http://schemas.microsoft.com/office/drawing/2014/main" id="{67FE1DEF-D04D-6028-4A4C-E8B7EFD13989}"/>
              </a:ext>
            </a:extLst>
          </p:cNvPr>
          <p:cNvSpPr txBox="1">
            <a:spLocks/>
          </p:cNvSpPr>
          <p:nvPr/>
        </p:nvSpPr>
        <p:spPr>
          <a:xfrm>
            <a:off x="4201558" y="1855994"/>
            <a:ext cx="1375328" cy="461665"/>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Renew core and build next gen hedge with gradual migration</a:t>
            </a:r>
            <a:endParaRPr lang="en-US" sz="1000" b="1" dirty="0"/>
          </a:p>
        </p:txBody>
      </p:sp>
      <p:sp>
        <p:nvSpPr>
          <p:cNvPr id="28" name="TextBox 27">
            <a:extLst>
              <a:ext uri="{FF2B5EF4-FFF2-40B4-BE49-F238E27FC236}">
                <a16:creationId xmlns:a16="http://schemas.microsoft.com/office/drawing/2014/main" id="{9847D7DA-6EDC-080E-452A-35405E82B236}"/>
              </a:ext>
            </a:extLst>
          </p:cNvPr>
          <p:cNvSpPr txBox="1">
            <a:spLocks/>
          </p:cNvSpPr>
          <p:nvPr/>
        </p:nvSpPr>
        <p:spPr>
          <a:xfrm>
            <a:off x="5663645" y="1855994"/>
            <a:ext cx="1375328" cy="461665"/>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solidFill>
                  <a:srgbClr val="B3B3B3"/>
                </a:solidFill>
              </a:rPr>
              <a:t>Next gen digital attacker (parallel core for new market)</a:t>
            </a:r>
            <a:endParaRPr lang="en-US" sz="1000" b="1" dirty="0">
              <a:solidFill>
                <a:srgbClr val="B3B3B3"/>
              </a:solidFill>
            </a:endParaRPr>
          </a:p>
        </p:txBody>
      </p:sp>
      <p:sp>
        <p:nvSpPr>
          <p:cNvPr id="29" name="TextBox 28">
            <a:extLst>
              <a:ext uri="{FF2B5EF4-FFF2-40B4-BE49-F238E27FC236}">
                <a16:creationId xmlns:a16="http://schemas.microsoft.com/office/drawing/2014/main" id="{6412FBA4-D1F8-DF3F-D5AC-0B5AD8150476}"/>
              </a:ext>
            </a:extLst>
          </p:cNvPr>
          <p:cNvSpPr txBox="1">
            <a:spLocks/>
          </p:cNvSpPr>
          <p:nvPr/>
        </p:nvSpPr>
        <p:spPr>
          <a:xfrm>
            <a:off x="7125732" y="1702106"/>
            <a:ext cx="1375328" cy="615553"/>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solidFill>
                  <a:srgbClr val="B3B3B3"/>
                </a:solidFill>
              </a:rPr>
              <a:t>Next gen digital attacker (parallel core for new market) followed by migration</a:t>
            </a:r>
            <a:endParaRPr lang="en-US" sz="1000" b="1" dirty="0">
              <a:solidFill>
                <a:srgbClr val="B3B3B3"/>
              </a:solidFill>
            </a:endParaRPr>
          </a:p>
        </p:txBody>
      </p:sp>
      <p:sp>
        <p:nvSpPr>
          <p:cNvPr id="30" name="TextBox 29">
            <a:extLst>
              <a:ext uri="{FF2B5EF4-FFF2-40B4-BE49-F238E27FC236}">
                <a16:creationId xmlns:a16="http://schemas.microsoft.com/office/drawing/2014/main" id="{5F7B222C-0D7A-3723-873C-A53674C8136B}"/>
              </a:ext>
            </a:extLst>
          </p:cNvPr>
          <p:cNvSpPr txBox="1">
            <a:spLocks/>
          </p:cNvSpPr>
          <p:nvPr/>
        </p:nvSpPr>
        <p:spPr>
          <a:xfrm>
            <a:off x="8587819" y="2009882"/>
            <a:ext cx="1375328" cy="307777"/>
          </a:xfrm>
          <a:prstGeom prst="rect">
            <a:avLst/>
          </a:prstGeom>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rgbClr val="B3B3B3"/>
                </a:solidFill>
              </a:rPr>
              <a:t>Outsource most to SaaS providers</a:t>
            </a:r>
          </a:p>
        </p:txBody>
      </p:sp>
      <p:sp>
        <p:nvSpPr>
          <p:cNvPr id="23" name="TextBox 22">
            <a:extLst>
              <a:ext uri="{FF2B5EF4-FFF2-40B4-BE49-F238E27FC236}">
                <a16:creationId xmlns:a16="http://schemas.microsoft.com/office/drawing/2014/main" id="{DBEDEBCC-2232-10CA-F65F-19EBC6952571}"/>
              </a:ext>
            </a:extLst>
          </p:cNvPr>
          <p:cNvSpPr txBox="1">
            <a:spLocks/>
          </p:cNvSpPr>
          <p:nvPr/>
        </p:nvSpPr>
        <p:spPr>
          <a:xfrm>
            <a:off x="554736" y="2417376"/>
            <a:ext cx="635889"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sv-SE" sz="1000" b="1" dirty="0"/>
              <a:t>Rationale/</a:t>
            </a:r>
            <a:br>
              <a:rPr lang="sv-SE" sz="1000" b="1" dirty="0"/>
            </a:br>
            <a:r>
              <a:rPr lang="sv-SE" sz="1000" b="1" dirty="0"/>
              <a:t>Drivers</a:t>
            </a:r>
          </a:p>
        </p:txBody>
      </p:sp>
      <p:sp>
        <p:nvSpPr>
          <p:cNvPr id="24" name="TextBox 23">
            <a:extLst>
              <a:ext uri="{FF2B5EF4-FFF2-40B4-BE49-F238E27FC236}">
                <a16:creationId xmlns:a16="http://schemas.microsoft.com/office/drawing/2014/main" id="{4285F702-8CEE-E864-50D9-5C7110185C7C}"/>
              </a:ext>
            </a:extLst>
          </p:cNvPr>
          <p:cNvSpPr txBox="1">
            <a:spLocks/>
          </p:cNvSpPr>
          <p:nvPr/>
        </p:nvSpPr>
        <p:spPr>
          <a:xfrm>
            <a:off x="1277384" y="2417376"/>
            <a:ext cx="1375328" cy="854080"/>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Have obsolete core in need of urgent migration</a:t>
            </a:r>
          </a:p>
          <a:p>
            <a:pPr>
              <a:spcAft>
                <a:spcPts val="0"/>
              </a:spcAft>
            </a:pPr>
            <a:r>
              <a:rPr lang="en-US" sz="800" dirty="0">
                <a:solidFill>
                  <a:srgbClr val="B3B3B3"/>
                </a:solidFill>
              </a:rPr>
              <a:t>Require more agile new product development</a:t>
            </a:r>
          </a:p>
          <a:p>
            <a:pPr>
              <a:spcAft>
                <a:spcPts val="0"/>
              </a:spcAft>
            </a:pPr>
            <a:r>
              <a:rPr lang="en-US" sz="800" dirty="0">
                <a:solidFill>
                  <a:srgbClr val="B3B3B3"/>
                </a:solidFill>
              </a:rPr>
              <a:t>Desire to shift to client-server</a:t>
            </a:r>
          </a:p>
          <a:p>
            <a:pPr>
              <a:spcAft>
                <a:spcPts val="0"/>
              </a:spcAft>
            </a:pPr>
            <a:r>
              <a:rPr lang="en-US" sz="800" dirty="0">
                <a:solidFill>
                  <a:srgbClr val="B3B3B3"/>
                </a:solidFill>
              </a:rPr>
              <a:t>infrastructure</a:t>
            </a:r>
          </a:p>
        </p:txBody>
      </p:sp>
      <p:sp>
        <p:nvSpPr>
          <p:cNvPr id="32" name="TextBox 31">
            <a:extLst>
              <a:ext uri="{FF2B5EF4-FFF2-40B4-BE49-F238E27FC236}">
                <a16:creationId xmlns:a16="http://schemas.microsoft.com/office/drawing/2014/main" id="{1C71C8E2-13D2-B7FF-E37D-E9FD8C6FA297}"/>
              </a:ext>
            </a:extLst>
          </p:cNvPr>
          <p:cNvSpPr txBox="1">
            <a:spLocks/>
          </p:cNvSpPr>
          <p:nvPr/>
        </p:nvSpPr>
        <p:spPr>
          <a:xfrm>
            <a:off x="2739471" y="2417376"/>
            <a:ext cx="1375328" cy="815608"/>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t>Desire differentiated experience across channels</a:t>
            </a:r>
          </a:p>
          <a:p>
            <a:pPr>
              <a:spcAft>
                <a:spcPts val="0"/>
              </a:spcAft>
            </a:pPr>
            <a:r>
              <a:rPr lang="en-US" sz="800" dirty="0"/>
              <a:t>Currently channel architecture is more proliferated</a:t>
            </a:r>
          </a:p>
          <a:p>
            <a:pPr>
              <a:spcAft>
                <a:spcPts val="0"/>
              </a:spcAft>
            </a:pPr>
            <a:r>
              <a:rPr lang="en-US" sz="800" dirty="0"/>
              <a:t>Current core is still usable for some time</a:t>
            </a:r>
          </a:p>
        </p:txBody>
      </p:sp>
      <p:sp>
        <p:nvSpPr>
          <p:cNvPr id="33" name="TextBox 32">
            <a:extLst>
              <a:ext uri="{FF2B5EF4-FFF2-40B4-BE49-F238E27FC236}">
                <a16:creationId xmlns:a16="http://schemas.microsoft.com/office/drawing/2014/main" id="{45081966-ABA1-5D08-1D29-23BECFDEAFEE}"/>
              </a:ext>
            </a:extLst>
          </p:cNvPr>
          <p:cNvSpPr txBox="1">
            <a:spLocks/>
          </p:cNvSpPr>
          <p:nvPr/>
        </p:nvSpPr>
        <p:spPr>
          <a:xfrm>
            <a:off x="4201558" y="2417376"/>
            <a:ext cx="1375328" cy="938719"/>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t>Require remediation of severe issues with core - DDA, Lending, Payments</a:t>
            </a:r>
          </a:p>
          <a:p>
            <a:pPr>
              <a:spcAft>
                <a:spcPts val="0"/>
              </a:spcAft>
            </a:pPr>
            <a:r>
              <a:rPr lang="en-US" sz="800" dirty="0"/>
              <a:t>Desire to have open data</a:t>
            </a:r>
          </a:p>
          <a:p>
            <a:pPr>
              <a:spcAft>
                <a:spcPts val="0"/>
              </a:spcAft>
            </a:pPr>
            <a:r>
              <a:rPr lang="en-US" sz="800" dirty="0"/>
              <a:t>Looking to hedge against disruption / practice new ways of working</a:t>
            </a:r>
          </a:p>
        </p:txBody>
      </p:sp>
      <p:sp>
        <p:nvSpPr>
          <p:cNvPr id="34" name="TextBox 33">
            <a:extLst>
              <a:ext uri="{FF2B5EF4-FFF2-40B4-BE49-F238E27FC236}">
                <a16:creationId xmlns:a16="http://schemas.microsoft.com/office/drawing/2014/main" id="{8E20ECF2-9EF7-2ADB-A9C2-505292C9BA87}"/>
              </a:ext>
            </a:extLst>
          </p:cNvPr>
          <p:cNvSpPr txBox="1">
            <a:spLocks/>
          </p:cNvSpPr>
          <p:nvPr/>
        </p:nvSpPr>
        <p:spPr>
          <a:xfrm>
            <a:off x="5663645" y="2417376"/>
            <a:ext cx="1375328" cy="692497"/>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Want to enter greenfield market through digital attacker</a:t>
            </a:r>
          </a:p>
          <a:p>
            <a:pPr>
              <a:spcAft>
                <a:spcPts val="0"/>
              </a:spcAft>
            </a:pPr>
            <a:r>
              <a:rPr lang="en-US" sz="800" dirty="0">
                <a:solidFill>
                  <a:srgbClr val="B3B3B3"/>
                </a:solidFill>
              </a:rPr>
              <a:t>Ability to build on modern core from get-go</a:t>
            </a:r>
          </a:p>
          <a:p>
            <a:pPr>
              <a:spcAft>
                <a:spcPts val="0"/>
              </a:spcAft>
            </a:pPr>
            <a:r>
              <a:rPr lang="en-US" sz="800" dirty="0">
                <a:solidFill>
                  <a:srgbClr val="B3B3B3"/>
                </a:solidFill>
              </a:rPr>
              <a:t>Need increased reliability</a:t>
            </a:r>
          </a:p>
        </p:txBody>
      </p:sp>
      <p:sp>
        <p:nvSpPr>
          <p:cNvPr id="35" name="TextBox 34">
            <a:extLst>
              <a:ext uri="{FF2B5EF4-FFF2-40B4-BE49-F238E27FC236}">
                <a16:creationId xmlns:a16="http://schemas.microsoft.com/office/drawing/2014/main" id="{BF4AC1B3-400D-E8A2-6AB5-00BC1CD9B8EA}"/>
              </a:ext>
            </a:extLst>
          </p:cNvPr>
          <p:cNvSpPr txBox="1">
            <a:spLocks/>
          </p:cNvSpPr>
          <p:nvPr/>
        </p:nvSpPr>
        <p:spPr>
          <a:xfrm>
            <a:off x="7125732" y="2417376"/>
            <a:ext cx="1375328" cy="938719"/>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Have a path to migrate to next gen core as standalone platform</a:t>
            </a:r>
          </a:p>
          <a:p>
            <a:pPr>
              <a:spcAft>
                <a:spcPts val="0"/>
              </a:spcAft>
            </a:pPr>
            <a:r>
              <a:rPr lang="en-US" sz="800" dirty="0">
                <a:solidFill>
                  <a:srgbClr val="B3B3B3"/>
                </a:solidFill>
              </a:rPr>
              <a:t>Desire to acquire entirely new customers only, expand</a:t>
            </a:r>
          </a:p>
          <a:p>
            <a:pPr>
              <a:spcAft>
                <a:spcPts val="0"/>
              </a:spcAft>
            </a:pPr>
            <a:r>
              <a:rPr lang="en-US" sz="800" dirty="0">
                <a:solidFill>
                  <a:srgbClr val="B3B3B3"/>
                </a:solidFill>
              </a:rPr>
              <a:t>functionality, then migrate existing</a:t>
            </a:r>
          </a:p>
        </p:txBody>
      </p:sp>
      <p:sp>
        <p:nvSpPr>
          <p:cNvPr id="36" name="TextBox 35">
            <a:extLst>
              <a:ext uri="{FF2B5EF4-FFF2-40B4-BE49-F238E27FC236}">
                <a16:creationId xmlns:a16="http://schemas.microsoft.com/office/drawing/2014/main" id="{DB7FA2B9-EF8C-0DD4-3D1C-296ACE46428E}"/>
              </a:ext>
            </a:extLst>
          </p:cNvPr>
          <p:cNvSpPr txBox="1">
            <a:spLocks/>
          </p:cNvSpPr>
          <p:nvPr/>
        </p:nvSpPr>
        <p:spPr>
          <a:xfrm>
            <a:off x="8587819" y="2417376"/>
            <a:ext cx="1375328" cy="110030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Prefer to note focus on the core; leave it to others</a:t>
            </a:r>
          </a:p>
          <a:p>
            <a:pPr>
              <a:spcAft>
                <a:spcPts val="0"/>
              </a:spcAft>
            </a:pPr>
            <a:r>
              <a:rPr lang="en-US" sz="800" dirty="0">
                <a:solidFill>
                  <a:srgbClr val="B3B3B3"/>
                </a:solidFill>
              </a:rPr>
              <a:t>Wants to focus investment on operations/compliance</a:t>
            </a:r>
          </a:p>
          <a:p>
            <a:pPr>
              <a:spcAft>
                <a:spcPts val="0"/>
              </a:spcAft>
            </a:pPr>
            <a:r>
              <a:rPr lang="en-US" sz="800" dirty="0">
                <a:solidFill>
                  <a:srgbClr val="B3B3B3"/>
                </a:solidFill>
              </a:rPr>
              <a:t>Differentiators are mobile and</a:t>
            </a:r>
          </a:p>
          <a:p>
            <a:pPr>
              <a:spcAft>
                <a:spcPts val="0"/>
              </a:spcAft>
            </a:pPr>
            <a:r>
              <a:rPr lang="en-US" sz="800" dirty="0">
                <a:solidFill>
                  <a:srgbClr val="B3B3B3"/>
                </a:solidFill>
              </a:rPr>
              <a:t>superior data-driven personalized </a:t>
            </a:r>
            <a:br>
              <a:rPr lang="en-US" sz="800" dirty="0">
                <a:solidFill>
                  <a:srgbClr val="B3B3B3"/>
                </a:solidFill>
              </a:rPr>
            </a:br>
            <a:r>
              <a:rPr lang="en-US" sz="800" dirty="0">
                <a:solidFill>
                  <a:srgbClr val="B3B3B3"/>
                </a:solidFill>
              </a:rPr>
              <a:t>experiences</a:t>
            </a:r>
          </a:p>
        </p:txBody>
      </p:sp>
      <p:sp>
        <p:nvSpPr>
          <p:cNvPr id="40" name="TextBox 39">
            <a:extLst>
              <a:ext uri="{FF2B5EF4-FFF2-40B4-BE49-F238E27FC236}">
                <a16:creationId xmlns:a16="http://schemas.microsoft.com/office/drawing/2014/main" id="{80A9418A-FAA5-71BA-7345-D1E239E4975C}"/>
              </a:ext>
            </a:extLst>
          </p:cNvPr>
          <p:cNvSpPr txBox="1">
            <a:spLocks/>
          </p:cNvSpPr>
          <p:nvPr/>
        </p:nvSpPr>
        <p:spPr>
          <a:xfrm>
            <a:off x="554736" y="3857234"/>
            <a:ext cx="635889"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sv-SE" sz="1000" b="1" dirty="0"/>
              <a:t>Obser- vations</a:t>
            </a:r>
          </a:p>
        </p:txBody>
      </p:sp>
      <p:sp>
        <p:nvSpPr>
          <p:cNvPr id="41" name="TextBox 40">
            <a:extLst>
              <a:ext uri="{FF2B5EF4-FFF2-40B4-BE49-F238E27FC236}">
                <a16:creationId xmlns:a16="http://schemas.microsoft.com/office/drawing/2014/main" id="{91F35F26-FD6E-FB2B-C64D-7BF586F167C1}"/>
              </a:ext>
            </a:extLst>
          </p:cNvPr>
          <p:cNvSpPr txBox="1">
            <a:spLocks/>
          </p:cNvSpPr>
          <p:nvPr/>
        </p:nvSpPr>
        <p:spPr>
          <a:xfrm>
            <a:off x="1277384" y="3857234"/>
            <a:ext cx="1375328" cy="1261884"/>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Initial investment ranges ~$0.3-1Bn, with add-ons</a:t>
            </a:r>
          </a:p>
          <a:p>
            <a:pPr>
              <a:spcAft>
                <a:spcPts val="0"/>
              </a:spcAft>
            </a:pPr>
            <a:r>
              <a:rPr lang="en-US" sz="800" dirty="0">
                <a:solidFill>
                  <a:srgbClr val="B3B3B3"/>
                </a:solidFill>
              </a:rPr>
              <a:t>Long-term benefits to be assessed</a:t>
            </a:r>
          </a:p>
          <a:p>
            <a:pPr>
              <a:spcAft>
                <a:spcPts val="0"/>
              </a:spcAft>
            </a:pPr>
            <a:r>
              <a:rPr lang="en-US" sz="800" dirty="0">
                <a:solidFill>
                  <a:srgbClr val="B3B3B3"/>
                </a:solidFill>
              </a:rPr>
              <a:t>Product development is faster, but with limited differentiation</a:t>
            </a:r>
          </a:p>
          <a:p>
            <a:pPr>
              <a:spcAft>
                <a:spcPts val="0"/>
              </a:spcAft>
            </a:pPr>
            <a:r>
              <a:rPr lang="en-US" sz="800" dirty="0">
                <a:solidFill>
                  <a:srgbClr val="B3B3B3"/>
                </a:solidFill>
              </a:rPr>
              <a:t>Not ready for digital/ data / ecosystem banking</a:t>
            </a:r>
          </a:p>
        </p:txBody>
      </p:sp>
      <p:sp>
        <p:nvSpPr>
          <p:cNvPr id="42" name="TextBox 41">
            <a:extLst>
              <a:ext uri="{FF2B5EF4-FFF2-40B4-BE49-F238E27FC236}">
                <a16:creationId xmlns:a16="http://schemas.microsoft.com/office/drawing/2014/main" id="{57C3325F-7E5E-F924-C724-21545BCF0A27}"/>
              </a:ext>
            </a:extLst>
          </p:cNvPr>
          <p:cNvSpPr txBox="1">
            <a:spLocks/>
          </p:cNvSpPr>
          <p:nvPr/>
        </p:nvSpPr>
        <p:spPr>
          <a:xfrm>
            <a:off x="2739471" y="3857234"/>
            <a:ext cx="1375328" cy="815608"/>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t>Easier to integrate 3rd party solutions (e.g., </a:t>
            </a:r>
            <a:r>
              <a:rPr lang="en-US" sz="800" dirty="0" err="1"/>
              <a:t>Backbase</a:t>
            </a:r>
            <a:r>
              <a:rPr lang="en-US" sz="800" dirty="0"/>
              <a:t>)</a:t>
            </a:r>
          </a:p>
          <a:p>
            <a:pPr>
              <a:spcAft>
                <a:spcPts val="0"/>
              </a:spcAft>
            </a:pPr>
            <a:r>
              <a:rPr lang="en-US" sz="800" dirty="0"/>
              <a:t>Can create savings from less MIPS and more modularity</a:t>
            </a:r>
          </a:p>
          <a:p>
            <a:pPr>
              <a:spcAft>
                <a:spcPts val="0"/>
              </a:spcAft>
            </a:pPr>
            <a:r>
              <a:rPr lang="en-US" sz="800" dirty="0"/>
              <a:t>Required separate strategy to integrate data</a:t>
            </a:r>
          </a:p>
        </p:txBody>
      </p:sp>
      <p:sp>
        <p:nvSpPr>
          <p:cNvPr id="43" name="TextBox 42">
            <a:extLst>
              <a:ext uri="{FF2B5EF4-FFF2-40B4-BE49-F238E27FC236}">
                <a16:creationId xmlns:a16="http://schemas.microsoft.com/office/drawing/2014/main" id="{53F72AC7-9F76-731A-E9CD-CC86993EE9C5}"/>
              </a:ext>
            </a:extLst>
          </p:cNvPr>
          <p:cNvSpPr txBox="1">
            <a:spLocks/>
          </p:cNvSpPr>
          <p:nvPr/>
        </p:nvSpPr>
        <p:spPr>
          <a:xfrm>
            <a:off x="4201558" y="3857234"/>
            <a:ext cx="1375328" cy="110030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t>SMB is typical target for trying the next gen core</a:t>
            </a:r>
          </a:p>
          <a:p>
            <a:pPr>
              <a:spcAft>
                <a:spcPts val="0"/>
              </a:spcAft>
            </a:pPr>
            <a:r>
              <a:rPr lang="en-US" sz="800" dirty="0"/>
              <a:t>Return typically tied to risk taken in initial aspiration (e.g., high risk → high return)</a:t>
            </a:r>
          </a:p>
          <a:p>
            <a:pPr>
              <a:spcAft>
                <a:spcPts val="0"/>
              </a:spcAft>
            </a:pPr>
            <a:r>
              <a:rPr lang="en-US" sz="800" dirty="0"/>
              <a:t>Typically achieves ~30% efficiency</a:t>
            </a:r>
          </a:p>
          <a:p>
            <a:pPr>
              <a:spcAft>
                <a:spcPts val="0"/>
              </a:spcAft>
            </a:pPr>
            <a:r>
              <a:rPr lang="en-US" sz="800" dirty="0"/>
              <a:t>No new core for data</a:t>
            </a:r>
          </a:p>
        </p:txBody>
      </p:sp>
      <p:sp>
        <p:nvSpPr>
          <p:cNvPr id="44" name="TextBox 43">
            <a:extLst>
              <a:ext uri="{FF2B5EF4-FFF2-40B4-BE49-F238E27FC236}">
                <a16:creationId xmlns:a16="http://schemas.microsoft.com/office/drawing/2014/main" id="{71E54566-8AC2-ECEC-C3B9-A2FC6A741ACE}"/>
              </a:ext>
            </a:extLst>
          </p:cNvPr>
          <p:cNvSpPr txBox="1">
            <a:spLocks/>
          </p:cNvSpPr>
          <p:nvPr/>
        </p:nvSpPr>
        <p:spPr>
          <a:xfrm>
            <a:off x="5663645" y="3857234"/>
            <a:ext cx="1375328" cy="938719"/>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Typically uses established core banking system</a:t>
            </a:r>
          </a:p>
          <a:p>
            <a:pPr>
              <a:spcAft>
                <a:spcPts val="0"/>
              </a:spcAft>
            </a:pPr>
            <a:r>
              <a:rPr lang="en-US" sz="800" dirty="0" err="1">
                <a:solidFill>
                  <a:srgbClr val="B3B3B3"/>
                </a:solidFill>
              </a:rPr>
              <a:t>Reliabilityof</a:t>
            </a:r>
            <a:r>
              <a:rPr lang="en-US" sz="800" dirty="0">
                <a:solidFill>
                  <a:srgbClr val="B3B3B3"/>
                </a:solidFill>
              </a:rPr>
              <a:t> capabilities is crucial factor</a:t>
            </a:r>
          </a:p>
          <a:p>
            <a:pPr>
              <a:spcAft>
                <a:spcPts val="0"/>
              </a:spcAft>
            </a:pPr>
            <a:r>
              <a:rPr lang="en-US" sz="800" dirty="0">
                <a:solidFill>
                  <a:srgbClr val="B3B3B3"/>
                </a:solidFill>
              </a:rPr>
              <a:t>Often has modular ecosystem around the core for ‘plug-and-play’ capabilities</a:t>
            </a:r>
          </a:p>
        </p:txBody>
      </p:sp>
      <p:sp>
        <p:nvSpPr>
          <p:cNvPr id="45" name="TextBox 44">
            <a:extLst>
              <a:ext uri="{FF2B5EF4-FFF2-40B4-BE49-F238E27FC236}">
                <a16:creationId xmlns:a16="http://schemas.microsoft.com/office/drawing/2014/main" id="{61E2649C-334A-8B04-939F-CA9A225DCC7A}"/>
              </a:ext>
            </a:extLst>
          </p:cNvPr>
          <p:cNvSpPr txBox="1">
            <a:spLocks/>
          </p:cNvSpPr>
          <p:nvPr/>
        </p:nvSpPr>
        <p:spPr>
          <a:xfrm>
            <a:off x="7125732" y="3857234"/>
            <a:ext cx="1375328" cy="938719"/>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Novel architecture with low (expected) operating at low cost</a:t>
            </a:r>
          </a:p>
          <a:p>
            <a:pPr>
              <a:spcAft>
                <a:spcPts val="0"/>
              </a:spcAft>
            </a:pPr>
            <a:r>
              <a:rPr lang="en-US" sz="800" dirty="0">
                <a:solidFill>
                  <a:srgbClr val="B3B3B3"/>
                </a:solidFill>
              </a:rPr>
              <a:t>Short time to market with features and functionality</a:t>
            </a:r>
          </a:p>
          <a:p>
            <a:pPr>
              <a:spcAft>
                <a:spcPts val="0"/>
              </a:spcAft>
            </a:pPr>
            <a:r>
              <a:rPr lang="en-US" sz="800" dirty="0">
                <a:solidFill>
                  <a:srgbClr val="B3B3B3"/>
                </a:solidFill>
              </a:rPr>
              <a:t>Substantially smaller IT capacity</a:t>
            </a:r>
          </a:p>
        </p:txBody>
      </p:sp>
      <p:sp>
        <p:nvSpPr>
          <p:cNvPr id="46" name="TextBox 45">
            <a:extLst>
              <a:ext uri="{FF2B5EF4-FFF2-40B4-BE49-F238E27FC236}">
                <a16:creationId xmlns:a16="http://schemas.microsoft.com/office/drawing/2014/main" id="{836B2E27-A139-4CAB-9EFA-6C6FE4E307AF}"/>
              </a:ext>
            </a:extLst>
          </p:cNvPr>
          <p:cNvSpPr txBox="1">
            <a:spLocks/>
          </p:cNvSpPr>
          <p:nvPr/>
        </p:nvSpPr>
        <p:spPr>
          <a:xfrm>
            <a:off x="8587819" y="3857234"/>
            <a:ext cx="1375328" cy="1223412"/>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Tend to go with established core systems vendors and roadmaps</a:t>
            </a:r>
          </a:p>
          <a:p>
            <a:pPr>
              <a:spcAft>
                <a:spcPts val="0"/>
              </a:spcAft>
            </a:pPr>
            <a:r>
              <a:rPr lang="en-US" sz="800" dirty="0">
                <a:solidFill>
                  <a:srgbClr val="B3B3B3"/>
                </a:solidFill>
              </a:rPr>
              <a:t>Massive focus on differentiated experience </a:t>
            </a:r>
            <a:r>
              <a:rPr lang="en-US" sz="800" dirty="0" err="1">
                <a:solidFill>
                  <a:srgbClr val="B3B3B3"/>
                </a:solidFill>
              </a:rPr>
              <a:t>byusing</a:t>
            </a:r>
            <a:r>
              <a:rPr lang="en-US" sz="800" dirty="0">
                <a:solidFill>
                  <a:srgbClr val="B3B3B3"/>
                </a:solidFill>
              </a:rPr>
              <a:t> data</a:t>
            </a:r>
          </a:p>
          <a:p>
            <a:pPr>
              <a:spcAft>
                <a:spcPts val="0"/>
              </a:spcAft>
            </a:pPr>
            <a:r>
              <a:rPr lang="en-US" sz="800" dirty="0">
                <a:solidFill>
                  <a:srgbClr val="B3B3B3"/>
                </a:solidFill>
              </a:rPr>
              <a:t>Use AI/tech-enabled automation strategy</a:t>
            </a:r>
          </a:p>
          <a:p>
            <a:pPr>
              <a:spcAft>
                <a:spcPts val="0"/>
              </a:spcAft>
            </a:pPr>
            <a:r>
              <a:rPr lang="en-US" sz="800" dirty="0">
                <a:solidFill>
                  <a:srgbClr val="B3B3B3"/>
                </a:solidFill>
              </a:rPr>
              <a:t>Vendor are typically next gen</a:t>
            </a:r>
          </a:p>
        </p:txBody>
      </p:sp>
      <p:cxnSp>
        <p:nvCxnSpPr>
          <p:cNvPr id="38" name="Straight Connector 37">
            <a:extLst>
              <a:ext uri="{FF2B5EF4-FFF2-40B4-BE49-F238E27FC236}">
                <a16:creationId xmlns:a16="http://schemas.microsoft.com/office/drawing/2014/main" id="{0E2F8BC2-2686-5FDD-4D4C-12FBD4E9F149}"/>
              </a:ext>
            </a:extLst>
          </p:cNvPr>
          <p:cNvCxnSpPr>
            <a:cxnSpLocks/>
          </p:cNvCxnSpPr>
          <p:nvPr/>
        </p:nvCxnSpPr>
        <p:spPr>
          <a:xfrm>
            <a:off x="554736" y="3706691"/>
            <a:ext cx="9408414"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50" name="ChevronBlue 50">
            <a:extLst>
              <a:ext uri="{FF2B5EF4-FFF2-40B4-BE49-F238E27FC236}">
                <a16:creationId xmlns:a16="http://schemas.microsoft.com/office/drawing/2014/main" id="{2CE29E2D-FDCB-B7B8-CAA7-37709302A367}"/>
              </a:ext>
            </a:extLst>
          </p:cNvPr>
          <p:cNvGrpSpPr>
            <a:grpSpLocks noChangeAspect="1"/>
          </p:cNvGrpSpPr>
          <p:nvPr>
            <p:custDataLst>
              <p:tags r:id="rId4"/>
            </p:custDataLst>
          </p:nvPr>
        </p:nvGrpSpPr>
        <p:grpSpPr>
          <a:xfrm rot="5400000">
            <a:off x="554736" y="3616618"/>
            <a:ext cx="180147" cy="180147"/>
            <a:chOff x="1016000" y="1016000"/>
            <a:chExt cx="396228" cy="396228"/>
          </a:xfrm>
        </p:grpSpPr>
        <p:sp>
          <p:nvSpPr>
            <p:cNvPr id="47" name="Oval 46">
              <a:extLst>
                <a:ext uri="{FF2B5EF4-FFF2-40B4-BE49-F238E27FC236}">
                  <a16:creationId xmlns:a16="http://schemas.microsoft.com/office/drawing/2014/main" id="{B8EAFED0-34A1-1EA7-220A-5DEE36277051}"/>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pic>
          <p:nvPicPr>
            <p:cNvPr id="49" name="Graphic 48">
              <a:extLst>
                <a:ext uri="{FF2B5EF4-FFF2-40B4-BE49-F238E27FC236}">
                  <a16:creationId xmlns:a16="http://schemas.microsoft.com/office/drawing/2014/main" id="{63FAF3B2-87A0-0949-E4D6-306B9B6173A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23614" y="1023614"/>
              <a:ext cx="381000" cy="381000"/>
            </a:xfrm>
            <a:prstGeom prst="rect">
              <a:avLst/>
            </a:prstGeom>
          </p:spPr>
        </p:pic>
      </p:grpSp>
      <p:sp>
        <p:nvSpPr>
          <p:cNvPr id="54" name="TextBox 53">
            <a:extLst>
              <a:ext uri="{FF2B5EF4-FFF2-40B4-BE49-F238E27FC236}">
                <a16:creationId xmlns:a16="http://schemas.microsoft.com/office/drawing/2014/main" id="{1AFCB0CD-E4A4-B9D1-8427-9B0E686D344B}"/>
              </a:ext>
            </a:extLst>
          </p:cNvPr>
          <p:cNvSpPr txBox="1">
            <a:spLocks/>
          </p:cNvSpPr>
          <p:nvPr/>
        </p:nvSpPr>
        <p:spPr>
          <a:xfrm>
            <a:off x="554736" y="5240056"/>
            <a:ext cx="635889"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sv-SE" sz="1000" b="1" dirty="0"/>
              <a:t>Tech choices</a:t>
            </a:r>
          </a:p>
        </p:txBody>
      </p:sp>
      <p:sp>
        <p:nvSpPr>
          <p:cNvPr id="55" name="TextBox 54">
            <a:extLst>
              <a:ext uri="{FF2B5EF4-FFF2-40B4-BE49-F238E27FC236}">
                <a16:creationId xmlns:a16="http://schemas.microsoft.com/office/drawing/2014/main" id="{83DD2964-51C6-07B6-AD4F-5F81BFCF532A}"/>
              </a:ext>
            </a:extLst>
          </p:cNvPr>
          <p:cNvSpPr txBox="1">
            <a:spLocks/>
          </p:cNvSpPr>
          <p:nvPr/>
        </p:nvSpPr>
        <p:spPr>
          <a:xfrm>
            <a:off x="1277384"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SAP, Unisys, </a:t>
            </a:r>
            <a:r>
              <a:rPr lang="en-US" sz="800" dirty="0" err="1">
                <a:solidFill>
                  <a:srgbClr val="B3B3B3"/>
                </a:solidFill>
              </a:rPr>
              <a:t>Celeriti</a:t>
            </a:r>
            <a:endParaRPr lang="en-US" sz="800" dirty="0">
              <a:solidFill>
                <a:srgbClr val="B3B3B3"/>
              </a:solidFill>
            </a:endParaRPr>
          </a:p>
        </p:txBody>
      </p:sp>
      <p:sp>
        <p:nvSpPr>
          <p:cNvPr id="56" name="TextBox 55">
            <a:extLst>
              <a:ext uri="{FF2B5EF4-FFF2-40B4-BE49-F238E27FC236}">
                <a16:creationId xmlns:a16="http://schemas.microsoft.com/office/drawing/2014/main" id="{70A592A3-C218-0A5B-BACD-C8AC71CA09BC}"/>
              </a:ext>
            </a:extLst>
          </p:cNvPr>
          <p:cNvSpPr txBox="1">
            <a:spLocks/>
          </p:cNvSpPr>
          <p:nvPr/>
        </p:nvSpPr>
        <p:spPr>
          <a:xfrm>
            <a:off x="2739471"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err="1"/>
              <a:t>Backbase</a:t>
            </a:r>
            <a:r>
              <a:rPr lang="en-US" sz="800" dirty="0"/>
              <a:t>, Temenos</a:t>
            </a:r>
          </a:p>
        </p:txBody>
      </p:sp>
      <p:sp>
        <p:nvSpPr>
          <p:cNvPr id="57" name="TextBox 56">
            <a:extLst>
              <a:ext uri="{FF2B5EF4-FFF2-40B4-BE49-F238E27FC236}">
                <a16:creationId xmlns:a16="http://schemas.microsoft.com/office/drawing/2014/main" id="{3706A4FE-8741-63EC-1931-3CCB873A912E}"/>
              </a:ext>
            </a:extLst>
          </p:cNvPr>
          <p:cNvSpPr txBox="1">
            <a:spLocks/>
          </p:cNvSpPr>
          <p:nvPr/>
        </p:nvSpPr>
        <p:spPr>
          <a:xfrm>
            <a:off x="4201558"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t>10x, </a:t>
            </a:r>
            <a:r>
              <a:rPr lang="en-US" sz="800" dirty="0" err="1"/>
              <a:t>ThoughtMachine</a:t>
            </a:r>
            <a:endParaRPr lang="en-US" sz="800" dirty="0"/>
          </a:p>
        </p:txBody>
      </p:sp>
      <p:sp>
        <p:nvSpPr>
          <p:cNvPr id="58" name="TextBox 57">
            <a:extLst>
              <a:ext uri="{FF2B5EF4-FFF2-40B4-BE49-F238E27FC236}">
                <a16:creationId xmlns:a16="http://schemas.microsoft.com/office/drawing/2014/main" id="{E95141A6-75D2-CD51-F739-E83D240A2A6D}"/>
              </a:ext>
            </a:extLst>
          </p:cNvPr>
          <p:cNvSpPr txBox="1">
            <a:spLocks/>
          </p:cNvSpPr>
          <p:nvPr/>
        </p:nvSpPr>
        <p:spPr>
          <a:xfrm>
            <a:off x="5663645"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Temenos, Finacle</a:t>
            </a:r>
          </a:p>
        </p:txBody>
      </p:sp>
      <p:sp>
        <p:nvSpPr>
          <p:cNvPr id="59" name="TextBox 58">
            <a:extLst>
              <a:ext uri="{FF2B5EF4-FFF2-40B4-BE49-F238E27FC236}">
                <a16:creationId xmlns:a16="http://schemas.microsoft.com/office/drawing/2014/main" id="{A71D0BD7-8268-C450-A216-D5F3ACDFE50D}"/>
              </a:ext>
            </a:extLst>
          </p:cNvPr>
          <p:cNvSpPr txBox="1">
            <a:spLocks/>
          </p:cNvSpPr>
          <p:nvPr/>
        </p:nvSpPr>
        <p:spPr>
          <a:xfrm>
            <a:off x="7125732"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Mambu, 10x</a:t>
            </a:r>
          </a:p>
        </p:txBody>
      </p:sp>
      <p:sp>
        <p:nvSpPr>
          <p:cNvPr id="60" name="TextBox 59">
            <a:extLst>
              <a:ext uri="{FF2B5EF4-FFF2-40B4-BE49-F238E27FC236}">
                <a16:creationId xmlns:a16="http://schemas.microsoft.com/office/drawing/2014/main" id="{BE16379A-BD84-57B2-C061-0C51C9ED95B5}"/>
              </a:ext>
            </a:extLst>
          </p:cNvPr>
          <p:cNvSpPr txBox="1">
            <a:spLocks/>
          </p:cNvSpPr>
          <p:nvPr/>
        </p:nvSpPr>
        <p:spPr>
          <a:xfrm>
            <a:off x="8587819" y="5240056"/>
            <a:ext cx="1375328" cy="123111"/>
          </a:xfrm>
          <a:prstGeom prst="rect">
            <a:avLst/>
          </a:prstGeom>
        </p:spPr>
        <p:txBody>
          <a:bodyPr vert="horz"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dirty="0">
                <a:solidFill>
                  <a:srgbClr val="B3B3B3"/>
                </a:solidFill>
              </a:rPr>
              <a:t>Fiserv, FIS, </a:t>
            </a:r>
            <a:r>
              <a:rPr lang="en-US" sz="800" dirty="0" err="1">
                <a:solidFill>
                  <a:srgbClr val="B3B3B3"/>
                </a:solidFill>
              </a:rPr>
              <a:t>Flexcube</a:t>
            </a:r>
            <a:endParaRPr lang="en-US" sz="800" dirty="0">
              <a:solidFill>
                <a:srgbClr val="B3B3B3"/>
              </a:solidFill>
            </a:endParaRPr>
          </a:p>
        </p:txBody>
      </p:sp>
      <p:cxnSp>
        <p:nvCxnSpPr>
          <p:cNvPr id="62" name="Straight Connector 61">
            <a:extLst>
              <a:ext uri="{FF2B5EF4-FFF2-40B4-BE49-F238E27FC236}">
                <a16:creationId xmlns:a16="http://schemas.microsoft.com/office/drawing/2014/main" id="{7A56D5CC-A629-3673-9056-4BFED725E2F2}"/>
              </a:ext>
            </a:extLst>
          </p:cNvPr>
          <p:cNvCxnSpPr>
            <a:cxnSpLocks/>
          </p:cNvCxnSpPr>
          <p:nvPr/>
        </p:nvCxnSpPr>
        <p:spPr>
          <a:xfrm>
            <a:off x="554736" y="5179587"/>
            <a:ext cx="9408414"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BD8EAB2-5362-FB61-70E0-15B7C34782CF}"/>
              </a:ext>
            </a:extLst>
          </p:cNvPr>
          <p:cNvCxnSpPr>
            <a:cxnSpLocks/>
          </p:cNvCxnSpPr>
          <p:nvPr/>
        </p:nvCxnSpPr>
        <p:spPr>
          <a:xfrm>
            <a:off x="554736" y="5608302"/>
            <a:ext cx="9408414"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D6A0343-75B1-6239-EB11-B5FF027656F9}"/>
              </a:ext>
            </a:extLst>
          </p:cNvPr>
          <p:cNvSpPr txBox="1">
            <a:spLocks/>
          </p:cNvSpPr>
          <p:nvPr/>
        </p:nvSpPr>
        <p:spPr>
          <a:xfrm>
            <a:off x="554736" y="6170712"/>
            <a:ext cx="9408408"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1000" b="1" dirty="0"/>
              <a:t>On average, CIOs plan to spend $20-30 MM on next gen core </a:t>
            </a:r>
            <a:r>
              <a:rPr lang="en-US" sz="1000" b="1" u="sng" dirty="0"/>
              <a:t>experimentation</a:t>
            </a:r>
            <a:r>
              <a:rPr lang="en-US" sz="1000" b="1" dirty="0"/>
              <a:t> next year</a:t>
            </a:r>
          </a:p>
        </p:txBody>
      </p:sp>
      <p:cxnSp>
        <p:nvCxnSpPr>
          <p:cNvPr id="83" name="Straight Connector 82">
            <a:extLst>
              <a:ext uri="{FF2B5EF4-FFF2-40B4-BE49-F238E27FC236}">
                <a16:creationId xmlns:a16="http://schemas.microsoft.com/office/drawing/2014/main" id="{025C678D-F9AB-D3F2-F984-96CFD4FC3231}"/>
              </a:ext>
            </a:extLst>
          </p:cNvPr>
          <p:cNvCxnSpPr>
            <a:cxnSpLocks/>
          </p:cNvCxnSpPr>
          <p:nvPr/>
        </p:nvCxnSpPr>
        <p:spPr>
          <a:xfrm>
            <a:off x="554736" y="6110240"/>
            <a:ext cx="9408414"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97F32373-BE57-1A60-65DF-343EC91ACB24}"/>
              </a:ext>
            </a:extLst>
          </p:cNvPr>
          <p:cNvGrpSpPr/>
          <p:nvPr/>
        </p:nvGrpSpPr>
        <p:grpSpPr>
          <a:xfrm>
            <a:off x="554736" y="5668771"/>
            <a:ext cx="9008026" cy="381000"/>
            <a:chOff x="554736" y="5539941"/>
            <a:chExt cx="9008026" cy="381000"/>
          </a:xfrm>
        </p:grpSpPr>
        <p:sp>
          <p:nvSpPr>
            <p:cNvPr id="67" name="TextBox 66">
              <a:extLst>
                <a:ext uri="{FF2B5EF4-FFF2-40B4-BE49-F238E27FC236}">
                  <a16:creationId xmlns:a16="http://schemas.microsoft.com/office/drawing/2014/main" id="{746FC791-2450-B1BE-63EC-473D6C5D8417}"/>
                </a:ext>
              </a:extLst>
            </p:cNvPr>
            <p:cNvSpPr txBox="1">
              <a:spLocks/>
            </p:cNvSpPr>
            <p:nvPr/>
          </p:nvSpPr>
          <p:spPr>
            <a:xfrm>
              <a:off x="554736" y="5539941"/>
              <a:ext cx="635889"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sv-SE" sz="1000" b="1" dirty="0"/>
                <a:t>Banks</a:t>
              </a:r>
            </a:p>
          </p:txBody>
        </p:sp>
        <p:grpSp>
          <p:nvGrpSpPr>
            <p:cNvPr id="102" name="Group 101">
              <a:extLst>
                <a:ext uri="{FF2B5EF4-FFF2-40B4-BE49-F238E27FC236}">
                  <a16:creationId xmlns:a16="http://schemas.microsoft.com/office/drawing/2014/main" id="{BF4A0C89-1CE1-42CF-E3D9-D6A6CE1E2CB4}"/>
                </a:ext>
              </a:extLst>
            </p:cNvPr>
            <p:cNvGrpSpPr/>
            <p:nvPr/>
          </p:nvGrpSpPr>
          <p:grpSpPr>
            <a:xfrm>
              <a:off x="2739471" y="5539941"/>
              <a:ext cx="1158239" cy="243840"/>
              <a:chOff x="2849879" y="5570421"/>
              <a:chExt cx="1158239" cy="243840"/>
            </a:xfrm>
          </p:grpSpPr>
          <p:pic>
            <p:nvPicPr>
              <p:cNvPr id="87" name="object 19" descr="Image result for rbc logo">
                <a:extLst>
                  <a:ext uri="{FF2B5EF4-FFF2-40B4-BE49-F238E27FC236}">
                    <a16:creationId xmlns:a16="http://schemas.microsoft.com/office/drawing/2014/main" id="{D961AE21-952B-5289-61CB-1C0032028C28}"/>
                  </a:ext>
                </a:extLst>
              </p:cNvPr>
              <p:cNvPicPr/>
              <p:nvPr/>
            </p:nvPicPr>
            <p:blipFill>
              <a:blip r:embed="rId21" cstate="print"/>
              <a:stretch>
                <a:fillRect/>
              </a:stretch>
            </p:blipFill>
            <p:spPr>
              <a:xfrm>
                <a:off x="2849879" y="5570421"/>
                <a:ext cx="198119" cy="243840"/>
              </a:xfrm>
              <a:prstGeom prst="rect">
                <a:avLst/>
              </a:prstGeom>
            </p:spPr>
          </p:pic>
          <p:pic>
            <p:nvPicPr>
              <p:cNvPr id="88" name="object 20" descr="Image result for ing logo">
                <a:extLst>
                  <a:ext uri="{FF2B5EF4-FFF2-40B4-BE49-F238E27FC236}">
                    <a16:creationId xmlns:a16="http://schemas.microsoft.com/office/drawing/2014/main" id="{B4AB4622-6C9C-9DE7-9E47-061047B4113E}"/>
                  </a:ext>
                </a:extLst>
              </p:cNvPr>
              <p:cNvPicPr/>
              <p:nvPr/>
            </p:nvPicPr>
            <p:blipFill>
              <a:blip r:embed="rId22" cstate="print"/>
              <a:stretch>
                <a:fillRect/>
              </a:stretch>
            </p:blipFill>
            <p:spPr>
              <a:xfrm>
                <a:off x="3154679" y="5585661"/>
                <a:ext cx="220980" cy="213359"/>
              </a:xfrm>
              <a:prstGeom prst="rect">
                <a:avLst/>
              </a:prstGeom>
            </p:spPr>
          </p:pic>
          <p:pic>
            <p:nvPicPr>
              <p:cNvPr id="89" name="object 21" descr="Image result for credit suisse logo">
                <a:extLst>
                  <a:ext uri="{FF2B5EF4-FFF2-40B4-BE49-F238E27FC236}">
                    <a16:creationId xmlns:a16="http://schemas.microsoft.com/office/drawing/2014/main" id="{7FDF6673-1E35-1E95-7DF0-A112A5F1B736}"/>
                  </a:ext>
                </a:extLst>
              </p:cNvPr>
              <p:cNvPicPr/>
              <p:nvPr/>
            </p:nvPicPr>
            <p:blipFill>
              <a:blip r:embed="rId23" cstate="print"/>
              <a:stretch>
                <a:fillRect/>
              </a:stretch>
            </p:blipFill>
            <p:spPr>
              <a:xfrm>
                <a:off x="3459479" y="5631381"/>
                <a:ext cx="548639" cy="129540"/>
              </a:xfrm>
              <a:prstGeom prst="rect">
                <a:avLst/>
              </a:prstGeom>
            </p:spPr>
          </p:pic>
        </p:grpSp>
        <p:grpSp>
          <p:nvGrpSpPr>
            <p:cNvPr id="103" name="Group 102">
              <a:extLst>
                <a:ext uri="{FF2B5EF4-FFF2-40B4-BE49-F238E27FC236}">
                  <a16:creationId xmlns:a16="http://schemas.microsoft.com/office/drawing/2014/main" id="{C9BF4455-D21E-93CE-93A6-0B072423FBB3}"/>
                </a:ext>
              </a:extLst>
            </p:cNvPr>
            <p:cNvGrpSpPr/>
            <p:nvPr/>
          </p:nvGrpSpPr>
          <p:grpSpPr>
            <a:xfrm>
              <a:off x="4201558" y="5539941"/>
              <a:ext cx="1043938" cy="205740"/>
              <a:chOff x="4358640" y="5547561"/>
              <a:chExt cx="1043938" cy="205740"/>
            </a:xfrm>
          </p:grpSpPr>
          <p:pic>
            <p:nvPicPr>
              <p:cNvPr id="90" name="object 22" descr="Image result for lloyds logo">
                <a:extLst>
                  <a:ext uri="{FF2B5EF4-FFF2-40B4-BE49-F238E27FC236}">
                    <a16:creationId xmlns:a16="http://schemas.microsoft.com/office/drawing/2014/main" id="{7BCB17AE-71B2-3F48-16DD-D85C4ED3190F}"/>
                  </a:ext>
                </a:extLst>
              </p:cNvPr>
              <p:cNvPicPr/>
              <p:nvPr/>
            </p:nvPicPr>
            <p:blipFill>
              <a:blip r:embed="rId24" cstate="print"/>
              <a:stretch>
                <a:fillRect/>
              </a:stretch>
            </p:blipFill>
            <p:spPr>
              <a:xfrm>
                <a:off x="4358640" y="5547561"/>
                <a:ext cx="396239" cy="205740"/>
              </a:xfrm>
              <a:prstGeom prst="rect">
                <a:avLst/>
              </a:prstGeom>
            </p:spPr>
          </p:pic>
          <p:pic>
            <p:nvPicPr>
              <p:cNvPr id="91" name="object 23" descr="Image result for nationwide uk logo">
                <a:extLst>
                  <a:ext uri="{FF2B5EF4-FFF2-40B4-BE49-F238E27FC236}">
                    <a16:creationId xmlns:a16="http://schemas.microsoft.com/office/drawing/2014/main" id="{53B6261F-782B-B7C7-A43C-B273D7036408}"/>
                  </a:ext>
                </a:extLst>
              </p:cNvPr>
              <p:cNvPicPr/>
              <p:nvPr/>
            </p:nvPicPr>
            <p:blipFill>
              <a:blip r:embed="rId25" cstate="print"/>
              <a:stretch>
                <a:fillRect/>
              </a:stretch>
            </p:blipFill>
            <p:spPr>
              <a:xfrm>
                <a:off x="4838699" y="5616141"/>
                <a:ext cx="563879" cy="129540"/>
              </a:xfrm>
              <a:prstGeom prst="rect">
                <a:avLst/>
              </a:prstGeom>
            </p:spPr>
          </p:pic>
        </p:grpSp>
        <p:pic>
          <p:nvPicPr>
            <p:cNvPr id="93" name="object 25" descr="Image result for virgin money logo">
              <a:extLst>
                <a:ext uri="{FF2B5EF4-FFF2-40B4-BE49-F238E27FC236}">
                  <a16:creationId xmlns:a16="http://schemas.microsoft.com/office/drawing/2014/main" id="{B3086E1C-412E-F875-B751-8703F422D7AA}"/>
                </a:ext>
              </a:extLst>
            </p:cNvPr>
            <p:cNvPicPr/>
            <p:nvPr/>
          </p:nvPicPr>
          <p:blipFill>
            <a:blip r:embed="rId26" cstate="print"/>
            <a:stretch>
              <a:fillRect/>
            </a:stretch>
          </p:blipFill>
          <p:spPr>
            <a:xfrm>
              <a:off x="7125732" y="5539941"/>
              <a:ext cx="472440" cy="198119"/>
            </a:xfrm>
            <a:prstGeom prst="rect">
              <a:avLst/>
            </a:prstGeom>
          </p:spPr>
        </p:pic>
        <p:grpSp>
          <p:nvGrpSpPr>
            <p:cNvPr id="105" name="Group 104">
              <a:extLst>
                <a:ext uri="{FF2B5EF4-FFF2-40B4-BE49-F238E27FC236}">
                  <a16:creationId xmlns:a16="http://schemas.microsoft.com/office/drawing/2014/main" id="{121389BD-63B9-E666-439E-81F587799E1B}"/>
                </a:ext>
              </a:extLst>
            </p:cNvPr>
            <p:cNvGrpSpPr/>
            <p:nvPr/>
          </p:nvGrpSpPr>
          <p:grpSpPr>
            <a:xfrm>
              <a:off x="8587819" y="5539941"/>
              <a:ext cx="974943" cy="237515"/>
              <a:chOff x="8996220" y="5552192"/>
              <a:chExt cx="974943" cy="237515"/>
            </a:xfrm>
          </p:grpSpPr>
          <p:pic>
            <p:nvPicPr>
              <p:cNvPr id="94" name="object 26" descr="Image result for suntrust logo">
                <a:extLst>
                  <a:ext uri="{FF2B5EF4-FFF2-40B4-BE49-F238E27FC236}">
                    <a16:creationId xmlns:a16="http://schemas.microsoft.com/office/drawing/2014/main" id="{796418B5-70A7-EBB5-06AA-771B446164AA}"/>
                  </a:ext>
                </a:extLst>
              </p:cNvPr>
              <p:cNvPicPr/>
              <p:nvPr/>
            </p:nvPicPr>
            <p:blipFill>
              <a:blip r:embed="rId27" cstate="print"/>
              <a:stretch>
                <a:fillRect/>
              </a:stretch>
            </p:blipFill>
            <p:spPr>
              <a:xfrm>
                <a:off x="8996220" y="5552192"/>
                <a:ext cx="429719" cy="231588"/>
              </a:xfrm>
              <a:prstGeom prst="rect">
                <a:avLst/>
              </a:prstGeom>
            </p:spPr>
          </p:pic>
          <p:pic>
            <p:nvPicPr>
              <p:cNvPr id="95" name="object 27" descr="Image result for ping an logo">
                <a:extLst>
                  <a:ext uri="{FF2B5EF4-FFF2-40B4-BE49-F238E27FC236}">
                    <a16:creationId xmlns:a16="http://schemas.microsoft.com/office/drawing/2014/main" id="{7671CA14-17ED-DE34-896F-69D2C9F88A41}"/>
                  </a:ext>
                </a:extLst>
              </p:cNvPr>
              <p:cNvPicPr/>
              <p:nvPr/>
            </p:nvPicPr>
            <p:blipFill>
              <a:blip r:embed="rId28" cstate="print"/>
              <a:stretch>
                <a:fillRect/>
              </a:stretch>
            </p:blipFill>
            <p:spPr>
              <a:xfrm>
                <a:off x="9566515" y="5724514"/>
                <a:ext cx="404648" cy="65193"/>
              </a:xfrm>
              <a:prstGeom prst="rect">
                <a:avLst/>
              </a:prstGeom>
            </p:spPr>
          </p:pic>
        </p:grpSp>
        <p:grpSp>
          <p:nvGrpSpPr>
            <p:cNvPr id="101" name="Group 100">
              <a:extLst>
                <a:ext uri="{FF2B5EF4-FFF2-40B4-BE49-F238E27FC236}">
                  <a16:creationId xmlns:a16="http://schemas.microsoft.com/office/drawing/2014/main" id="{EFCEA1AA-3F04-667D-51E2-17F09415C76D}"/>
                </a:ext>
              </a:extLst>
            </p:cNvPr>
            <p:cNvGrpSpPr/>
            <p:nvPr/>
          </p:nvGrpSpPr>
          <p:grpSpPr>
            <a:xfrm>
              <a:off x="1277384" y="5539941"/>
              <a:ext cx="1173479" cy="312420"/>
              <a:chOff x="1463040" y="5570421"/>
              <a:chExt cx="1173479" cy="312420"/>
            </a:xfrm>
          </p:grpSpPr>
          <p:pic>
            <p:nvPicPr>
              <p:cNvPr id="84" name="object 16" descr="Image result for westpak logo">
                <a:extLst>
                  <a:ext uri="{FF2B5EF4-FFF2-40B4-BE49-F238E27FC236}">
                    <a16:creationId xmlns:a16="http://schemas.microsoft.com/office/drawing/2014/main" id="{80B2D1B9-3054-5839-F6A5-FDCB177E56A0}"/>
                  </a:ext>
                </a:extLst>
              </p:cNvPr>
              <p:cNvPicPr/>
              <p:nvPr/>
            </p:nvPicPr>
            <p:blipFill>
              <a:blip r:embed="rId29" cstate="print"/>
              <a:stretch>
                <a:fillRect/>
              </a:stretch>
            </p:blipFill>
            <p:spPr>
              <a:xfrm>
                <a:off x="2130579" y="5613333"/>
                <a:ext cx="505940" cy="86627"/>
              </a:xfrm>
              <a:prstGeom prst="rect">
                <a:avLst/>
              </a:prstGeom>
            </p:spPr>
          </p:pic>
          <p:pic>
            <p:nvPicPr>
              <p:cNvPr id="85" name="object 17" descr="Image result for nab logo">
                <a:extLst>
                  <a:ext uri="{FF2B5EF4-FFF2-40B4-BE49-F238E27FC236}">
                    <a16:creationId xmlns:a16="http://schemas.microsoft.com/office/drawing/2014/main" id="{1715D0FF-7064-25C1-D81C-3F30BEBADEF1}"/>
                  </a:ext>
                </a:extLst>
              </p:cNvPr>
              <p:cNvPicPr/>
              <p:nvPr/>
            </p:nvPicPr>
            <p:blipFill>
              <a:blip r:embed="rId30" cstate="print"/>
              <a:stretch>
                <a:fillRect/>
              </a:stretch>
            </p:blipFill>
            <p:spPr>
              <a:xfrm>
                <a:off x="1463040" y="5570421"/>
                <a:ext cx="426720" cy="175259"/>
              </a:xfrm>
              <a:prstGeom prst="rect">
                <a:avLst/>
              </a:prstGeom>
            </p:spPr>
          </p:pic>
          <p:pic>
            <p:nvPicPr>
              <p:cNvPr id="86" name="object 18" descr="Related image">
                <a:extLst>
                  <a:ext uri="{FF2B5EF4-FFF2-40B4-BE49-F238E27FC236}">
                    <a16:creationId xmlns:a16="http://schemas.microsoft.com/office/drawing/2014/main" id="{41716A9F-5BC4-3CF0-FDCE-E5C36FDF1723}"/>
                  </a:ext>
                </a:extLst>
              </p:cNvPr>
              <p:cNvPicPr/>
              <p:nvPr/>
            </p:nvPicPr>
            <p:blipFill>
              <a:blip r:embed="rId31" cstate="print"/>
              <a:stretch>
                <a:fillRect/>
              </a:stretch>
            </p:blipFill>
            <p:spPr>
              <a:xfrm>
                <a:off x="2217419" y="5715201"/>
                <a:ext cx="419100" cy="167640"/>
              </a:xfrm>
              <a:prstGeom prst="rect">
                <a:avLst/>
              </a:prstGeom>
            </p:spPr>
          </p:pic>
          <p:pic>
            <p:nvPicPr>
              <p:cNvPr id="97" name="object 76" descr="Image result for deutsche bank logo">
                <a:extLst>
                  <a:ext uri="{FF2B5EF4-FFF2-40B4-BE49-F238E27FC236}">
                    <a16:creationId xmlns:a16="http://schemas.microsoft.com/office/drawing/2014/main" id="{2C4A3AB9-CB16-DBA4-C9EF-5414461E37A4}"/>
                  </a:ext>
                </a:extLst>
              </p:cNvPr>
              <p:cNvPicPr/>
              <p:nvPr/>
            </p:nvPicPr>
            <p:blipFill>
              <a:blip r:embed="rId32" cstate="print"/>
              <a:stretch>
                <a:fillRect/>
              </a:stretch>
            </p:blipFill>
            <p:spPr>
              <a:xfrm>
                <a:off x="1493519" y="5745681"/>
                <a:ext cx="502919" cy="121919"/>
              </a:xfrm>
              <a:prstGeom prst="rect">
                <a:avLst/>
              </a:prstGeom>
            </p:spPr>
          </p:pic>
        </p:grpSp>
        <p:grpSp>
          <p:nvGrpSpPr>
            <p:cNvPr id="104" name="Group 103">
              <a:extLst>
                <a:ext uri="{FF2B5EF4-FFF2-40B4-BE49-F238E27FC236}">
                  <a16:creationId xmlns:a16="http://schemas.microsoft.com/office/drawing/2014/main" id="{8F23BBA3-21D0-39CF-731C-D59E1266B9C8}"/>
                </a:ext>
              </a:extLst>
            </p:cNvPr>
            <p:cNvGrpSpPr/>
            <p:nvPr/>
          </p:nvGrpSpPr>
          <p:grpSpPr>
            <a:xfrm>
              <a:off x="5663645" y="5539941"/>
              <a:ext cx="1196338" cy="381000"/>
              <a:chOff x="5890260" y="5555181"/>
              <a:chExt cx="1196338" cy="381000"/>
            </a:xfrm>
          </p:grpSpPr>
          <p:pic>
            <p:nvPicPr>
              <p:cNvPr id="92" name="object 24" descr="Image result for New 10 abn amro logo">
                <a:extLst>
                  <a:ext uri="{FF2B5EF4-FFF2-40B4-BE49-F238E27FC236}">
                    <a16:creationId xmlns:a16="http://schemas.microsoft.com/office/drawing/2014/main" id="{08310994-1083-9272-2F7C-3C0484EE0478}"/>
                  </a:ext>
                </a:extLst>
              </p:cNvPr>
              <p:cNvPicPr/>
              <p:nvPr/>
            </p:nvPicPr>
            <p:blipFill>
              <a:blip r:embed="rId33" cstate="print"/>
              <a:stretch>
                <a:fillRect/>
              </a:stretch>
            </p:blipFill>
            <p:spPr>
              <a:xfrm>
                <a:off x="6637019" y="5555181"/>
                <a:ext cx="449579" cy="190500"/>
              </a:xfrm>
              <a:prstGeom prst="rect">
                <a:avLst/>
              </a:prstGeom>
            </p:spPr>
          </p:pic>
          <p:pic>
            <p:nvPicPr>
              <p:cNvPr id="98" name="object 77" descr="Goldman Sachs, Best Companies | Working Mother">
                <a:extLst>
                  <a:ext uri="{FF2B5EF4-FFF2-40B4-BE49-F238E27FC236}">
                    <a16:creationId xmlns:a16="http://schemas.microsoft.com/office/drawing/2014/main" id="{1856107A-DFD7-CBB1-81BE-D3C7BE3AEF81}"/>
                  </a:ext>
                </a:extLst>
              </p:cNvPr>
              <p:cNvPicPr/>
              <p:nvPr/>
            </p:nvPicPr>
            <p:blipFill>
              <a:blip r:embed="rId34" cstate="print"/>
              <a:stretch>
                <a:fillRect/>
              </a:stretch>
            </p:blipFill>
            <p:spPr>
              <a:xfrm>
                <a:off x="5890260" y="5575270"/>
                <a:ext cx="638512" cy="258618"/>
              </a:xfrm>
              <a:prstGeom prst="rect">
                <a:avLst/>
              </a:prstGeom>
            </p:spPr>
          </p:pic>
          <p:pic>
            <p:nvPicPr>
              <p:cNvPr id="99" name="object 78" descr="Image result for jenius logo">
                <a:extLst>
                  <a:ext uri="{FF2B5EF4-FFF2-40B4-BE49-F238E27FC236}">
                    <a16:creationId xmlns:a16="http://schemas.microsoft.com/office/drawing/2014/main" id="{15CF9A4B-F9DD-2F3C-2381-749BADC733EC}"/>
                  </a:ext>
                </a:extLst>
              </p:cNvPr>
              <p:cNvPicPr/>
              <p:nvPr/>
            </p:nvPicPr>
            <p:blipFill>
              <a:blip r:embed="rId35" cstate="print"/>
              <a:stretch>
                <a:fillRect/>
              </a:stretch>
            </p:blipFill>
            <p:spPr>
              <a:xfrm>
                <a:off x="6423660" y="5745681"/>
                <a:ext cx="579119" cy="190500"/>
              </a:xfrm>
              <a:prstGeom prst="rect">
                <a:avLst/>
              </a:prstGeom>
            </p:spPr>
          </p:pic>
        </p:grpSp>
      </p:grpSp>
      <p:pic>
        <p:nvPicPr>
          <p:cNvPr id="111" name="CustomIcon">
            <a:extLst>
              <a:ext uri="{FF2B5EF4-FFF2-40B4-BE49-F238E27FC236}">
                <a16:creationId xmlns:a16="http://schemas.microsoft.com/office/drawing/2014/main" id="{683E202C-44CE-080C-DF17-3C982802A53B}"/>
              </a:ext>
            </a:extLst>
          </p:cNvPr>
          <p:cNvPicPr>
            <a:picLocks noChangeAspect="1"/>
          </p:cNvPicPr>
          <p:nvPr>
            <p:custDataLst>
              <p:tags r:id="rId5"/>
            </p:custDataLst>
          </p:nvPr>
        </p:nvPicPr>
        <p:blipFill>
          <a:blip>
            <a:extLst>
              <a:ext uri="{96DAC541-7B7A-43D3-8B79-37D633B846F1}">
                <asvg:svgBlip xmlns:asvg="http://schemas.microsoft.com/office/drawing/2016/SVG/main" r:embed="rId36"/>
              </a:ext>
            </a:extLst>
          </a:blip>
          <a:stretch>
            <a:fillRect/>
          </a:stretch>
        </p:blipFill>
        <p:spPr>
          <a:xfrm>
            <a:off x="1277384" y="1305320"/>
            <a:ext cx="343858" cy="343858"/>
          </a:xfrm>
          <a:prstGeom prst="rect">
            <a:avLst/>
          </a:prstGeom>
        </p:spPr>
      </p:pic>
      <p:pic>
        <p:nvPicPr>
          <p:cNvPr id="113" name="CustomIcon">
            <a:extLst>
              <a:ext uri="{FF2B5EF4-FFF2-40B4-BE49-F238E27FC236}">
                <a16:creationId xmlns:a16="http://schemas.microsoft.com/office/drawing/2014/main" id="{6120DE83-8221-9DFF-0961-F2C0144943AD}"/>
              </a:ext>
            </a:extLst>
          </p:cNvPr>
          <p:cNvPicPr>
            <a:picLocks noChangeAspect="1"/>
          </p:cNvPicPr>
          <p:nvPr>
            <p:custDataLst>
              <p:tags r:id="rId6"/>
            </p:custDataLst>
          </p:nvPr>
        </p:nvPicPr>
        <p:blipFill>
          <a:blip>
            <a:extLst>
              <a:ext uri="{96DAC541-7B7A-43D3-8B79-37D633B846F1}">
                <asvg:svgBlip xmlns:asvg="http://schemas.microsoft.com/office/drawing/2016/SVG/main" r:embed="rId37"/>
              </a:ext>
            </a:extLst>
          </a:blip>
          <a:stretch>
            <a:fillRect/>
          </a:stretch>
        </p:blipFill>
        <p:spPr>
          <a:xfrm>
            <a:off x="2739471" y="1305320"/>
            <a:ext cx="343858" cy="343858"/>
          </a:xfrm>
          <a:prstGeom prst="rect">
            <a:avLst/>
          </a:prstGeom>
        </p:spPr>
      </p:pic>
      <p:pic>
        <p:nvPicPr>
          <p:cNvPr id="115" name="CustomIcon">
            <a:extLst>
              <a:ext uri="{FF2B5EF4-FFF2-40B4-BE49-F238E27FC236}">
                <a16:creationId xmlns:a16="http://schemas.microsoft.com/office/drawing/2014/main" id="{73099DC5-8258-7270-1484-3C8C765F0F24}"/>
              </a:ext>
            </a:extLst>
          </p:cNvPr>
          <p:cNvPicPr>
            <a:picLocks/>
          </p:cNvPicPr>
          <p:nvPr>
            <p:custDataLst>
              <p:tags r:id="rId7"/>
            </p:custDataLst>
          </p:nvPr>
        </p:nvPicPr>
        <p:blipFill>
          <a:blip>
            <a:extLst>
              <a:ext uri="{96DAC541-7B7A-43D3-8B79-37D633B846F1}">
                <asvg:svgBlip xmlns:asvg="http://schemas.microsoft.com/office/drawing/2016/SVG/main" r:embed="rId38"/>
              </a:ext>
            </a:extLst>
          </a:blip>
          <a:stretch>
            <a:fillRect/>
          </a:stretch>
        </p:blipFill>
        <p:spPr>
          <a:xfrm>
            <a:off x="4201558" y="1305320"/>
            <a:ext cx="343858" cy="343858"/>
          </a:xfrm>
          <a:prstGeom prst="rect">
            <a:avLst/>
          </a:prstGeom>
        </p:spPr>
      </p:pic>
      <p:pic>
        <p:nvPicPr>
          <p:cNvPr id="117" name="CustomIcon">
            <a:extLst>
              <a:ext uri="{FF2B5EF4-FFF2-40B4-BE49-F238E27FC236}">
                <a16:creationId xmlns:a16="http://schemas.microsoft.com/office/drawing/2014/main" id="{AD77DA46-706A-8DD8-C8C0-860C7C39BA71}"/>
              </a:ext>
            </a:extLst>
          </p:cNvPr>
          <p:cNvPicPr>
            <a:picLocks noChangeAspect="1"/>
          </p:cNvPicPr>
          <p:nvPr>
            <p:custDataLst>
              <p:tags r:id="rId8"/>
            </p:custDataLst>
          </p:nvPr>
        </p:nvPicPr>
        <p:blipFill>
          <a:blip>
            <a:extLst>
              <a:ext uri="{96DAC541-7B7A-43D3-8B79-37D633B846F1}">
                <asvg:svgBlip xmlns:asvg="http://schemas.microsoft.com/office/drawing/2016/SVG/main" r:embed="rId39"/>
              </a:ext>
            </a:extLst>
          </a:blip>
          <a:stretch>
            <a:fillRect/>
          </a:stretch>
        </p:blipFill>
        <p:spPr>
          <a:xfrm>
            <a:off x="7125732" y="1305320"/>
            <a:ext cx="343858" cy="343858"/>
          </a:xfrm>
          <a:prstGeom prst="rect">
            <a:avLst/>
          </a:prstGeom>
        </p:spPr>
      </p:pic>
      <p:pic>
        <p:nvPicPr>
          <p:cNvPr id="119" name="CustomIcon">
            <a:extLst>
              <a:ext uri="{FF2B5EF4-FFF2-40B4-BE49-F238E27FC236}">
                <a16:creationId xmlns:a16="http://schemas.microsoft.com/office/drawing/2014/main" id="{82C993DB-FE15-BE90-24D6-729041AF1992}"/>
              </a:ext>
            </a:extLst>
          </p:cNvPr>
          <p:cNvPicPr>
            <a:picLocks noChangeAspect="1"/>
          </p:cNvPicPr>
          <p:nvPr>
            <p:custDataLst>
              <p:tags r:id="rId9"/>
            </p:custDataLst>
          </p:nvPr>
        </p:nvPicPr>
        <p:blipFill>
          <a:blip>
            <a:extLst>
              <a:ext uri="{96DAC541-7B7A-43D3-8B79-37D633B846F1}">
                <asvg:svgBlip xmlns:asvg="http://schemas.microsoft.com/office/drawing/2016/SVG/main" r:embed="rId40"/>
              </a:ext>
            </a:extLst>
          </a:blip>
          <a:stretch>
            <a:fillRect/>
          </a:stretch>
        </p:blipFill>
        <p:spPr>
          <a:xfrm>
            <a:off x="8587819" y="1305320"/>
            <a:ext cx="343858" cy="343858"/>
          </a:xfrm>
          <a:prstGeom prst="rect">
            <a:avLst/>
          </a:prstGeom>
        </p:spPr>
      </p:pic>
      <p:pic>
        <p:nvPicPr>
          <p:cNvPr id="121" name="CustomIcon">
            <a:extLst>
              <a:ext uri="{FF2B5EF4-FFF2-40B4-BE49-F238E27FC236}">
                <a16:creationId xmlns:a16="http://schemas.microsoft.com/office/drawing/2014/main" id="{0FD6B2CC-39CF-1134-A390-BC61709B39F2}"/>
              </a:ext>
            </a:extLst>
          </p:cNvPr>
          <p:cNvPicPr>
            <a:picLocks/>
          </p:cNvPicPr>
          <p:nvPr>
            <p:custDataLst>
              <p:tags r:id="rId10"/>
            </p:custDataLst>
          </p:nvPr>
        </p:nvPicPr>
        <p:blipFill>
          <a:blip>
            <a:extLst>
              <a:ext uri="{96DAC541-7B7A-43D3-8B79-37D633B846F1}">
                <asvg:svgBlip xmlns:asvg="http://schemas.microsoft.com/office/drawing/2016/SVG/main" r:embed="rId41"/>
              </a:ext>
            </a:extLst>
          </a:blip>
          <a:stretch>
            <a:fillRect/>
          </a:stretch>
        </p:blipFill>
        <p:spPr>
          <a:xfrm>
            <a:off x="5663645" y="1305320"/>
            <a:ext cx="343858" cy="343858"/>
          </a:xfrm>
          <a:prstGeom prst="rect">
            <a:avLst/>
          </a:prstGeom>
        </p:spPr>
      </p:pic>
      <p:sp>
        <p:nvSpPr>
          <p:cNvPr id="122" name="TrackerNumBlue 122">
            <a:extLst>
              <a:ext uri="{FF2B5EF4-FFF2-40B4-BE49-F238E27FC236}">
                <a16:creationId xmlns:a16="http://schemas.microsoft.com/office/drawing/2014/main" id="{8BBB303E-5B06-DF11-3EAE-DF8412044BB7}"/>
              </a:ext>
            </a:extLst>
          </p:cNvPr>
          <p:cNvSpPr/>
          <p:nvPr>
            <p:custDataLst>
              <p:tags r:id="rId11"/>
            </p:custDataLst>
          </p:nvPr>
        </p:nvSpPr>
        <p:spPr>
          <a:xfrm>
            <a:off x="1277383" y="1059380"/>
            <a:ext cx="185469" cy="185469"/>
          </a:xfrm>
          <a:prstGeom prst="ellipse">
            <a:avLst/>
          </a:prstGeom>
          <a:solidFill>
            <a:srgbClr val="B3B3B3"/>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I</a:t>
            </a:r>
          </a:p>
        </p:txBody>
      </p:sp>
      <p:sp>
        <p:nvSpPr>
          <p:cNvPr id="124" name="TrackerNumBlue 122">
            <a:extLst>
              <a:ext uri="{FF2B5EF4-FFF2-40B4-BE49-F238E27FC236}">
                <a16:creationId xmlns:a16="http://schemas.microsoft.com/office/drawing/2014/main" id="{BA0D9B9F-B94C-E26D-0336-8F07646FA86D}"/>
              </a:ext>
            </a:extLst>
          </p:cNvPr>
          <p:cNvSpPr/>
          <p:nvPr>
            <p:custDataLst>
              <p:tags r:id="rId12"/>
            </p:custDataLst>
          </p:nvPr>
        </p:nvSpPr>
        <p:spPr>
          <a:xfrm>
            <a:off x="2739471" y="1059380"/>
            <a:ext cx="185469" cy="18546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II</a:t>
            </a:r>
          </a:p>
        </p:txBody>
      </p:sp>
      <p:sp>
        <p:nvSpPr>
          <p:cNvPr id="125" name="TrackerNumBlue 122">
            <a:extLst>
              <a:ext uri="{FF2B5EF4-FFF2-40B4-BE49-F238E27FC236}">
                <a16:creationId xmlns:a16="http://schemas.microsoft.com/office/drawing/2014/main" id="{35CB3835-F1A2-EBA6-A8CA-8777F4CD92D0}"/>
              </a:ext>
            </a:extLst>
          </p:cNvPr>
          <p:cNvSpPr/>
          <p:nvPr>
            <p:custDataLst>
              <p:tags r:id="rId13"/>
            </p:custDataLst>
          </p:nvPr>
        </p:nvSpPr>
        <p:spPr>
          <a:xfrm>
            <a:off x="4201558" y="1059380"/>
            <a:ext cx="185469" cy="185469"/>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III</a:t>
            </a:r>
          </a:p>
        </p:txBody>
      </p:sp>
      <p:sp>
        <p:nvSpPr>
          <p:cNvPr id="126" name="TrackerNumBlue 122">
            <a:extLst>
              <a:ext uri="{FF2B5EF4-FFF2-40B4-BE49-F238E27FC236}">
                <a16:creationId xmlns:a16="http://schemas.microsoft.com/office/drawing/2014/main" id="{114111F2-7160-EA2D-DECA-33DCC7AFC569}"/>
              </a:ext>
            </a:extLst>
          </p:cNvPr>
          <p:cNvSpPr/>
          <p:nvPr>
            <p:custDataLst>
              <p:tags r:id="rId14"/>
            </p:custDataLst>
          </p:nvPr>
        </p:nvSpPr>
        <p:spPr>
          <a:xfrm>
            <a:off x="5663645" y="1059380"/>
            <a:ext cx="185469" cy="185469"/>
          </a:xfrm>
          <a:prstGeom prst="ellipse">
            <a:avLst/>
          </a:prstGeom>
          <a:solidFill>
            <a:srgbClr val="B3B3B3"/>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IV</a:t>
            </a:r>
          </a:p>
        </p:txBody>
      </p:sp>
      <p:sp>
        <p:nvSpPr>
          <p:cNvPr id="127" name="TrackerNumBlue 122">
            <a:extLst>
              <a:ext uri="{FF2B5EF4-FFF2-40B4-BE49-F238E27FC236}">
                <a16:creationId xmlns:a16="http://schemas.microsoft.com/office/drawing/2014/main" id="{2309FFE2-7A7C-1224-4468-2B1E9A817524}"/>
              </a:ext>
            </a:extLst>
          </p:cNvPr>
          <p:cNvSpPr/>
          <p:nvPr>
            <p:custDataLst>
              <p:tags r:id="rId15"/>
            </p:custDataLst>
          </p:nvPr>
        </p:nvSpPr>
        <p:spPr>
          <a:xfrm>
            <a:off x="7125732" y="1059380"/>
            <a:ext cx="185469" cy="185469"/>
          </a:xfrm>
          <a:prstGeom prst="ellipse">
            <a:avLst/>
          </a:prstGeom>
          <a:solidFill>
            <a:srgbClr val="B3B3B3"/>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V</a:t>
            </a:r>
          </a:p>
        </p:txBody>
      </p:sp>
      <p:sp>
        <p:nvSpPr>
          <p:cNvPr id="128" name="TrackerNumBlue 122">
            <a:extLst>
              <a:ext uri="{FF2B5EF4-FFF2-40B4-BE49-F238E27FC236}">
                <a16:creationId xmlns:a16="http://schemas.microsoft.com/office/drawing/2014/main" id="{3429D1D4-E8EA-9204-A05E-B35F6623413B}"/>
              </a:ext>
            </a:extLst>
          </p:cNvPr>
          <p:cNvSpPr/>
          <p:nvPr>
            <p:custDataLst>
              <p:tags r:id="rId16"/>
            </p:custDataLst>
          </p:nvPr>
        </p:nvSpPr>
        <p:spPr>
          <a:xfrm>
            <a:off x="8587819" y="1059380"/>
            <a:ext cx="185469" cy="185469"/>
          </a:xfrm>
          <a:prstGeom prst="ellipse">
            <a:avLst/>
          </a:prstGeom>
          <a:solidFill>
            <a:srgbClr val="B3B3B3"/>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sv-SE" sz="1000" b="1" dirty="0">
                <a:solidFill>
                  <a:schemeClr val="bg1"/>
                </a:solidFill>
              </a:rPr>
              <a:t>VI</a:t>
            </a:r>
          </a:p>
        </p:txBody>
      </p:sp>
    </p:spTree>
    <p:custDataLst>
      <p:tags r:id="rId1"/>
    </p:custDataLst>
    <p:extLst>
      <p:ext uri="{BB962C8B-B14F-4D97-AF65-F5344CB8AC3E}">
        <p14:creationId xmlns:p14="http://schemas.microsoft.com/office/powerpoint/2010/main" val="4069320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436C2-2D65-9708-03B7-E7EF7D6C331C}"/>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EE1ECCEE-2FCC-2A23-6D97-D6F90742326A}"/>
              </a:ext>
            </a:extLst>
          </p:cNvPr>
          <p:cNvGraphicFramePr>
            <a:graphicFrameLocks noChangeAspect="1"/>
          </p:cNvGraphicFramePr>
          <p:nvPr>
            <p:custDataLst>
              <p:tags r:id="rId2"/>
            </p:custDataLst>
            <p:extLst>
              <p:ext uri="{D42A27DB-BD31-4B8C-83A1-F6EECF244321}">
                <p14:modId xmlns:p14="http://schemas.microsoft.com/office/powerpoint/2010/main" val="2580245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84" imgH="486" progId="TCLayout.ActiveDocument.1">
                  <p:embed/>
                </p:oleObj>
              </mc:Choice>
              <mc:Fallback>
                <p:oleObj name="think-cell Slide" r:id="rId34" imgW="484" imgH="486" progId="TCLayout.ActiveDocument.1">
                  <p:embed/>
                  <p:pic>
                    <p:nvPicPr>
                      <p:cNvPr id="5" name="Object 2" hidden="1">
                        <a:extLst>
                          <a:ext uri="{FF2B5EF4-FFF2-40B4-BE49-F238E27FC236}">
                            <a16:creationId xmlns:a16="http://schemas.microsoft.com/office/drawing/2014/main" id="{EE1ECCEE-2FCC-2A23-6D97-D6F90742326A}"/>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C5D24C6F-6EC3-5286-56F2-2E5B3A7D7973}"/>
              </a:ext>
            </a:extLst>
          </p:cNvPr>
          <p:cNvSpPr>
            <a:spLocks noGrp="1"/>
          </p:cNvSpPr>
          <p:nvPr>
            <p:ph type="title"/>
          </p:nvPr>
        </p:nvSpPr>
        <p:spPr>
          <a:xfrm>
            <a:off x="554734" y="31526"/>
            <a:ext cx="11082528" cy="1107996"/>
          </a:xfrm>
        </p:spPr>
        <p:txBody>
          <a:bodyPr vert="horz"/>
          <a:lstStyle/>
          <a:p>
            <a:r>
              <a:rPr lang="en-US" sz="1800" dirty="0"/>
              <a:t>Approach II (hollow core and swap): The overall process may last</a:t>
            </a:r>
            <a:br>
              <a:rPr lang="en-US" sz="1800" dirty="0"/>
            </a:br>
            <a:r>
              <a:rPr lang="en-US" sz="1800" dirty="0"/>
              <a:t>3-5 years with 3-6 months of planning and blueprint design followed by 9-12 months to re-engineer highest priority capabilities and vendor selection, and final 18-24 months to re-engineer remaining capabilities and swap the cores</a:t>
            </a:r>
            <a:endParaRPr lang="sv-SE" sz="1800" dirty="0"/>
          </a:p>
        </p:txBody>
      </p:sp>
      <p:grpSp>
        <p:nvGrpSpPr>
          <p:cNvPr id="20" name="sticker">
            <a:extLst>
              <a:ext uri="{FF2B5EF4-FFF2-40B4-BE49-F238E27FC236}">
                <a16:creationId xmlns:a16="http://schemas.microsoft.com/office/drawing/2014/main" id="{44B70FF6-E9B9-60D9-E78C-4B72F9E29592}"/>
              </a:ext>
            </a:extLst>
          </p:cNvPr>
          <p:cNvGrpSpPr/>
          <p:nvPr/>
        </p:nvGrpSpPr>
        <p:grpSpPr>
          <a:xfrm>
            <a:off x="558192" y="1232805"/>
            <a:ext cx="654025" cy="156966"/>
            <a:chOff x="558192" y="1289273"/>
            <a:chExt cx="654025" cy="156966"/>
          </a:xfrm>
        </p:grpSpPr>
        <p:sp>
          <p:nvSpPr>
            <p:cNvPr id="18" name="StickerRectangle">
              <a:extLst>
                <a:ext uri="{FF2B5EF4-FFF2-40B4-BE49-F238E27FC236}">
                  <a16:creationId xmlns:a16="http://schemas.microsoft.com/office/drawing/2014/main" id="{9C597DCB-36A8-C7E0-945E-41EF9032E647}"/>
                </a:ext>
              </a:extLst>
            </p:cNvPr>
            <p:cNvSpPr>
              <a:spLocks noChangeArrowheads="1"/>
            </p:cNvSpPr>
            <p:nvPr userDrawn="1"/>
          </p:nvSpPr>
          <p:spPr bwMode="gray">
            <a:xfrm>
              <a:off x="558192" y="1289273"/>
              <a:ext cx="654025"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Illustrative</a:t>
              </a:r>
              <a:endParaRPr lang="en-US" sz="800" baseline="0">
                <a:solidFill>
                  <a:schemeClr val="tx1"/>
                </a:solidFill>
                <a:latin typeface="+mn-lt"/>
                <a:ea typeface="+mn-ea"/>
              </a:endParaRPr>
            </a:p>
          </p:txBody>
        </p:sp>
        <p:cxnSp>
          <p:nvCxnSpPr>
            <p:cNvPr id="19" name="StickerUnderline">
              <a:extLst>
                <a:ext uri="{FF2B5EF4-FFF2-40B4-BE49-F238E27FC236}">
                  <a16:creationId xmlns:a16="http://schemas.microsoft.com/office/drawing/2014/main" id="{D41C1806-19F0-3765-A1DA-150AB9BB75C2}"/>
                </a:ext>
              </a:extLst>
            </p:cNvPr>
            <p:cNvCxnSpPr>
              <a:cxnSpLocks noChangeShapeType="1"/>
              <a:stCxn id="18" idx="4"/>
              <a:endCxn id="18" idx="6"/>
            </p:cNvCxnSpPr>
            <p:nvPr/>
          </p:nvCxnSpPr>
          <p:spPr bwMode="gray">
            <a:xfrm>
              <a:off x="558192" y="1446239"/>
              <a:ext cx="654025"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1" name="sticker">
            <a:extLst>
              <a:ext uri="{FF2B5EF4-FFF2-40B4-BE49-F238E27FC236}">
                <a16:creationId xmlns:a16="http://schemas.microsoft.com/office/drawing/2014/main" id="{68F1B6ED-B0BC-78D6-6C15-9CE893810573}"/>
              </a:ext>
            </a:extLst>
          </p:cNvPr>
          <p:cNvGrpSpPr/>
          <p:nvPr/>
        </p:nvGrpSpPr>
        <p:grpSpPr>
          <a:xfrm>
            <a:off x="1378337" y="1232805"/>
            <a:ext cx="1917192" cy="156966"/>
            <a:chOff x="558192" y="1289273"/>
            <a:chExt cx="1917192" cy="156966"/>
          </a:xfrm>
        </p:grpSpPr>
        <p:sp>
          <p:nvSpPr>
            <p:cNvPr id="22" name="StickerRectangle">
              <a:extLst>
                <a:ext uri="{FF2B5EF4-FFF2-40B4-BE49-F238E27FC236}">
                  <a16:creationId xmlns:a16="http://schemas.microsoft.com/office/drawing/2014/main" id="{55B37898-9EE7-8D74-C69F-EC5738F52A04}"/>
                </a:ext>
              </a:extLst>
            </p:cNvPr>
            <p:cNvSpPr>
              <a:spLocks noChangeArrowheads="1"/>
            </p:cNvSpPr>
            <p:nvPr userDrawn="1"/>
          </p:nvSpPr>
          <p:spPr bwMode="gray">
            <a:xfrm>
              <a:off x="558192" y="1289273"/>
              <a:ext cx="191719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Assume “buy” vendor solution</a:t>
              </a:r>
              <a:endParaRPr lang="en-US" sz="800" baseline="0" dirty="0">
                <a:solidFill>
                  <a:schemeClr val="tx1"/>
                </a:solidFill>
                <a:latin typeface="+mn-lt"/>
                <a:ea typeface="+mn-ea"/>
              </a:endParaRPr>
            </a:p>
          </p:txBody>
        </p:sp>
        <p:cxnSp>
          <p:nvCxnSpPr>
            <p:cNvPr id="23" name="StickerUnderline">
              <a:extLst>
                <a:ext uri="{FF2B5EF4-FFF2-40B4-BE49-F238E27FC236}">
                  <a16:creationId xmlns:a16="http://schemas.microsoft.com/office/drawing/2014/main" id="{516FF165-CB2F-AD01-7035-8FF8E5C8030D}"/>
                </a:ext>
              </a:extLst>
            </p:cNvPr>
            <p:cNvCxnSpPr>
              <a:cxnSpLocks noChangeShapeType="1"/>
              <a:stCxn id="22" idx="4"/>
              <a:endCxn id="22" idx="6"/>
            </p:cNvCxnSpPr>
            <p:nvPr/>
          </p:nvCxnSpPr>
          <p:spPr bwMode="gray">
            <a:xfrm>
              <a:off x="558192" y="1446239"/>
              <a:ext cx="191719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4" name="sticker">
            <a:extLst>
              <a:ext uri="{FF2B5EF4-FFF2-40B4-BE49-F238E27FC236}">
                <a16:creationId xmlns:a16="http://schemas.microsoft.com/office/drawing/2014/main" id="{B8D6DE32-8A8E-2E3B-7B74-16F3D0E08948}"/>
              </a:ext>
            </a:extLst>
          </p:cNvPr>
          <p:cNvGrpSpPr/>
          <p:nvPr/>
        </p:nvGrpSpPr>
        <p:grpSpPr>
          <a:xfrm>
            <a:off x="3461648" y="1232805"/>
            <a:ext cx="910506" cy="156966"/>
            <a:chOff x="558192" y="1289273"/>
            <a:chExt cx="910506" cy="156966"/>
          </a:xfrm>
        </p:grpSpPr>
        <p:sp>
          <p:nvSpPr>
            <p:cNvPr id="25" name="StickerRectangle">
              <a:extLst>
                <a:ext uri="{FF2B5EF4-FFF2-40B4-BE49-F238E27FC236}">
                  <a16:creationId xmlns:a16="http://schemas.microsoft.com/office/drawing/2014/main" id="{4E4DC8E8-4A8E-1F9E-5714-DD2E0801E6CF}"/>
                </a:ext>
              </a:extLst>
            </p:cNvPr>
            <p:cNvSpPr>
              <a:spLocks noChangeArrowheads="1"/>
            </p:cNvSpPr>
            <p:nvPr userDrawn="1"/>
          </p:nvSpPr>
          <p:spPr bwMode="gray">
            <a:xfrm>
              <a:off x="558192" y="1289273"/>
              <a:ext cx="910506"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For discussion</a:t>
              </a:r>
              <a:endParaRPr lang="en-US" sz="800" baseline="0" dirty="0">
                <a:solidFill>
                  <a:schemeClr val="tx1"/>
                </a:solidFill>
                <a:latin typeface="+mn-lt"/>
                <a:ea typeface="+mn-ea"/>
              </a:endParaRPr>
            </a:p>
          </p:txBody>
        </p:sp>
        <p:cxnSp>
          <p:nvCxnSpPr>
            <p:cNvPr id="26" name="StickerUnderline">
              <a:extLst>
                <a:ext uri="{FF2B5EF4-FFF2-40B4-BE49-F238E27FC236}">
                  <a16:creationId xmlns:a16="http://schemas.microsoft.com/office/drawing/2014/main" id="{4E204613-7D2A-5B3E-4B2E-CEFB217FE997}"/>
                </a:ext>
              </a:extLst>
            </p:cNvPr>
            <p:cNvCxnSpPr>
              <a:cxnSpLocks noChangeShapeType="1"/>
              <a:stCxn id="25" idx="4"/>
              <a:endCxn id="25" idx="6"/>
            </p:cNvCxnSpPr>
            <p:nvPr/>
          </p:nvCxnSpPr>
          <p:spPr bwMode="gray">
            <a:xfrm>
              <a:off x="558192" y="1446239"/>
              <a:ext cx="910506"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7" name="5. Source">
            <a:extLst>
              <a:ext uri="{FF2B5EF4-FFF2-40B4-BE49-F238E27FC236}">
                <a16:creationId xmlns:a16="http://schemas.microsoft.com/office/drawing/2014/main" id="{CE5D45D7-858D-568B-BA56-FFD036C74137}"/>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McKinsey analysis</a:t>
            </a:r>
          </a:p>
        </p:txBody>
      </p:sp>
      <p:sp>
        <p:nvSpPr>
          <p:cNvPr id="28" name="4. Footnote">
            <a:extLst>
              <a:ext uri="{FF2B5EF4-FFF2-40B4-BE49-F238E27FC236}">
                <a16:creationId xmlns:a16="http://schemas.microsoft.com/office/drawing/2014/main" id="{FDCBCFF0-C77F-3E29-8ED9-81BA327005A1}"/>
              </a:ext>
            </a:extLst>
          </p:cNvPr>
          <p:cNvSpPr txBox="1"/>
          <p:nvPr>
            <p:custDataLst>
              <p:tags r:id="rId4"/>
            </p:custDataLst>
          </p:nvPr>
        </p:nvSpPr>
        <p:spPr>
          <a:xfrm>
            <a:off x="553971" y="6279028"/>
            <a:ext cx="9306465"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1.	Long-term timeline depends on specific the bank context (e.g., complexity of remaining capabilities to build after the MVP, availability of resources to staff agile teams to perform the migration etc.)</a:t>
            </a:r>
          </a:p>
        </p:txBody>
      </p:sp>
      <p:grpSp>
        <p:nvGrpSpPr>
          <p:cNvPr id="86" name="Group 85">
            <a:extLst>
              <a:ext uri="{FF2B5EF4-FFF2-40B4-BE49-F238E27FC236}">
                <a16:creationId xmlns:a16="http://schemas.microsoft.com/office/drawing/2014/main" id="{D40D9018-C530-B551-8E2B-3BC63DC0C447}"/>
              </a:ext>
            </a:extLst>
          </p:cNvPr>
          <p:cNvGrpSpPr/>
          <p:nvPr>
            <p:custDataLst>
              <p:tags r:id="rId5"/>
            </p:custDataLst>
          </p:nvPr>
        </p:nvGrpSpPr>
        <p:grpSpPr>
          <a:xfrm>
            <a:off x="506355" y="1776055"/>
            <a:ext cx="1843249" cy="1009510"/>
            <a:chOff x="506355" y="2095640"/>
            <a:chExt cx="1843249" cy="1009510"/>
          </a:xfrm>
          <a:solidFill>
            <a:srgbClr val="1C863F"/>
          </a:solidFill>
        </p:grpSpPr>
        <p:sp>
          <p:nvSpPr>
            <p:cNvPr id="39" name="Freeform: Shape 38">
              <a:extLst>
                <a:ext uri="{FF2B5EF4-FFF2-40B4-BE49-F238E27FC236}">
                  <a16:creationId xmlns:a16="http://schemas.microsoft.com/office/drawing/2014/main" id="{A1EF3AC0-D41F-9327-15CF-09413CA08F9D}"/>
                </a:ext>
              </a:extLst>
            </p:cNvPr>
            <p:cNvSpPr/>
            <p:nvPr>
              <p:custDataLst>
                <p:tags r:id="rId31"/>
              </p:custDataLst>
            </p:nvPr>
          </p:nvSpPr>
          <p:spPr>
            <a:xfrm>
              <a:off x="506355" y="2095640"/>
              <a:ext cx="184324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38249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8512" y="0"/>
                  </a:lnTo>
                  <a:lnTo>
                    <a:pt x="1828800" y="457200"/>
                  </a:lnTo>
                  <a:lnTo>
                    <a:pt x="1648512" y="914400"/>
                  </a:lnTo>
                  <a:lnTo>
                    <a:pt x="0" y="914400"/>
                  </a:lnTo>
                  <a:lnTo>
                    <a:pt x="0"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40" name="TextBox 39">
              <a:extLst>
                <a:ext uri="{FF2B5EF4-FFF2-40B4-BE49-F238E27FC236}">
                  <a16:creationId xmlns:a16="http://schemas.microsoft.com/office/drawing/2014/main" id="{7660BBAE-ADDB-EA3B-FCB4-2B38E37A85C5}"/>
                </a:ext>
              </a:extLst>
            </p:cNvPr>
            <p:cNvSpPr txBox="1"/>
            <p:nvPr>
              <p:custDataLst>
                <p:tags r:id="rId32"/>
              </p:custDataLst>
            </p:nvPr>
          </p:nvSpPr>
          <p:spPr>
            <a:xfrm>
              <a:off x="569855" y="2165745"/>
              <a:ext cx="1598037"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Define target-state (i.e., North Star) vison and current baseline</a:t>
              </a:r>
            </a:p>
          </p:txBody>
        </p:sp>
      </p:grpSp>
      <p:grpSp>
        <p:nvGrpSpPr>
          <p:cNvPr id="87" name="Group 86">
            <a:extLst>
              <a:ext uri="{FF2B5EF4-FFF2-40B4-BE49-F238E27FC236}">
                <a16:creationId xmlns:a16="http://schemas.microsoft.com/office/drawing/2014/main" id="{2B30151F-456E-50F8-8558-851930DDDF0C}"/>
              </a:ext>
            </a:extLst>
          </p:cNvPr>
          <p:cNvGrpSpPr/>
          <p:nvPr>
            <p:custDataLst>
              <p:tags r:id="rId6"/>
            </p:custDataLst>
          </p:nvPr>
        </p:nvGrpSpPr>
        <p:grpSpPr>
          <a:xfrm>
            <a:off x="2180285" y="1776055"/>
            <a:ext cx="1706731" cy="1009510"/>
            <a:chOff x="2180285" y="2095640"/>
            <a:chExt cx="1706731" cy="1009510"/>
          </a:xfrm>
          <a:solidFill>
            <a:srgbClr val="1C863F"/>
          </a:solidFill>
        </p:grpSpPr>
        <p:sp>
          <p:nvSpPr>
            <p:cNvPr id="50" name="Freeform: Shape 49">
              <a:extLst>
                <a:ext uri="{FF2B5EF4-FFF2-40B4-BE49-F238E27FC236}">
                  <a16:creationId xmlns:a16="http://schemas.microsoft.com/office/drawing/2014/main" id="{C520E7D2-32C3-0F1A-2FC6-64F54A2C08CD}"/>
                </a:ext>
              </a:extLst>
            </p:cNvPr>
            <p:cNvSpPr/>
            <p:nvPr>
              <p:custDataLst>
                <p:tags r:id="rId29"/>
              </p:custDataLst>
            </p:nvPr>
          </p:nvSpPr>
          <p:spPr>
            <a:xfrm>
              <a:off x="2180285" y="2095640"/>
              <a:ext cx="1706731"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23007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34092" y="0"/>
                  </a:lnTo>
                  <a:lnTo>
                    <a:pt x="1828800" y="457200"/>
                  </a:lnTo>
                  <a:lnTo>
                    <a:pt x="1634092" y="914400"/>
                  </a:lnTo>
                  <a:lnTo>
                    <a:pt x="0" y="914400"/>
                  </a:lnTo>
                  <a:lnTo>
                    <a:pt x="194708"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51" name="TextBox 50">
              <a:extLst>
                <a:ext uri="{FF2B5EF4-FFF2-40B4-BE49-F238E27FC236}">
                  <a16:creationId xmlns:a16="http://schemas.microsoft.com/office/drawing/2014/main" id="{334A6099-9AB4-7F5D-64CF-1E377A77916A}"/>
                </a:ext>
              </a:extLst>
            </p:cNvPr>
            <p:cNvSpPr txBox="1"/>
            <p:nvPr>
              <p:custDataLst>
                <p:tags r:id="rId30"/>
              </p:custDataLst>
            </p:nvPr>
          </p:nvSpPr>
          <p:spPr>
            <a:xfrm>
              <a:off x="2412797" y="2165745"/>
              <a:ext cx="1292508"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Define blueprint</a:t>
              </a:r>
            </a:p>
          </p:txBody>
        </p:sp>
      </p:grpSp>
      <p:grpSp>
        <p:nvGrpSpPr>
          <p:cNvPr id="88" name="Group 87">
            <a:extLst>
              <a:ext uri="{FF2B5EF4-FFF2-40B4-BE49-F238E27FC236}">
                <a16:creationId xmlns:a16="http://schemas.microsoft.com/office/drawing/2014/main" id="{ABD2A93A-0740-65E6-4450-5D24F74F90FA}"/>
              </a:ext>
            </a:extLst>
          </p:cNvPr>
          <p:cNvGrpSpPr/>
          <p:nvPr>
            <p:custDataLst>
              <p:tags r:id="rId7"/>
            </p:custDataLst>
          </p:nvPr>
        </p:nvGrpSpPr>
        <p:grpSpPr>
          <a:xfrm>
            <a:off x="3717696" y="1776055"/>
            <a:ext cx="1525520" cy="1009510"/>
            <a:chOff x="3717696" y="2095640"/>
            <a:chExt cx="1525520" cy="1009510"/>
          </a:xfrm>
          <a:solidFill>
            <a:srgbClr val="1C863F"/>
          </a:solidFill>
        </p:grpSpPr>
        <p:sp>
          <p:nvSpPr>
            <p:cNvPr id="55" name="Freeform: Shape 54">
              <a:extLst>
                <a:ext uri="{FF2B5EF4-FFF2-40B4-BE49-F238E27FC236}">
                  <a16:creationId xmlns:a16="http://schemas.microsoft.com/office/drawing/2014/main" id="{F1C742A6-1529-042D-5D80-99057FF6B356}"/>
                </a:ext>
              </a:extLst>
            </p:cNvPr>
            <p:cNvSpPr/>
            <p:nvPr>
              <p:custDataLst>
                <p:tags r:id="rId27"/>
              </p:custDataLst>
            </p:nvPr>
          </p:nvSpPr>
          <p:spPr>
            <a:xfrm>
              <a:off x="3717696" y="2095640"/>
              <a:ext cx="1525520"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963" y="0"/>
                  </a:lnTo>
                  <a:lnTo>
                    <a:pt x="1828800" y="457200"/>
                  </a:lnTo>
                  <a:lnTo>
                    <a:pt x="1610963" y="914400"/>
                  </a:lnTo>
                  <a:lnTo>
                    <a:pt x="0" y="914400"/>
                  </a:lnTo>
                  <a:lnTo>
                    <a:pt x="217837"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56" name="TextBox 55">
              <a:extLst>
                <a:ext uri="{FF2B5EF4-FFF2-40B4-BE49-F238E27FC236}">
                  <a16:creationId xmlns:a16="http://schemas.microsoft.com/office/drawing/2014/main" id="{D5D4D9F7-8AC5-1CBA-56A0-8E5DE3A72903}"/>
                </a:ext>
              </a:extLst>
            </p:cNvPr>
            <p:cNvSpPr txBox="1"/>
            <p:nvPr>
              <p:custDataLst>
                <p:tags r:id="rId28"/>
              </p:custDataLst>
            </p:nvPr>
          </p:nvSpPr>
          <p:spPr>
            <a:xfrm>
              <a:off x="3950208" y="2165745"/>
              <a:ext cx="1111296"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Prioritize no-regret moves </a:t>
              </a:r>
              <a:r>
                <a:rPr lang="en-US" sz="800" dirty="0">
                  <a:solidFill>
                    <a:schemeClr val="bg1"/>
                  </a:solidFill>
                </a:rPr>
                <a:t>(incl. connecting with vendors, identifying capabilities to</a:t>
              </a:r>
              <a:br>
                <a:rPr lang="en-US" sz="800" dirty="0">
                  <a:solidFill>
                    <a:schemeClr val="bg1"/>
                  </a:solidFill>
                </a:rPr>
              </a:br>
              <a:r>
                <a:rPr lang="en-US" sz="800" dirty="0">
                  <a:solidFill>
                    <a:schemeClr val="bg1"/>
                  </a:solidFill>
                </a:rPr>
                <a:t>be re-</a:t>
              </a:r>
              <a:r>
                <a:rPr lang="en-US" sz="800" dirty="0" err="1">
                  <a:solidFill>
                    <a:schemeClr val="bg1"/>
                  </a:solidFill>
                </a:rPr>
                <a:t>enginee</a:t>
              </a:r>
              <a:r>
                <a:rPr lang="en-US" sz="800" dirty="0">
                  <a:solidFill>
                    <a:schemeClr val="bg1"/>
                  </a:solidFill>
                </a:rPr>
                <a:t>-</a:t>
              </a:r>
              <a:br>
                <a:rPr lang="en-US" sz="800" dirty="0">
                  <a:solidFill>
                    <a:schemeClr val="bg1"/>
                  </a:solidFill>
                </a:rPr>
              </a:br>
              <a:r>
                <a:rPr lang="en-US" sz="800" dirty="0">
                  <a:solidFill>
                    <a:schemeClr val="bg1"/>
                  </a:solidFill>
                </a:rPr>
                <a:t>red)</a:t>
              </a:r>
              <a:endParaRPr lang="en-US" sz="1000" dirty="0">
                <a:solidFill>
                  <a:schemeClr val="bg1"/>
                </a:solidFill>
              </a:endParaRPr>
            </a:p>
          </p:txBody>
        </p:sp>
      </p:grpSp>
      <p:grpSp>
        <p:nvGrpSpPr>
          <p:cNvPr id="89" name="Group 88">
            <a:extLst>
              <a:ext uri="{FF2B5EF4-FFF2-40B4-BE49-F238E27FC236}">
                <a16:creationId xmlns:a16="http://schemas.microsoft.com/office/drawing/2014/main" id="{2D95E815-6E80-3E5F-4C74-AACFAF5397E1}"/>
              </a:ext>
            </a:extLst>
          </p:cNvPr>
          <p:cNvGrpSpPr/>
          <p:nvPr>
            <p:custDataLst>
              <p:tags r:id="rId8"/>
            </p:custDataLst>
          </p:nvPr>
        </p:nvGrpSpPr>
        <p:grpSpPr>
          <a:xfrm>
            <a:off x="5073897" y="1776055"/>
            <a:ext cx="1620191" cy="1009510"/>
            <a:chOff x="5073897" y="2095640"/>
            <a:chExt cx="1620191" cy="1009510"/>
          </a:xfrm>
          <a:solidFill>
            <a:srgbClr val="1C863F"/>
          </a:solidFill>
        </p:grpSpPr>
        <p:sp>
          <p:nvSpPr>
            <p:cNvPr id="59" name="Freeform: Shape 58">
              <a:extLst>
                <a:ext uri="{FF2B5EF4-FFF2-40B4-BE49-F238E27FC236}">
                  <a16:creationId xmlns:a16="http://schemas.microsoft.com/office/drawing/2014/main" id="{FC6CCF1D-65F6-5748-D79D-9BB6A46BFF2B}"/>
                </a:ext>
              </a:extLst>
            </p:cNvPr>
            <p:cNvSpPr/>
            <p:nvPr>
              <p:custDataLst>
                <p:tags r:id="rId25"/>
              </p:custDataLst>
            </p:nvPr>
          </p:nvSpPr>
          <p:spPr>
            <a:xfrm>
              <a:off x="5073897" y="2095640"/>
              <a:ext cx="1620191"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23690" y="0"/>
                  </a:lnTo>
                  <a:lnTo>
                    <a:pt x="1828800" y="457200"/>
                  </a:lnTo>
                  <a:lnTo>
                    <a:pt x="1623690" y="914400"/>
                  </a:lnTo>
                  <a:lnTo>
                    <a:pt x="0" y="914400"/>
                  </a:lnTo>
                  <a:lnTo>
                    <a:pt x="205108"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0" name="TextBox 59">
              <a:extLst>
                <a:ext uri="{FF2B5EF4-FFF2-40B4-BE49-F238E27FC236}">
                  <a16:creationId xmlns:a16="http://schemas.microsoft.com/office/drawing/2014/main" id="{03335229-ADDC-DCD5-6B87-165CD6CAF157}"/>
                </a:ext>
              </a:extLst>
            </p:cNvPr>
            <p:cNvSpPr txBox="1"/>
            <p:nvPr>
              <p:custDataLst>
                <p:tags r:id="rId26"/>
              </p:custDataLst>
            </p:nvPr>
          </p:nvSpPr>
          <p:spPr>
            <a:xfrm>
              <a:off x="5306409" y="2165745"/>
              <a:ext cx="1205967"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Develop multi-year plan</a:t>
              </a:r>
            </a:p>
          </p:txBody>
        </p:sp>
      </p:grpSp>
      <p:grpSp>
        <p:nvGrpSpPr>
          <p:cNvPr id="90" name="Group 89">
            <a:extLst>
              <a:ext uri="{FF2B5EF4-FFF2-40B4-BE49-F238E27FC236}">
                <a16:creationId xmlns:a16="http://schemas.microsoft.com/office/drawing/2014/main" id="{F0FFF70A-D14C-FC7E-0AFE-D22B12A8C8E7}"/>
              </a:ext>
            </a:extLst>
          </p:cNvPr>
          <p:cNvGrpSpPr/>
          <p:nvPr>
            <p:custDataLst>
              <p:tags r:id="rId9"/>
            </p:custDataLst>
          </p:nvPr>
        </p:nvGrpSpPr>
        <p:grpSpPr>
          <a:xfrm>
            <a:off x="8340330" y="1776055"/>
            <a:ext cx="1763989" cy="1009510"/>
            <a:chOff x="8340330" y="2095640"/>
            <a:chExt cx="1763989" cy="1009510"/>
          </a:xfrm>
        </p:grpSpPr>
        <p:sp>
          <p:nvSpPr>
            <p:cNvPr id="64" name="Freeform: Shape 63">
              <a:extLst>
                <a:ext uri="{FF2B5EF4-FFF2-40B4-BE49-F238E27FC236}">
                  <a16:creationId xmlns:a16="http://schemas.microsoft.com/office/drawing/2014/main" id="{AAC466CD-9DFC-9682-0CC5-D308FD69EAC5}"/>
                </a:ext>
              </a:extLst>
            </p:cNvPr>
            <p:cNvSpPr/>
            <p:nvPr>
              <p:custDataLst>
                <p:tags r:id="rId23"/>
              </p:custDataLst>
            </p:nvPr>
          </p:nvSpPr>
          <p:spPr>
            <a:xfrm>
              <a:off x="8340330" y="2095640"/>
              <a:ext cx="176398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0412" y="0"/>
                  </a:lnTo>
                  <a:lnTo>
                    <a:pt x="1828800" y="457200"/>
                  </a:lnTo>
                  <a:lnTo>
                    <a:pt x="1640412" y="914400"/>
                  </a:lnTo>
                  <a:lnTo>
                    <a:pt x="0" y="914400"/>
                  </a:lnTo>
                  <a:lnTo>
                    <a:pt x="188388"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5" name="TextBox 64">
              <a:extLst>
                <a:ext uri="{FF2B5EF4-FFF2-40B4-BE49-F238E27FC236}">
                  <a16:creationId xmlns:a16="http://schemas.microsoft.com/office/drawing/2014/main" id="{8E423ECD-B24D-A2B9-926E-9C32ED5149F3}"/>
                </a:ext>
              </a:extLst>
            </p:cNvPr>
            <p:cNvSpPr txBox="1"/>
            <p:nvPr>
              <p:custDataLst>
                <p:tags r:id="rId24"/>
              </p:custDataLst>
            </p:nvPr>
          </p:nvSpPr>
          <p:spPr>
            <a:xfrm>
              <a:off x="8572842" y="2165745"/>
              <a:ext cx="1349765" cy="869300"/>
            </a:xfrm>
            <a:prstGeom prst="rect">
              <a:avLst/>
            </a:prstGeom>
            <a:solidFill>
              <a:schemeClr val="accent2"/>
            </a:solid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Continue hollowing out remaining capabilities and choose vendor solution</a:t>
              </a:r>
            </a:p>
          </p:txBody>
        </p:sp>
      </p:grpSp>
      <p:grpSp>
        <p:nvGrpSpPr>
          <p:cNvPr id="91" name="Group 90">
            <a:extLst>
              <a:ext uri="{FF2B5EF4-FFF2-40B4-BE49-F238E27FC236}">
                <a16:creationId xmlns:a16="http://schemas.microsoft.com/office/drawing/2014/main" id="{15436F8D-F1B1-6969-0C3F-1FDBE856DA39}"/>
              </a:ext>
            </a:extLst>
          </p:cNvPr>
          <p:cNvGrpSpPr/>
          <p:nvPr>
            <p:custDataLst>
              <p:tags r:id="rId10"/>
            </p:custDataLst>
          </p:nvPr>
        </p:nvGrpSpPr>
        <p:grpSpPr>
          <a:xfrm>
            <a:off x="9934997" y="1776055"/>
            <a:ext cx="1763989" cy="1009510"/>
            <a:chOff x="9934997" y="2095640"/>
            <a:chExt cx="1763989" cy="1009510"/>
          </a:xfrm>
        </p:grpSpPr>
        <p:sp>
          <p:nvSpPr>
            <p:cNvPr id="67" name="Freeform: Shape 66">
              <a:extLst>
                <a:ext uri="{FF2B5EF4-FFF2-40B4-BE49-F238E27FC236}">
                  <a16:creationId xmlns:a16="http://schemas.microsoft.com/office/drawing/2014/main" id="{23F0709E-9E57-AC97-7FE2-CAB2D4BED430}"/>
                </a:ext>
              </a:extLst>
            </p:cNvPr>
            <p:cNvSpPr/>
            <p:nvPr>
              <p:custDataLst>
                <p:tags r:id="rId21"/>
              </p:custDataLst>
            </p:nvPr>
          </p:nvSpPr>
          <p:spPr>
            <a:xfrm>
              <a:off x="9934997" y="2095640"/>
              <a:ext cx="176398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29687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29687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29687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0412" y="0"/>
                  </a:lnTo>
                  <a:lnTo>
                    <a:pt x="1828800" y="457200"/>
                  </a:lnTo>
                  <a:lnTo>
                    <a:pt x="1640412" y="914400"/>
                  </a:lnTo>
                  <a:lnTo>
                    <a:pt x="0" y="914400"/>
                  </a:lnTo>
                  <a:lnTo>
                    <a:pt x="188388"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8" name="TextBox 67">
              <a:extLst>
                <a:ext uri="{FF2B5EF4-FFF2-40B4-BE49-F238E27FC236}">
                  <a16:creationId xmlns:a16="http://schemas.microsoft.com/office/drawing/2014/main" id="{27AA8566-A4B4-AA84-F8DA-B7C4A50E56CC}"/>
                </a:ext>
              </a:extLst>
            </p:cNvPr>
            <p:cNvSpPr txBox="1"/>
            <p:nvPr>
              <p:custDataLst>
                <p:tags r:id="rId22"/>
              </p:custDataLst>
            </p:nvPr>
          </p:nvSpPr>
          <p:spPr>
            <a:xfrm>
              <a:off x="10167509" y="2165745"/>
              <a:ext cx="1349765" cy="869300"/>
            </a:xfrm>
            <a:prstGeom prst="rect">
              <a:avLst/>
            </a:prstGeom>
            <a:solidFill>
              <a:schemeClr val="accent2"/>
            </a:solid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Stand up the new core and swap the cores</a:t>
              </a:r>
            </a:p>
          </p:txBody>
        </p:sp>
      </p:grpSp>
      <p:grpSp>
        <p:nvGrpSpPr>
          <p:cNvPr id="85" name="Group 84">
            <a:extLst>
              <a:ext uri="{FF2B5EF4-FFF2-40B4-BE49-F238E27FC236}">
                <a16:creationId xmlns:a16="http://schemas.microsoft.com/office/drawing/2014/main" id="{3DAB62F6-3C04-F22D-0440-39C09FADD9A8}"/>
              </a:ext>
            </a:extLst>
          </p:cNvPr>
          <p:cNvGrpSpPr/>
          <p:nvPr>
            <p:custDataLst>
              <p:tags r:id="rId11"/>
            </p:custDataLst>
          </p:nvPr>
        </p:nvGrpSpPr>
        <p:grpSpPr>
          <a:xfrm>
            <a:off x="6524769" y="1776055"/>
            <a:ext cx="1984880" cy="1009510"/>
            <a:chOff x="6524769" y="2095640"/>
            <a:chExt cx="1984880" cy="1009510"/>
          </a:xfrm>
        </p:grpSpPr>
        <p:sp>
          <p:nvSpPr>
            <p:cNvPr id="70" name="Freeform: Shape 69">
              <a:extLst>
                <a:ext uri="{FF2B5EF4-FFF2-40B4-BE49-F238E27FC236}">
                  <a16:creationId xmlns:a16="http://schemas.microsoft.com/office/drawing/2014/main" id="{B0FDE3DC-8B88-E44E-50A8-5ADD84205D08}"/>
                </a:ext>
              </a:extLst>
            </p:cNvPr>
            <p:cNvSpPr/>
            <p:nvPr>
              <p:custDataLst>
                <p:tags r:id="rId19"/>
              </p:custDataLst>
            </p:nvPr>
          </p:nvSpPr>
          <p:spPr>
            <a:xfrm>
              <a:off x="6524769" y="2095640"/>
              <a:ext cx="1984880"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1201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5184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51845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51845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61377" y="0"/>
                  </a:lnTo>
                  <a:lnTo>
                    <a:pt x="1828800" y="457200"/>
                  </a:lnTo>
                  <a:lnTo>
                    <a:pt x="1661377" y="914400"/>
                  </a:lnTo>
                  <a:lnTo>
                    <a:pt x="0" y="914400"/>
                  </a:lnTo>
                  <a:lnTo>
                    <a:pt x="167423"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71" name="TextBox 70">
              <a:extLst>
                <a:ext uri="{FF2B5EF4-FFF2-40B4-BE49-F238E27FC236}">
                  <a16:creationId xmlns:a16="http://schemas.microsoft.com/office/drawing/2014/main" id="{99793181-C8E2-1D54-BD2C-DB52116BF8BF}"/>
                </a:ext>
              </a:extLst>
            </p:cNvPr>
            <p:cNvSpPr txBox="1"/>
            <p:nvPr>
              <p:custDataLst>
                <p:tags r:id="rId20"/>
              </p:custDataLst>
            </p:nvPr>
          </p:nvSpPr>
          <p:spPr>
            <a:xfrm>
              <a:off x="6757281" y="2165745"/>
              <a:ext cx="1570656" cy="869300"/>
            </a:xfrm>
            <a:prstGeom prst="rect">
              <a:avLst/>
            </a:prstGeom>
            <a:no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Carve out highest priority capabilities and finalize vendor selection</a:t>
              </a:r>
            </a:p>
          </p:txBody>
        </p:sp>
      </p:grpSp>
      <p:sp>
        <p:nvSpPr>
          <p:cNvPr id="92" name="TextBox 91">
            <a:extLst>
              <a:ext uri="{FF2B5EF4-FFF2-40B4-BE49-F238E27FC236}">
                <a16:creationId xmlns:a16="http://schemas.microsoft.com/office/drawing/2014/main" id="{4057C047-27A0-1851-C79B-606B11F3D5C3}"/>
              </a:ext>
            </a:extLst>
          </p:cNvPr>
          <p:cNvSpPr txBox="1"/>
          <p:nvPr/>
        </p:nvSpPr>
        <p:spPr>
          <a:xfrm>
            <a:off x="506355" y="1442748"/>
            <a:ext cx="193964"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A</a:t>
            </a:r>
          </a:p>
        </p:txBody>
      </p:sp>
      <p:sp>
        <p:nvSpPr>
          <p:cNvPr id="93" name="TextBox 92">
            <a:extLst>
              <a:ext uri="{FF2B5EF4-FFF2-40B4-BE49-F238E27FC236}">
                <a16:creationId xmlns:a16="http://schemas.microsoft.com/office/drawing/2014/main" id="{47F3E487-F9A0-376D-2502-57A08A4C5F81}"/>
              </a:ext>
            </a:extLst>
          </p:cNvPr>
          <p:cNvSpPr txBox="1"/>
          <p:nvPr/>
        </p:nvSpPr>
        <p:spPr>
          <a:xfrm>
            <a:off x="2180285" y="1442748"/>
            <a:ext cx="193964"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B</a:t>
            </a:r>
          </a:p>
        </p:txBody>
      </p:sp>
      <p:sp>
        <p:nvSpPr>
          <p:cNvPr id="94" name="TextBox 93">
            <a:extLst>
              <a:ext uri="{FF2B5EF4-FFF2-40B4-BE49-F238E27FC236}">
                <a16:creationId xmlns:a16="http://schemas.microsoft.com/office/drawing/2014/main" id="{8956FDE8-BD29-84A7-2728-7FAA5AD017E9}"/>
              </a:ext>
            </a:extLst>
          </p:cNvPr>
          <p:cNvSpPr txBox="1"/>
          <p:nvPr/>
        </p:nvSpPr>
        <p:spPr>
          <a:xfrm>
            <a:off x="3717696" y="1442748"/>
            <a:ext cx="182742"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C</a:t>
            </a:r>
          </a:p>
        </p:txBody>
      </p:sp>
      <p:sp>
        <p:nvSpPr>
          <p:cNvPr id="95" name="TextBox 94">
            <a:extLst>
              <a:ext uri="{FF2B5EF4-FFF2-40B4-BE49-F238E27FC236}">
                <a16:creationId xmlns:a16="http://schemas.microsoft.com/office/drawing/2014/main" id="{725696C2-26D0-9161-E248-F0D67C0639AC}"/>
              </a:ext>
            </a:extLst>
          </p:cNvPr>
          <p:cNvSpPr txBox="1"/>
          <p:nvPr/>
        </p:nvSpPr>
        <p:spPr>
          <a:xfrm>
            <a:off x="5073897" y="1442748"/>
            <a:ext cx="213200"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D</a:t>
            </a:r>
          </a:p>
        </p:txBody>
      </p:sp>
      <p:sp>
        <p:nvSpPr>
          <p:cNvPr id="96" name="TextBox 95">
            <a:extLst>
              <a:ext uri="{FF2B5EF4-FFF2-40B4-BE49-F238E27FC236}">
                <a16:creationId xmlns:a16="http://schemas.microsoft.com/office/drawing/2014/main" id="{D696CA65-CEE6-B784-3155-BB794EEC3251}"/>
              </a:ext>
            </a:extLst>
          </p:cNvPr>
          <p:cNvSpPr txBox="1"/>
          <p:nvPr/>
        </p:nvSpPr>
        <p:spPr>
          <a:xfrm>
            <a:off x="6524769" y="1442748"/>
            <a:ext cx="184346"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E</a:t>
            </a:r>
          </a:p>
        </p:txBody>
      </p:sp>
      <p:sp>
        <p:nvSpPr>
          <p:cNvPr id="97" name="TextBox 96">
            <a:extLst>
              <a:ext uri="{FF2B5EF4-FFF2-40B4-BE49-F238E27FC236}">
                <a16:creationId xmlns:a16="http://schemas.microsoft.com/office/drawing/2014/main" id="{D0E6772E-6569-5818-C0F4-C32099A5105C}"/>
              </a:ext>
            </a:extLst>
          </p:cNvPr>
          <p:cNvSpPr txBox="1"/>
          <p:nvPr/>
        </p:nvSpPr>
        <p:spPr>
          <a:xfrm>
            <a:off x="8340330" y="1442748"/>
            <a:ext cx="171522"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F</a:t>
            </a:r>
          </a:p>
        </p:txBody>
      </p:sp>
      <p:sp>
        <p:nvSpPr>
          <p:cNvPr id="98" name="TextBox 97">
            <a:extLst>
              <a:ext uri="{FF2B5EF4-FFF2-40B4-BE49-F238E27FC236}">
                <a16:creationId xmlns:a16="http://schemas.microsoft.com/office/drawing/2014/main" id="{EB3D276F-B1B7-EB67-87FC-20320AEE7B2F}"/>
              </a:ext>
            </a:extLst>
          </p:cNvPr>
          <p:cNvSpPr txBox="1"/>
          <p:nvPr/>
        </p:nvSpPr>
        <p:spPr>
          <a:xfrm>
            <a:off x="9934997" y="1442748"/>
            <a:ext cx="206788"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G</a:t>
            </a:r>
          </a:p>
        </p:txBody>
      </p:sp>
      <p:pic>
        <p:nvPicPr>
          <p:cNvPr id="102" name="CustomIcon">
            <a:extLst>
              <a:ext uri="{FF2B5EF4-FFF2-40B4-BE49-F238E27FC236}">
                <a16:creationId xmlns:a16="http://schemas.microsoft.com/office/drawing/2014/main" id="{378A4463-9880-77A8-E51B-4129162BFFDE}"/>
              </a:ext>
            </a:extLst>
          </p:cNvPr>
          <p:cNvPicPr>
            <a:picLocks noChangeAspect="1"/>
          </p:cNvPicPr>
          <p:nvPr>
            <p:custDataLst>
              <p:tags r:id="rId12"/>
            </p:custDataLst>
          </p:nvPr>
        </p:nvPicPr>
        <p:blipFill>
          <a:blip>
            <a:extLst>
              <a:ext uri="{96DAC541-7B7A-43D3-8B79-37D633B846F1}">
                <asvg:svgBlip xmlns:asvg="http://schemas.microsoft.com/office/drawing/2016/SVG/main" r:embed="rId36"/>
              </a:ext>
            </a:extLst>
          </a:blip>
          <a:stretch>
            <a:fillRect/>
          </a:stretch>
        </p:blipFill>
        <p:spPr>
          <a:xfrm>
            <a:off x="1856323" y="2426371"/>
            <a:ext cx="311569" cy="311569"/>
          </a:xfrm>
          <a:prstGeom prst="rect">
            <a:avLst/>
          </a:prstGeom>
        </p:spPr>
      </p:pic>
      <p:pic>
        <p:nvPicPr>
          <p:cNvPr id="104" name="CustomIcon">
            <a:extLst>
              <a:ext uri="{FF2B5EF4-FFF2-40B4-BE49-F238E27FC236}">
                <a16:creationId xmlns:a16="http://schemas.microsoft.com/office/drawing/2014/main" id="{D753CD2F-7E1C-C573-500D-953B2474814D}"/>
              </a:ext>
            </a:extLst>
          </p:cNvPr>
          <p:cNvPicPr>
            <a:picLocks noChangeAspect="1"/>
          </p:cNvPicPr>
          <p:nvPr>
            <p:custDataLst>
              <p:tags r:id="rId13"/>
            </p:custDataLst>
          </p:nvPr>
        </p:nvPicPr>
        <p:blipFill>
          <a:blip>
            <a:extLst>
              <a:ext uri="{96DAC541-7B7A-43D3-8B79-37D633B846F1}">
                <asvg:svgBlip xmlns:asvg="http://schemas.microsoft.com/office/drawing/2016/SVG/main" r:embed="rId37"/>
              </a:ext>
            </a:extLst>
          </a:blip>
          <a:stretch>
            <a:fillRect/>
          </a:stretch>
        </p:blipFill>
        <p:spPr>
          <a:xfrm>
            <a:off x="3348092" y="2426371"/>
            <a:ext cx="311569" cy="311569"/>
          </a:xfrm>
          <a:prstGeom prst="rect">
            <a:avLst/>
          </a:prstGeom>
        </p:spPr>
      </p:pic>
      <p:pic>
        <p:nvPicPr>
          <p:cNvPr id="106" name="CustomIcon">
            <a:extLst>
              <a:ext uri="{FF2B5EF4-FFF2-40B4-BE49-F238E27FC236}">
                <a16:creationId xmlns:a16="http://schemas.microsoft.com/office/drawing/2014/main" id="{171E8570-AE67-F9EC-C4A4-572981C6D31D}"/>
              </a:ext>
            </a:extLst>
          </p:cNvPr>
          <p:cNvPicPr>
            <a:picLocks noChangeAspect="1"/>
          </p:cNvPicPr>
          <p:nvPr>
            <p:custDataLst>
              <p:tags r:id="rId14"/>
            </p:custDataLst>
          </p:nvPr>
        </p:nvPicPr>
        <p:blipFill>
          <a:blip>
            <a:extLst>
              <a:ext uri="{96DAC541-7B7A-43D3-8B79-37D633B846F1}">
                <asvg:svgBlip xmlns:asvg="http://schemas.microsoft.com/office/drawing/2016/SVG/main" r:embed="rId38"/>
              </a:ext>
            </a:extLst>
          </a:blip>
          <a:stretch>
            <a:fillRect/>
          </a:stretch>
        </p:blipFill>
        <p:spPr>
          <a:xfrm>
            <a:off x="4716184" y="2426371"/>
            <a:ext cx="311569" cy="311569"/>
          </a:xfrm>
          <a:prstGeom prst="rect">
            <a:avLst/>
          </a:prstGeom>
        </p:spPr>
      </p:pic>
      <p:pic>
        <p:nvPicPr>
          <p:cNvPr id="110" name="CustomIcon">
            <a:extLst>
              <a:ext uri="{FF2B5EF4-FFF2-40B4-BE49-F238E27FC236}">
                <a16:creationId xmlns:a16="http://schemas.microsoft.com/office/drawing/2014/main" id="{2B222075-54A7-97DE-C193-46898EDDB004}"/>
              </a:ext>
            </a:extLst>
          </p:cNvPr>
          <p:cNvPicPr>
            <a:picLocks noChangeAspect="1"/>
          </p:cNvPicPr>
          <p:nvPr>
            <p:custDataLst>
              <p:tags r:id="rId15"/>
            </p:custDataLst>
          </p:nvPr>
        </p:nvPicPr>
        <p:blipFill>
          <a:blip>
            <a:extLst>
              <a:ext uri="{96DAC541-7B7A-43D3-8B79-37D633B846F1}">
                <asvg:svgBlip xmlns:asvg="http://schemas.microsoft.com/office/drawing/2016/SVG/main" r:embed="rId39"/>
              </a:ext>
            </a:extLst>
          </a:blip>
          <a:stretch>
            <a:fillRect/>
          </a:stretch>
        </p:blipFill>
        <p:spPr>
          <a:xfrm>
            <a:off x="6156069" y="2426371"/>
            <a:ext cx="311569" cy="311569"/>
          </a:xfrm>
          <a:prstGeom prst="rect">
            <a:avLst/>
          </a:prstGeom>
        </p:spPr>
      </p:pic>
      <p:pic>
        <p:nvPicPr>
          <p:cNvPr id="114" name="CustomIcon">
            <a:extLst>
              <a:ext uri="{FF2B5EF4-FFF2-40B4-BE49-F238E27FC236}">
                <a16:creationId xmlns:a16="http://schemas.microsoft.com/office/drawing/2014/main" id="{616E2A50-3B6D-66F4-E027-A767EB8CD323}"/>
              </a:ext>
            </a:extLst>
          </p:cNvPr>
          <p:cNvPicPr>
            <a:picLocks noChangeAspect="1"/>
          </p:cNvPicPr>
          <p:nvPr>
            <p:custDataLst>
              <p:tags r:id="rId16"/>
            </p:custDataLst>
          </p:nvPr>
        </p:nvPicPr>
        <p:blipFill>
          <a:blip>
            <a:extLst>
              <a:ext uri="{96DAC541-7B7A-43D3-8B79-37D633B846F1}">
                <asvg:svgBlip xmlns:asvg="http://schemas.microsoft.com/office/drawing/2016/SVG/main" r:embed="rId40"/>
              </a:ext>
            </a:extLst>
          </a:blip>
          <a:stretch>
            <a:fillRect/>
          </a:stretch>
        </p:blipFill>
        <p:spPr>
          <a:xfrm>
            <a:off x="11192170" y="2426371"/>
            <a:ext cx="311569" cy="311569"/>
          </a:xfrm>
          <a:prstGeom prst="rect">
            <a:avLst/>
          </a:prstGeom>
        </p:spPr>
      </p:pic>
      <p:cxnSp>
        <p:nvCxnSpPr>
          <p:cNvPr id="116" name="Straight Connector 115">
            <a:extLst>
              <a:ext uri="{FF2B5EF4-FFF2-40B4-BE49-F238E27FC236}">
                <a16:creationId xmlns:a16="http://schemas.microsoft.com/office/drawing/2014/main" id="{6DEF79D9-D64D-8782-73AD-546D216C7A4D}"/>
              </a:ext>
            </a:extLst>
          </p:cNvPr>
          <p:cNvCxnSpPr/>
          <p:nvPr/>
        </p:nvCxnSpPr>
        <p:spPr>
          <a:xfrm>
            <a:off x="2167892"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D3BFD090-C736-636C-A226-C8287CA3E595}"/>
              </a:ext>
            </a:extLst>
          </p:cNvPr>
          <p:cNvCxnSpPr/>
          <p:nvPr/>
        </p:nvCxnSpPr>
        <p:spPr>
          <a:xfrm>
            <a:off x="3705305"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85C287-7BC8-97EA-A4AB-414ED0199844}"/>
              </a:ext>
            </a:extLst>
          </p:cNvPr>
          <p:cNvCxnSpPr/>
          <p:nvPr/>
        </p:nvCxnSpPr>
        <p:spPr>
          <a:xfrm>
            <a:off x="5064372"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EACC4D0-9EF3-058D-BE97-D732E0B2A01D}"/>
              </a:ext>
            </a:extLst>
          </p:cNvPr>
          <p:cNvCxnSpPr/>
          <p:nvPr/>
        </p:nvCxnSpPr>
        <p:spPr>
          <a:xfrm>
            <a:off x="6524769"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A10449D-B351-7664-3458-C6EB60A8A67C}"/>
              </a:ext>
            </a:extLst>
          </p:cNvPr>
          <p:cNvCxnSpPr>
            <a:cxnSpLocks/>
          </p:cNvCxnSpPr>
          <p:nvPr/>
        </p:nvCxnSpPr>
        <p:spPr>
          <a:xfrm>
            <a:off x="8330805"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60BB6F4-0D30-C56A-7EEE-1B5E35CDB057}"/>
              </a:ext>
            </a:extLst>
          </p:cNvPr>
          <p:cNvCxnSpPr>
            <a:cxnSpLocks/>
          </p:cNvCxnSpPr>
          <p:nvPr/>
        </p:nvCxnSpPr>
        <p:spPr>
          <a:xfrm>
            <a:off x="9931427"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9BCC2C57-1AB0-F2B5-623E-4BCF9FFC88EB}"/>
              </a:ext>
            </a:extLst>
          </p:cNvPr>
          <p:cNvCxnSpPr>
            <a:cxnSpLocks/>
          </p:cNvCxnSpPr>
          <p:nvPr/>
        </p:nvCxnSpPr>
        <p:spPr>
          <a:xfrm>
            <a:off x="506355" y="2966085"/>
            <a:ext cx="6006021"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6FBEB9C4-EE9A-DFE2-CC26-CF0C16663411}"/>
              </a:ext>
            </a:extLst>
          </p:cNvPr>
          <p:cNvSpPr txBox="1"/>
          <p:nvPr/>
        </p:nvSpPr>
        <p:spPr>
          <a:xfrm>
            <a:off x="3073023" y="2903339"/>
            <a:ext cx="872684" cy="12311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800"/>
              <a:t>3-6 months</a:t>
            </a:r>
          </a:p>
        </p:txBody>
      </p:sp>
      <p:cxnSp>
        <p:nvCxnSpPr>
          <p:cNvPr id="128" name="Straight Connector 127">
            <a:extLst>
              <a:ext uri="{FF2B5EF4-FFF2-40B4-BE49-F238E27FC236}">
                <a16:creationId xmlns:a16="http://schemas.microsoft.com/office/drawing/2014/main" id="{92A7C283-1447-B7C4-1D1E-C29F6D18C097}"/>
              </a:ext>
            </a:extLst>
          </p:cNvPr>
          <p:cNvCxnSpPr>
            <a:cxnSpLocks/>
          </p:cNvCxnSpPr>
          <p:nvPr/>
        </p:nvCxnSpPr>
        <p:spPr>
          <a:xfrm>
            <a:off x="6517294" y="2966085"/>
            <a:ext cx="1823036"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4E20A01E-95E0-FC39-7376-E59B32B810A3}"/>
              </a:ext>
            </a:extLst>
          </p:cNvPr>
          <p:cNvCxnSpPr>
            <a:cxnSpLocks/>
          </p:cNvCxnSpPr>
          <p:nvPr/>
        </p:nvCxnSpPr>
        <p:spPr>
          <a:xfrm>
            <a:off x="8351288" y="2966085"/>
            <a:ext cx="3165986"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4E7F66D2-1562-D2C3-B9C1-B6ECB5F0A9A1}"/>
              </a:ext>
            </a:extLst>
          </p:cNvPr>
          <p:cNvSpPr txBox="1"/>
          <p:nvPr/>
        </p:nvSpPr>
        <p:spPr>
          <a:xfrm>
            <a:off x="6992470" y="2903339"/>
            <a:ext cx="872684" cy="12311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800"/>
              <a:t>9-12 months</a:t>
            </a:r>
          </a:p>
        </p:txBody>
      </p:sp>
      <p:sp>
        <p:nvSpPr>
          <p:cNvPr id="133" name="TextBox 132">
            <a:extLst>
              <a:ext uri="{FF2B5EF4-FFF2-40B4-BE49-F238E27FC236}">
                <a16:creationId xmlns:a16="http://schemas.microsoft.com/office/drawing/2014/main" id="{B617ED2D-3469-EE8A-4B3E-F5491CC277D0}"/>
              </a:ext>
            </a:extLst>
          </p:cNvPr>
          <p:cNvSpPr txBox="1"/>
          <p:nvPr/>
        </p:nvSpPr>
        <p:spPr>
          <a:xfrm>
            <a:off x="8874228" y="2903339"/>
            <a:ext cx="2120106" cy="123111"/>
          </a:xfrm>
          <a:prstGeom prst="rect">
            <a:avLst/>
          </a:prstGeom>
          <a:solidFill>
            <a:schemeClr val="bg1"/>
          </a:solidFill>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t>Ongoing agile sprints over 18-24 months</a:t>
            </a:r>
            <a:r>
              <a:rPr lang="en-US" sz="800" baseline="30000" dirty="0"/>
              <a:t>1</a:t>
            </a:r>
          </a:p>
        </p:txBody>
      </p:sp>
      <p:sp>
        <p:nvSpPr>
          <p:cNvPr id="134" name="TextBox 133">
            <a:extLst>
              <a:ext uri="{FF2B5EF4-FFF2-40B4-BE49-F238E27FC236}">
                <a16:creationId xmlns:a16="http://schemas.microsoft.com/office/drawing/2014/main" id="{EA27ECF2-55AF-E607-A01F-AEBA55FEFD02}"/>
              </a:ext>
            </a:extLst>
          </p:cNvPr>
          <p:cNvSpPr txBox="1"/>
          <p:nvPr/>
        </p:nvSpPr>
        <p:spPr>
          <a:xfrm>
            <a:off x="569855" y="3088005"/>
            <a:ext cx="1570095" cy="1508105"/>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Develop understanding of </a:t>
            </a:r>
            <a:r>
              <a:rPr lang="en-US" sz="800" b="1" dirty="0"/>
              <a:t>current challenges with core bank platform and target-state North Star vision</a:t>
            </a:r>
          </a:p>
          <a:p>
            <a:r>
              <a:rPr lang="en-US" sz="800" dirty="0"/>
              <a:t>Develop detailed understanding of </a:t>
            </a:r>
            <a:r>
              <a:rPr lang="en-US" sz="800" b="1" dirty="0"/>
              <a:t>current modules in core platform and in-flight projects, </a:t>
            </a:r>
            <a:r>
              <a:rPr lang="en-US" sz="800" dirty="0"/>
              <a:t>establish cost baseline, team set up and delivery lifecycle</a:t>
            </a:r>
          </a:p>
          <a:p>
            <a:r>
              <a:rPr lang="en-US" sz="800" dirty="0"/>
              <a:t>Define </a:t>
            </a:r>
            <a:r>
              <a:rPr lang="en-US" sz="800" b="1" dirty="0"/>
              <a:t>first draft of business case</a:t>
            </a:r>
          </a:p>
        </p:txBody>
      </p:sp>
      <p:sp>
        <p:nvSpPr>
          <p:cNvPr id="138" name="TextBox 137">
            <a:extLst>
              <a:ext uri="{FF2B5EF4-FFF2-40B4-BE49-F238E27FC236}">
                <a16:creationId xmlns:a16="http://schemas.microsoft.com/office/drawing/2014/main" id="{30042409-5CFA-87E8-E36E-809AEC868BBB}"/>
              </a:ext>
            </a:extLst>
          </p:cNvPr>
          <p:cNvSpPr txBox="1">
            <a:spLocks/>
          </p:cNvSpPr>
          <p:nvPr/>
        </p:nvSpPr>
        <p:spPr>
          <a:xfrm>
            <a:off x="2219708" y="3088005"/>
            <a:ext cx="1433781" cy="1731243"/>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Define </a:t>
            </a:r>
            <a:r>
              <a:rPr lang="en-US" sz="800" b="1" dirty="0"/>
              <a:t>target state customer journey</a:t>
            </a:r>
            <a:r>
              <a:rPr lang="en-US" sz="800" dirty="0"/>
              <a:t>s to better understand the functional requirements of the target-state core platform</a:t>
            </a:r>
          </a:p>
          <a:p>
            <a:r>
              <a:rPr lang="en-US" sz="800" dirty="0"/>
              <a:t>Define </a:t>
            </a:r>
            <a:r>
              <a:rPr lang="en-US" sz="800" b="1" dirty="0"/>
              <a:t>end-state target architecture design </a:t>
            </a:r>
            <a:r>
              <a:rPr lang="en-US" sz="800" dirty="0"/>
              <a:t>that uses next gen hedge to mitigate migration risk</a:t>
            </a:r>
          </a:p>
          <a:p>
            <a:r>
              <a:rPr lang="en-US" sz="800" dirty="0"/>
              <a:t>Detail all </a:t>
            </a:r>
            <a:r>
              <a:rPr lang="en-US" sz="800" b="1" dirty="0"/>
              <a:t>necessary business and operational steps</a:t>
            </a:r>
            <a:r>
              <a:rPr lang="en-US" sz="800" dirty="0"/>
              <a:t> that the new solution will need to cater for</a:t>
            </a:r>
          </a:p>
          <a:p>
            <a:r>
              <a:rPr lang="en-US" sz="800" dirty="0"/>
              <a:t>Select components to be delivered in the </a:t>
            </a:r>
            <a:r>
              <a:rPr lang="en-US" sz="800" b="1" dirty="0"/>
              <a:t>MVP</a:t>
            </a:r>
          </a:p>
        </p:txBody>
      </p:sp>
      <p:sp>
        <p:nvSpPr>
          <p:cNvPr id="141" name="TextBox 140">
            <a:extLst>
              <a:ext uri="{FF2B5EF4-FFF2-40B4-BE49-F238E27FC236}">
                <a16:creationId xmlns:a16="http://schemas.microsoft.com/office/drawing/2014/main" id="{C75A62DB-B4B2-B030-7343-8F914A0FC624}"/>
              </a:ext>
            </a:extLst>
          </p:cNvPr>
          <p:cNvSpPr txBox="1"/>
          <p:nvPr/>
        </p:nvSpPr>
        <p:spPr>
          <a:xfrm>
            <a:off x="3752153" y="3088005"/>
            <a:ext cx="1265370" cy="2616101"/>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Identify and execute </a:t>
            </a:r>
            <a:r>
              <a:rPr lang="en-US" sz="800" b="1" dirty="0"/>
              <a:t>no-regret moves</a:t>
            </a:r>
            <a:r>
              <a:rPr lang="en-US" sz="800" dirty="0"/>
              <a:t>. Among others:</a:t>
            </a:r>
          </a:p>
          <a:p>
            <a:pPr lvl="1"/>
            <a:r>
              <a:rPr lang="en-US" sz="800" dirty="0"/>
              <a:t>Start </a:t>
            </a:r>
            <a:r>
              <a:rPr lang="en-US" sz="800" b="1" dirty="0"/>
              <a:t>connecting with vendors</a:t>
            </a:r>
            <a:r>
              <a:rPr lang="en-US" sz="800" dirty="0"/>
              <a:t> to assess the solutions’ </a:t>
            </a:r>
            <a:r>
              <a:rPr lang="en-US" sz="800" dirty="0" err="1"/>
              <a:t>landscap</a:t>
            </a:r>
            <a:r>
              <a:rPr lang="en-US" sz="800" dirty="0"/>
              <a:t> and identify short-list of solutions fit for purpose</a:t>
            </a:r>
          </a:p>
          <a:p>
            <a:pPr lvl="1"/>
            <a:r>
              <a:rPr lang="en-US" sz="800" dirty="0"/>
              <a:t>Create the </a:t>
            </a:r>
            <a:r>
              <a:rPr lang="en-US" sz="800" b="1" dirty="0"/>
              <a:t>list of capabilities to be carved out and re-engineered </a:t>
            </a:r>
            <a:r>
              <a:rPr lang="en-US" sz="800" dirty="0"/>
              <a:t>outside the core</a:t>
            </a:r>
          </a:p>
          <a:p>
            <a:r>
              <a:rPr lang="en-US" sz="800" dirty="0"/>
              <a:t>Define the </a:t>
            </a:r>
            <a:r>
              <a:rPr lang="en-US" sz="800" b="1" dirty="0"/>
              <a:t>sequencing of the capabilities to carve out </a:t>
            </a:r>
            <a:r>
              <a:rPr lang="en-US" sz="800" dirty="0"/>
              <a:t>based on a framework that considers expected impact, implementation effort and dependencies</a:t>
            </a:r>
          </a:p>
        </p:txBody>
      </p:sp>
      <p:sp>
        <p:nvSpPr>
          <p:cNvPr id="144" name="TextBox 143">
            <a:extLst>
              <a:ext uri="{FF2B5EF4-FFF2-40B4-BE49-F238E27FC236}">
                <a16:creationId xmlns:a16="http://schemas.microsoft.com/office/drawing/2014/main" id="{B50BEE8E-8CFE-F0FB-270D-B69E293F9F55}"/>
              </a:ext>
            </a:extLst>
          </p:cNvPr>
          <p:cNvSpPr txBox="1"/>
          <p:nvPr/>
        </p:nvSpPr>
        <p:spPr>
          <a:xfrm>
            <a:off x="5122963" y="3088005"/>
            <a:ext cx="1343215" cy="3100849"/>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Define a </a:t>
            </a:r>
            <a:r>
              <a:rPr lang="en-US" sz="800" b="1" dirty="0"/>
              <a:t>multi-year implementation plan </a:t>
            </a:r>
            <a:r>
              <a:rPr lang="en-US" sz="800" dirty="0"/>
              <a:t>that reflects:</a:t>
            </a:r>
          </a:p>
          <a:p>
            <a:pPr lvl="1"/>
            <a:r>
              <a:rPr lang="en-US" sz="800" dirty="0"/>
              <a:t>The building of the abstraction layer on top of the existing legacy core</a:t>
            </a:r>
          </a:p>
          <a:p>
            <a:pPr lvl="1"/>
            <a:r>
              <a:rPr lang="en-US" sz="800" dirty="0"/>
              <a:t>The sequencing of the capabilities to be carved out (as per step “C”)</a:t>
            </a:r>
          </a:p>
          <a:p>
            <a:pPr lvl="1"/>
            <a:r>
              <a:rPr lang="en-US" sz="800" dirty="0"/>
              <a:t>The process for core platform vendor solution selection</a:t>
            </a:r>
          </a:p>
          <a:p>
            <a:r>
              <a:rPr lang="en-US" sz="800" dirty="0"/>
              <a:t>Refine the initial </a:t>
            </a:r>
            <a:r>
              <a:rPr lang="en-US" sz="800" b="1" dirty="0"/>
              <a:t>view of the overall benefits, investment costs, resourcing requirements and risks</a:t>
            </a:r>
          </a:p>
          <a:p>
            <a:r>
              <a:rPr lang="en-US" sz="800" dirty="0"/>
              <a:t>Stand up </a:t>
            </a:r>
            <a:r>
              <a:rPr lang="en-US" sz="800" b="1" dirty="0"/>
              <a:t>governance structures and monitoring capabilities </a:t>
            </a:r>
            <a:r>
              <a:rPr lang="en-US" sz="800" dirty="0"/>
              <a:t>to maintain focus on implementation time, budget and quality</a:t>
            </a:r>
          </a:p>
        </p:txBody>
      </p:sp>
      <p:sp>
        <p:nvSpPr>
          <p:cNvPr id="147" name="TextBox 146">
            <a:extLst>
              <a:ext uri="{FF2B5EF4-FFF2-40B4-BE49-F238E27FC236}">
                <a16:creationId xmlns:a16="http://schemas.microsoft.com/office/drawing/2014/main" id="{9E386481-7BA7-3368-5851-48B67EF5A919}"/>
              </a:ext>
            </a:extLst>
          </p:cNvPr>
          <p:cNvSpPr txBox="1"/>
          <p:nvPr/>
        </p:nvSpPr>
        <p:spPr>
          <a:xfrm>
            <a:off x="6579013" y="3088005"/>
            <a:ext cx="1697547" cy="1631216"/>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Build the </a:t>
            </a:r>
            <a:r>
              <a:rPr lang="en-US" sz="800" b="1" dirty="0"/>
              <a:t>abstraction layer on top of the existing legacy core </a:t>
            </a:r>
            <a:r>
              <a:rPr lang="en-US" sz="800" dirty="0"/>
              <a:t>that enables API-based connections of re-engineered capabilities</a:t>
            </a:r>
          </a:p>
          <a:p>
            <a:r>
              <a:rPr lang="en-US" sz="800" dirty="0"/>
              <a:t>Start </a:t>
            </a:r>
            <a:r>
              <a:rPr lang="en-US" sz="800" b="1" dirty="0"/>
              <a:t>re-engineering highest priority capabilities to unlock value </a:t>
            </a:r>
            <a:r>
              <a:rPr lang="en-US" sz="800" dirty="0"/>
              <a:t>tied to the business short-term strategic objectives</a:t>
            </a:r>
          </a:p>
          <a:p>
            <a:r>
              <a:rPr lang="en-US" sz="800" dirty="0"/>
              <a:t>Analyze </a:t>
            </a:r>
            <a:r>
              <a:rPr lang="en-US" sz="800" b="1" dirty="0"/>
              <a:t>the lessons learnt from initial migrations sprints </a:t>
            </a:r>
            <a:r>
              <a:rPr lang="en-US" sz="800" dirty="0"/>
              <a:t>to tweak the roadmap and approach for remaining execution phases</a:t>
            </a:r>
          </a:p>
        </p:txBody>
      </p:sp>
      <p:sp>
        <p:nvSpPr>
          <p:cNvPr id="150" name="TextBox 149">
            <a:extLst>
              <a:ext uri="{FF2B5EF4-FFF2-40B4-BE49-F238E27FC236}">
                <a16:creationId xmlns:a16="http://schemas.microsoft.com/office/drawing/2014/main" id="{615CF09D-D25A-B455-CD72-73235AC1C515}"/>
              </a:ext>
            </a:extLst>
          </p:cNvPr>
          <p:cNvSpPr txBox="1"/>
          <p:nvPr/>
        </p:nvSpPr>
        <p:spPr>
          <a:xfrm>
            <a:off x="8380722" y="3088005"/>
            <a:ext cx="1500787" cy="1923604"/>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800" b="1" dirty="0"/>
              <a:t>Complete the re-engineering </a:t>
            </a:r>
            <a:r>
              <a:rPr lang="en-US" sz="800" dirty="0"/>
              <a:t>of the remaining capabilities as needed</a:t>
            </a:r>
          </a:p>
          <a:p>
            <a:pPr>
              <a:spcAft>
                <a:spcPts val="0"/>
              </a:spcAft>
            </a:pPr>
            <a:r>
              <a:rPr lang="en-US" sz="800" dirty="0"/>
              <a:t>As most critical capabilities are re-engineered, </a:t>
            </a:r>
            <a:r>
              <a:rPr lang="en-US" sz="800" b="1" dirty="0"/>
              <a:t>finalize the vendor core platform selection through a proof-of-concept </a:t>
            </a:r>
            <a:r>
              <a:rPr lang="en-US" sz="800" dirty="0"/>
              <a:t>to evaluate the selected platforms on their ability to meet the required needs</a:t>
            </a:r>
            <a:br>
              <a:rPr lang="en-US" sz="800" dirty="0"/>
            </a:br>
            <a:r>
              <a:rPr lang="en-US" sz="800" i="1" dirty="0"/>
              <a:t>(~3 months</a:t>
            </a:r>
            <a:r>
              <a:rPr lang="en-US" sz="800" dirty="0"/>
              <a:t>)</a:t>
            </a:r>
          </a:p>
          <a:p>
            <a:pPr>
              <a:spcAft>
                <a:spcPts val="0"/>
              </a:spcAft>
            </a:pPr>
            <a:r>
              <a:rPr lang="en-US" sz="800" dirty="0"/>
              <a:t>Keep </a:t>
            </a:r>
            <a:r>
              <a:rPr lang="en-US" sz="800" b="1" dirty="0"/>
              <a:t>updating the roadmap and workplan based on the lessons learnt</a:t>
            </a:r>
            <a:r>
              <a:rPr lang="en-US" sz="800" dirty="0"/>
              <a:t> from migrating high priority capabilities</a:t>
            </a:r>
          </a:p>
        </p:txBody>
      </p:sp>
      <p:sp>
        <p:nvSpPr>
          <p:cNvPr id="153" name="TextBox 152">
            <a:extLst>
              <a:ext uri="{FF2B5EF4-FFF2-40B4-BE49-F238E27FC236}">
                <a16:creationId xmlns:a16="http://schemas.microsoft.com/office/drawing/2014/main" id="{4B5F7DA9-1B60-FFD8-4724-C9FAB5C0309B}"/>
              </a:ext>
            </a:extLst>
          </p:cNvPr>
          <p:cNvSpPr txBox="1"/>
          <p:nvPr/>
        </p:nvSpPr>
        <p:spPr>
          <a:xfrm>
            <a:off x="9972292" y="3088005"/>
            <a:ext cx="1544982" cy="1431161"/>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b="1" dirty="0"/>
              <a:t>Stand up </a:t>
            </a:r>
            <a:r>
              <a:rPr lang="en-US" sz="800" dirty="0"/>
              <a:t>and </a:t>
            </a:r>
            <a:r>
              <a:rPr lang="en-US" sz="800" b="1" dirty="0"/>
              <a:t>test the new core platform vendor solution </a:t>
            </a:r>
            <a:r>
              <a:rPr lang="en-US" sz="800" dirty="0"/>
              <a:t>by migrating customers in waves</a:t>
            </a:r>
            <a:br>
              <a:rPr lang="en-US" sz="800" dirty="0"/>
            </a:br>
            <a:r>
              <a:rPr lang="en-US" sz="800" i="1" dirty="0"/>
              <a:t>(~6 months)</a:t>
            </a:r>
          </a:p>
          <a:p>
            <a:r>
              <a:rPr lang="en-US" sz="800" b="1" dirty="0"/>
              <a:t>Swap out the hollow legacy core </a:t>
            </a:r>
            <a:r>
              <a:rPr lang="en-US" sz="800" dirty="0"/>
              <a:t>with the new core platform, gradually decommissioning the old legacy core (timing depends on Finance and Risk teams providing timely requirements and testing resources)</a:t>
            </a:r>
          </a:p>
        </p:txBody>
      </p:sp>
      <p:sp>
        <p:nvSpPr>
          <p:cNvPr id="169" name="Rectangle 168">
            <a:extLst>
              <a:ext uri="{FF2B5EF4-FFF2-40B4-BE49-F238E27FC236}">
                <a16:creationId xmlns:a16="http://schemas.microsoft.com/office/drawing/2014/main" id="{DD0B52D3-4F4F-3E2F-8E68-EAC29352B09D}"/>
              </a:ext>
            </a:extLst>
          </p:cNvPr>
          <p:cNvSpPr>
            <a:spLocks/>
          </p:cNvSpPr>
          <p:nvPr/>
        </p:nvSpPr>
        <p:spPr>
          <a:xfrm>
            <a:off x="3728963" y="3068054"/>
            <a:ext cx="1306587" cy="1833884"/>
          </a:xfrm>
          <a:prstGeom prst="rect">
            <a:avLst/>
          </a:prstGeom>
          <a:noFill/>
          <a:ln w="6350" cap="sq">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pic>
        <p:nvPicPr>
          <p:cNvPr id="176" name="CustomIcon">
            <a:extLst>
              <a:ext uri="{FF2B5EF4-FFF2-40B4-BE49-F238E27FC236}">
                <a16:creationId xmlns:a16="http://schemas.microsoft.com/office/drawing/2014/main" id="{9CCD0961-59D6-13BA-D7D1-1F6420DC3677}"/>
              </a:ext>
            </a:extLst>
          </p:cNvPr>
          <p:cNvPicPr>
            <a:picLocks/>
          </p:cNvPicPr>
          <p:nvPr>
            <p:custDataLst>
              <p:tags r:id="rId17"/>
            </p:custDataLst>
          </p:nvPr>
        </p:nvPicPr>
        <p:blipFill>
          <a:blip>
            <a:extLst>
              <a:ext uri="{96DAC541-7B7A-43D3-8B79-37D633B846F1}">
                <asvg:svgBlip xmlns:asvg="http://schemas.microsoft.com/office/drawing/2016/SVG/main" r:embed="rId41"/>
              </a:ext>
            </a:extLst>
          </a:blip>
          <a:stretch>
            <a:fillRect/>
          </a:stretch>
        </p:blipFill>
        <p:spPr>
          <a:xfrm>
            <a:off x="7997164" y="2426371"/>
            <a:ext cx="311569" cy="311569"/>
          </a:xfrm>
          <a:prstGeom prst="rect">
            <a:avLst/>
          </a:prstGeom>
        </p:spPr>
      </p:pic>
      <p:pic>
        <p:nvPicPr>
          <p:cNvPr id="177" name="CustomIcon">
            <a:extLst>
              <a:ext uri="{FF2B5EF4-FFF2-40B4-BE49-F238E27FC236}">
                <a16:creationId xmlns:a16="http://schemas.microsoft.com/office/drawing/2014/main" id="{D0F1FE58-AC9C-B246-43BA-1BD23C22297A}"/>
              </a:ext>
            </a:extLst>
          </p:cNvPr>
          <p:cNvPicPr>
            <a:picLocks/>
          </p:cNvPicPr>
          <p:nvPr>
            <p:custDataLst>
              <p:tags r:id="rId18"/>
            </p:custDataLst>
          </p:nvPr>
        </p:nvPicPr>
        <p:blipFill>
          <a:blip>
            <a:extLst>
              <a:ext uri="{96DAC541-7B7A-43D3-8B79-37D633B846F1}">
                <asvg:svgBlip xmlns:asvg="http://schemas.microsoft.com/office/drawing/2016/SVG/main" r:embed="rId41"/>
              </a:ext>
            </a:extLst>
          </a:blip>
          <a:stretch>
            <a:fillRect/>
          </a:stretch>
        </p:blipFill>
        <p:spPr>
          <a:xfrm>
            <a:off x="9567820" y="2426371"/>
            <a:ext cx="311569" cy="311569"/>
          </a:xfrm>
          <a:prstGeom prst="rect">
            <a:avLst/>
          </a:prstGeom>
        </p:spPr>
      </p:pic>
      <p:sp>
        <p:nvSpPr>
          <p:cNvPr id="162" name="Speech Bubble: Rectangle 161">
            <a:extLst>
              <a:ext uri="{FF2B5EF4-FFF2-40B4-BE49-F238E27FC236}">
                <a16:creationId xmlns:a16="http://schemas.microsoft.com/office/drawing/2014/main" id="{3C66770A-40C3-BB9E-D075-128DD9FC4B0A}"/>
              </a:ext>
            </a:extLst>
          </p:cNvPr>
          <p:cNvSpPr/>
          <p:nvPr/>
        </p:nvSpPr>
        <p:spPr>
          <a:xfrm>
            <a:off x="8376080" y="5314835"/>
            <a:ext cx="1233487" cy="612648"/>
          </a:xfrm>
          <a:prstGeom prst="wedgeRectCallout">
            <a:avLst>
              <a:gd name="adj1" fmla="val -2341"/>
              <a:gd name="adj2" fmla="val -86287"/>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750" dirty="0">
              <a:solidFill>
                <a:schemeClr val="bg1"/>
              </a:solidFill>
            </a:endParaRPr>
          </a:p>
        </p:txBody>
      </p:sp>
      <p:sp>
        <p:nvSpPr>
          <p:cNvPr id="181" name="Speech Bubble: Rectangle 180">
            <a:extLst>
              <a:ext uri="{FF2B5EF4-FFF2-40B4-BE49-F238E27FC236}">
                <a16:creationId xmlns:a16="http://schemas.microsoft.com/office/drawing/2014/main" id="{77335707-CAC2-9602-9AAD-7CE2CEF8AE9E}"/>
              </a:ext>
            </a:extLst>
          </p:cNvPr>
          <p:cNvSpPr/>
          <p:nvPr/>
        </p:nvSpPr>
        <p:spPr>
          <a:xfrm>
            <a:off x="8376080" y="5314835"/>
            <a:ext cx="1233487" cy="612648"/>
          </a:xfrm>
          <a:prstGeom prst="wedgeRectCallout">
            <a:avLst>
              <a:gd name="adj1" fmla="val 90015"/>
              <a:gd name="adj2" fmla="val -32805"/>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750" dirty="0">
              <a:solidFill>
                <a:schemeClr val="bg1"/>
              </a:solidFill>
            </a:endParaRPr>
          </a:p>
        </p:txBody>
      </p:sp>
      <p:sp>
        <p:nvSpPr>
          <p:cNvPr id="161" name="Speech Bubble: Rectangle 160">
            <a:extLst>
              <a:ext uri="{FF2B5EF4-FFF2-40B4-BE49-F238E27FC236}">
                <a16:creationId xmlns:a16="http://schemas.microsoft.com/office/drawing/2014/main" id="{038A1765-647D-00D4-0611-056AB605B7EB}"/>
              </a:ext>
            </a:extLst>
          </p:cNvPr>
          <p:cNvSpPr/>
          <p:nvPr/>
        </p:nvSpPr>
        <p:spPr>
          <a:xfrm>
            <a:off x="8376080" y="5314835"/>
            <a:ext cx="1233487" cy="612648"/>
          </a:xfrm>
          <a:prstGeom prst="wedgeRectCallout">
            <a:avLst>
              <a:gd name="adj1" fmla="val -84297"/>
              <a:gd name="adj2" fmla="val -34463"/>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dirty="0">
                <a:solidFill>
                  <a:schemeClr val="tx1"/>
                </a:solidFill>
              </a:rPr>
              <a:t>Agile teams should be used to execute in a sprint model to deliver value incrementally</a:t>
            </a:r>
          </a:p>
        </p:txBody>
      </p:sp>
    </p:spTree>
    <p:custDataLst>
      <p:tags r:id="rId1"/>
    </p:custDataLst>
    <p:extLst>
      <p:ext uri="{BB962C8B-B14F-4D97-AF65-F5344CB8AC3E}">
        <p14:creationId xmlns:p14="http://schemas.microsoft.com/office/powerpoint/2010/main" val="276876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70C8-9F1A-5317-63AD-9E075F367D83}"/>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1DADC7A4-F173-FF10-FEDA-FF000FFD89DA}"/>
              </a:ext>
            </a:extLst>
          </p:cNvPr>
          <p:cNvGraphicFramePr>
            <a:graphicFrameLocks noChangeAspect="1"/>
          </p:cNvGraphicFramePr>
          <p:nvPr>
            <p:custDataLst>
              <p:tags r:id="rId2"/>
            </p:custDataLst>
            <p:extLst>
              <p:ext uri="{D42A27DB-BD31-4B8C-83A1-F6EECF244321}">
                <p14:modId xmlns:p14="http://schemas.microsoft.com/office/powerpoint/2010/main" val="1006883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84" imgH="486" progId="TCLayout.ActiveDocument.1">
                  <p:embed/>
                </p:oleObj>
              </mc:Choice>
              <mc:Fallback>
                <p:oleObj name="think-cell Slide" r:id="rId35" imgW="484" imgH="486" progId="TCLayout.ActiveDocument.1">
                  <p:embed/>
                  <p:pic>
                    <p:nvPicPr>
                      <p:cNvPr id="5" name="Object 2" hidden="1">
                        <a:extLst>
                          <a:ext uri="{FF2B5EF4-FFF2-40B4-BE49-F238E27FC236}">
                            <a16:creationId xmlns:a16="http://schemas.microsoft.com/office/drawing/2014/main" id="{1DADC7A4-F173-FF10-FEDA-FF000FFD89DA}"/>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167" name="Rectangle 166">
            <a:extLst>
              <a:ext uri="{FF2B5EF4-FFF2-40B4-BE49-F238E27FC236}">
                <a16:creationId xmlns:a16="http://schemas.microsoft.com/office/drawing/2014/main" id="{79E3F7C5-87E2-4E28-0556-B02CF10E1D68}"/>
              </a:ext>
            </a:extLst>
          </p:cNvPr>
          <p:cNvSpPr>
            <a:spLocks/>
          </p:cNvSpPr>
          <p:nvPr/>
        </p:nvSpPr>
        <p:spPr>
          <a:xfrm>
            <a:off x="6553044" y="4467225"/>
            <a:ext cx="1749485" cy="390525"/>
          </a:xfrm>
          <a:prstGeom prst="rect">
            <a:avLst/>
          </a:prstGeom>
          <a:noFill/>
          <a:ln w="6350" cap="sq">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
        <p:nvSpPr>
          <p:cNvPr id="162" name="Speech Bubble: Rectangle 161">
            <a:extLst>
              <a:ext uri="{FF2B5EF4-FFF2-40B4-BE49-F238E27FC236}">
                <a16:creationId xmlns:a16="http://schemas.microsoft.com/office/drawing/2014/main" id="{431FE64A-0E48-5F55-AAEA-7CB22BA7C3CD}"/>
              </a:ext>
            </a:extLst>
          </p:cNvPr>
          <p:cNvSpPr/>
          <p:nvPr/>
        </p:nvSpPr>
        <p:spPr>
          <a:xfrm>
            <a:off x="10120313" y="5181600"/>
            <a:ext cx="1233487" cy="612648"/>
          </a:xfrm>
          <a:prstGeom prst="wedgeRectCallout">
            <a:avLst>
              <a:gd name="adj1" fmla="val -19638"/>
              <a:gd name="adj2" fmla="val -88775"/>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750" dirty="0">
              <a:solidFill>
                <a:schemeClr val="bg1"/>
              </a:solidFill>
            </a:endParaRPr>
          </a:p>
        </p:txBody>
      </p:sp>
      <p:sp>
        <p:nvSpPr>
          <p:cNvPr id="6" name="2. Slide Title">
            <a:extLst>
              <a:ext uri="{FF2B5EF4-FFF2-40B4-BE49-F238E27FC236}">
                <a16:creationId xmlns:a16="http://schemas.microsoft.com/office/drawing/2014/main" id="{52BE0129-7B92-3A33-71E8-DA43C59528B9}"/>
              </a:ext>
            </a:extLst>
          </p:cNvPr>
          <p:cNvSpPr>
            <a:spLocks noGrp="1"/>
          </p:cNvSpPr>
          <p:nvPr>
            <p:ph type="title"/>
            <p:custDataLst>
              <p:tags r:id="rId3"/>
            </p:custDataLst>
          </p:nvPr>
        </p:nvSpPr>
        <p:spPr>
          <a:xfrm>
            <a:off x="554736" y="83089"/>
            <a:ext cx="11082528" cy="1107996"/>
          </a:xfrm>
        </p:spPr>
        <p:txBody>
          <a:bodyPr vert="horz"/>
          <a:lstStyle/>
          <a:p>
            <a:r>
              <a:rPr lang="en-US" sz="1800" dirty="0"/>
              <a:t>Approach III (renew core): The overall process may last 2-5 years with</a:t>
            </a:r>
            <a:br>
              <a:rPr lang="en-US" sz="1800" dirty="0"/>
            </a:br>
            <a:r>
              <a:rPr lang="en-US" sz="1800" dirty="0"/>
              <a:t>6-9 months of blueprint design, vendor selection and planning, followed by 9-12 months to stand up MVP new core and surrounds, and final 9-18 months to complete the standing up of the new platform and onboarding</a:t>
            </a:r>
            <a:endParaRPr lang="sv-SE" sz="1800" dirty="0"/>
          </a:p>
        </p:txBody>
      </p:sp>
      <p:grpSp>
        <p:nvGrpSpPr>
          <p:cNvPr id="20" name="sticker">
            <a:extLst>
              <a:ext uri="{FF2B5EF4-FFF2-40B4-BE49-F238E27FC236}">
                <a16:creationId xmlns:a16="http://schemas.microsoft.com/office/drawing/2014/main" id="{1CD3AEBE-1977-1804-6944-4926D3A29496}"/>
              </a:ext>
            </a:extLst>
          </p:cNvPr>
          <p:cNvGrpSpPr/>
          <p:nvPr/>
        </p:nvGrpSpPr>
        <p:grpSpPr>
          <a:xfrm>
            <a:off x="558192" y="1232805"/>
            <a:ext cx="654025" cy="156966"/>
            <a:chOff x="558192" y="1289273"/>
            <a:chExt cx="654025" cy="156966"/>
          </a:xfrm>
        </p:grpSpPr>
        <p:sp>
          <p:nvSpPr>
            <p:cNvPr id="18" name="StickerRectangle">
              <a:extLst>
                <a:ext uri="{FF2B5EF4-FFF2-40B4-BE49-F238E27FC236}">
                  <a16:creationId xmlns:a16="http://schemas.microsoft.com/office/drawing/2014/main" id="{1E0EEE1F-62CA-56CC-59B2-B870E04C42D5}"/>
                </a:ext>
              </a:extLst>
            </p:cNvPr>
            <p:cNvSpPr>
              <a:spLocks noChangeArrowheads="1"/>
            </p:cNvSpPr>
            <p:nvPr userDrawn="1"/>
          </p:nvSpPr>
          <p:spPr bwMode="gray">
            <a:xfrm>
              <a:off x="558192" y="1289273"/>
              <a:ext cx="654025"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Illustrative</a:t>
              </a:r>
              <a:endParaRPr lang="en-US" sz="800" baseline="0">
                <a:solidFill>
                  <a:schemeClr val="tx1"/>
                </a:solidFill>
                <a:latin typeface="+mn-lt"/>
                <a:ea typeface="+mn-ea"/>
              </a:endParaRPr>
            </a:p>
          </p:txBody>
        </p:sp>
        <p:cxnSp>
          <p:nvCxnSpPr>
            <p:cNvPr id="19" name="StickerUnderline">
              <a:extLst>
                <a:ext uri="{FF2B5EF4-FFF2-40B4-BE49-F238E27FC236}">
                  <a16:creationId xmlns:a16="http://schemas.microsoft.com/office/drawing/2014/main" id="{F7B05436-3185-8513-0E65-60F006C19B28}"/>
                </a:ext>
              </a:extLst>
            </p:cNvPr>
            <p:cNvCxnSpPr>
              <a:cxnSpLocks noChangeShapeType="1"/>
              <a:stCxn id="18" idx="4"/>
              <a:endCxn id="18" idx="6"/>
            </p:cNvCxnSpPr>
            <p:nvPr/>
          </p:nvCxnSpPr>
          <p:spPr bwMode="gray">
            <a:xfrm>
              <a:off x="558192" y="1446239"/>
              <a:ext cx="654025"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1" name="sticker">
            <a:extLst>
              <a:ext uri="{FF2B5EF4-FFF2-40B4-BE49-F238E27FC236}">
                <a16:creationId xmlns:a16="http://schemas.microsoft.com/office/drawing/2014/main" id="{CE6E6620-BF1B-23FF-6375-357395A38E1F}"/>
              </a:ext>
            </a:extLst>
          </p:cNvPr>
          <p:cNvGrpSpPr/>
          <p:nvPr/>
        </p:nvGrpSpPr>
        <p:grpSpPr>
          <a:xfrm>
            <a:off x="1378337" y="1232805"/>
            <a:ext cx="1917192" cy="156966"/>
            <a:chOff x="558192" y="1289273"/>
            <a:chExt cx="1917192" cy="156966"/>
          </a:xfrm>
        </p:grpSpPr>
        <p:sp>
          <p:nvSpPr>
            <p:cNvPr id="22" name="StickerRectangle">
              <a:extLst>
                <a:ext uri="{FF2B5EF4-FFF2-40B4-BE49-F238E27FC236}">
                  <a16:creationId xmlns:a16="http://schemas.microsoft.com/office/drawing/2014/main" id="{4034B0BB-24F2-F697-0853-F0C08234491C}"/>
                </a:ext>
              </a:extLst>
            </p:cNvPr>
            <p:cNvSpPr>
              <a:spLocks noChangeArrowheads="1"/>
            </p:cNvSpPr>
            <p:nvPr userDrawn="1"/>
          </p:nvSpPr>
          <p:spPr bwMode="gray">
            <a:xfrm>
              <a:off x="558192" y="1289273"/>
              <a:ext cx="191719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Assume “buy” vendor solution</a:t>
              </a:r>
              <a:endParaRPr lang="en-US" sz="800" baseline="0" dirty="0">
                <a:solidFill>
                  <a:schemeClr val="tx1"/>
                </a:solidFill>
                <a:latin typeface="+mn-lt"/>
                <a:ea typeface="+mn-ea"/>
              </a:endParaRPr>
            </a:p>
          </p:txBody>
        </p:sp>
        <p:cxnSp>
          <p:nvCxnSpPr>
            <p:cNvPr id="23" name="StickerUnderline">
              <a:extLst>
                <a:ext uri="{FF2B5EF4-FFF2-40B4-BE49-F238E27FC236}">
                  <a16:creationId xmlns:a16="http://schemas.microsoft.com/office/drawing/2014/main" id="{68112C06-1070-DCA8-F986-671803A41510}"/>
                </a:ext>
              </a:extLst>
            </p:cNvPr>
            <p:cNvCxnSpPr>
              <a:cxnSpLocks noChangeShapeType="1"/>
              <a:stCxn id="22" idx="4"/>
              <a:endCxn id="22" idx="6"/>
            </p:cNvCxnSpPr>
            <p:nvPr/>
          </p:nvCxnSpPr>
          <p:spPr bwMode="gray">
            <a:xfrm>
              <a:off x="558192" y="1446239"/>
              <a:ext cx="191719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4" name="sticker">
            <a:extLst>
              <a:ext uri="{FF2B5EF4-FFF2-40B4-BE49-F238E27FC236}">
                <a16:creationId xmlns:a16="http://schemas.microsoft.com/office/drawing/2014/main" id="{6CF3A454-6D56-0F90-7D90-CE36EE084803}"/>
              </a:ext>
            </a:extLst>
          </p:cNvPr>
          <p:cNvGrpSpPr/>
          <p:nvPr/>
        </p:nvGrpSpPr>
        <p:grpSpPr>
          <a:xfrm>
            <a:off x="3461648" y="1232805"/>
            <a:ext cx="910506" cy="156966"/>
            <a:chOff x="558192" y="1289273"/>
            <a:chExt cx="910506" cy="156966"/>
          </a:xfrm>
        </p:grpSpPr>
        <p:sp>
          <p:nvSpPr>
            <p:cNvPr id="25" name="StickerRectangle">
              <a:extLst>
                <a:ext uri="{FF2B5EF4-FFF2-40B4-BE49-F238E27FC236}">
                  <a16:creationId xmlns:a16="http://schemas.microsoft.com/office/drawing/2014/main" id="{8885CB83-80A5-6771-5F64-FC850FA6E0E0}"/>
                </a:ext>
              </a:extLst>
            </p:cNvPr>
            <p:cNvSpPr>
              <a:spLocks noChangeArrowheads="1"/>
            </p:cNvSpPr>
            <p:nvPr userDrawn="1"/>
          </p:nvSpPr>
          <p:spPr bwMode="gray">
            <a:xfrm>
              <a:off x="558192" y="1289273"/>
              <a:ext cx="910506"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For discussion</a:t>
              </a:r>
              <a:endParaRPr lang="en-US" sz="800" baseline="0" dirty="0">
                <a:solidFill>
                  <a:schemeClr val="tx1"/>
                </a:solidFill>
                <a:latin typeface="+mn-lt"/>
                <a:ea typeface="+mn-ea"/>
              </a:endParaRPr>
            </a:p>
          </p:txBody>
        </p:sp>
        <p:cxnSp>
          <p:nvCxnSpPr>
            <p:cNvPr id="26" name="StickerUnderline">
              <a:extLst>
                <a:ext uri="{FF2B5EF4-FFF2-40B4-BE49-F238E27FC236}">
                  <a16:creationId xmlns:a16="http://schemas.microsoft.com/office/drawing/2014/main" id="{557AB5CD-4AD1-AF22-9A54-E509257FF6FF}"/>
                </a:ext>
              </a:extLst>
            </p:cNvPr>
            <p:cNvCxnSpPr>
              <a:cxnSpLocks noChangeShapeType="1"/>
              <a:stCxn id="25" idx="4"/>
              <a:endCxn id="25" idx="6"/>
            </p:cNvCxnSpPr>
            <p:nvPr/>
          </p:nvCxnSpPr>
          <p:spPr bwMode="gray">
            <a:xfrm>
              <a:off x="558192" y="1446239"/>
              <a:ext cx="910506"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7" name="5. Source">
            <a:extLst>
              <a:ext uri="{FF2B5EF4-FFF2-40B4-BE49-F238E27FC236}">
                <a16:creationId xmlns:a16="http://schemas.microsoft.com/office/drawing/2014/main" id="{E53CBF84-B5F5-BB42-7741-03A54E9EF8DB}"/>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McKinsey analysis</a:t>
            </a:r>
          </a:p>
        </p:txBody>
      </p:sp>
      <p:sp>
        <p:nvSpPr>
          <p:cNvPr id="28" name="4. Footnote">
            <a:extLst>
              <a:ext uri="{FF2B5EF4-FFF2-40B4-BE49-F238E27FC236}">
                <a16:creationId xmlns:a16="http://schemas.microsoft.com/office/drawing/2014/main" id="{4AC64286-A89D-D072-C40F-470D3F1C0988}"/>
              </a:ext>
            </a:extLst>
          </p:cNvPr>
          <p:cNvSpPr txBox="1"/>
          <p:nvPr>
            <p:custDataLst>
              <p:tags r:id="rId5"/>
            </p:custDataLst>
          </p:nvPr>
        </p:nvSpPr>
        <p:spPr>
          <a:xfrm>
            <a:off x="553971" y="6279028"/>
            <a:ext cx="9306465"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1.	Long-term timeline depends on specific the bank context (e.g., complexity of remaining capabilities to build after the MVP, availability of resources to staff agile teams to perform the migration etc.)</a:t>
            </a:r>
          </a:p>
        </p:txBody>
      </p:sp>
      <p:grpSp>
        <p:nvGrpSpPr>
          <p:cNvPr id="86" name="Group 85">
            <a:extLst>
              <a:ext uri="{FF2B5EF4-FFF2-40B4-BE49-F238E27FC236}">
                <a16:creationId xmlns:a16="http://schemas.microsoft.com/office/drawing/2014/main" id="{F6C681FD-ADAA-9FD5-A3A0-43CE75789D3E}"/>
              </a:ext>
            </a:extLst>
          </p:cNvPr>
          <p:cNvGrpSpPr/>
          <p:nvPr>
            <p:custDataLst>
              <p:tags r:id="rId6"/>
            </p:custDataLst>
          </p:nvPr>
        </p:nvGrpSpPr>
        <p:grpSpPr>
          <a:xfrm>
            <a:off x="506355" y="1776055"/>
            <a:ext cx="1843249" cy="1009510"/>
            <a:chOff x="506355" y="2095640"/>
            <a:chExt cx="1843249" cy="1009510"/>
          </a:xfrm>
          <a:solidFill>
            <a:srgbClr val="1C863F"/>
          </a:solidFill>
        </p:grpSpPr>
        <p:sp>
          <p:nvSpPr>
            <p:cNvPr id="39" name="Freeform: Shape 38">
              <a:extLst>
                <a:ext uri="{FF2B5EF4-FFF2-40B4-BE49-F238E27FC236}">
                  <a16:creationId xmlns:a16="http://schemas.microsoft.com/office/drawing/2014/main" id="{570F2904-F055-EF7F-8822-5CF36CB6770C}"/>
                </a:ext>
              </a:extLst>
            </p:cNvPr>
            <p:cNvSpPr/>
            <p:nvPr>
              <p:custDataLst>
                <p:tags r:id="rId32"/>
              </p:custDataLst>
            </p:nvPr>
          </p:nvSpPr>
          <p:spPr>
            <a:xfrm>
              <a:off x="506355" y="2095640"/>
              <a:ext cx="184324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38249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180288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 name="csX0" fmla="*/ 0 w 1828800"/>
                <a:gd name="csY0" fmla="*/ 0 h 914400"/>
                <a:gd name="csX1" fmla="*/ 1648512 w 1828800"/>
                <a:gd name="csY1" fmla="*/ 0 h 914400"/>
                <a:gd name="csX2" fmla="*/ 1828800 w 1828800"/>
                <a:gd name="csY2" fmla="*/ 457200 h 914400"/>
                <a:gd name="csX3" fmla="*/ 1648512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8512" y="0"/>
                  </a:lnTo>
                  <a:lnTo>
                    <a:pt x="1828800" y="457200"/>
                  </a:lnTo>
                  <a:lnTo>
                    <a:pt x="1648512" y="914400"/>
                  </a:lnTo>
                  <a:lnTo>
                    <a:pt x="0" y="914400"/>
                  </a:lnTo>
                  <a:lnTo>
                    <a:pt x="0"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40" name="TextBox 39">
              <a:extLst>
                <a:ext uri="{FF2B5EF4-FFF2-40B4-BE49-F238E27FC236}">
                  <a16:creationId xmlns:a16="http://schemas.microsoft.com/office/drawing/2014/main" id="{B93180C0-8A0C-B80E-AD91-17EC80275BE9}"/>
                </a:ext>
              </a:extLst>
            </p:cNvPr>
            <p:cNvSpPr txBox="1"/>
            <p:nvPr>
              <p:custDataLst>
                <p:tags r:id="rId33"/>
              </p:custDataLst>
            </p:nvPr>
          </p:nvSpPr>
          <p:spPr>
            <a:xfrm>
              <a:off x="569855" y="2165745"/>
              <a:ext cx="1598037"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Define target-state (i.e., North Star) vison and current baseline</a:t>
              </a:r>
            </a:p>
          </p:txBody>
        </p:sp>
      </p:grpSp>
      <p:grpSp>
        <p:nvGrpSpPr>
          <p:cNvPr id="87" name="Group 86">
            <a:extLst>
              <a:ext uri="{FF2B5EF4-FFF2-40B4-BE49-F238E27FC236}">
                <a16:creationId xmlns:a16="http://schemas.microsoft.com/office/drawing/2014/main" id="{44745070-5F57-5CE8-91E5-D8DC7136C1EB}"/>
              </a:ext>
            </a:extLst>
          </p:cNvPr>
          <p:cNvGrpSpPr/>
          <p:nvPr>
            <p:custDataLst>
              <p:tags r:id="rId7"/>
            </p:custDataLst>
          </p:nvPr>
        </p:nvGrpSpPr>
        <p:grpSpPr>
          <a:xfrm>
            <a:off x="2180285" y="1776055"/>
            <a:ext cx="1706731" cy="1009510"/>
            <a:chOff x="2180285" y="2095640"/>
            <a:chExt cx="1706731" cy="1009510"/>
          </a:xfrm>
          <a:solidFill>
            <a:srgbClr val="1C863F"/>
          </a:solidFill>
        </p:grpSpPr>
        <p:sp>
          <p:nvSpPr>
            <p:cNvPr id="50" name="Freeform: Shape 49">
              <a:extLst>
                <a:ext uri="{FF2B5EF4-FFF2-40B4-BE49-F238E27FC236}">
                  <a16:creationId xmlns:a16="http://schemas.microsoft.com/office/drawing/2014/main" id="{43FAA2D4-F682-4C41-6CA7-D4B80E8C9639}"/>
                </a:ext>
              </a:extLst>
            </p:cNvPr>
            <p:cNvSpPr/>
            <p:nvPr>
              <p:custDataLst>
                <p:tags r:id="rId30"/>
              </p:custDataLst>
            </p:nvPr>
          </p:nvSpPr>
          <p:spPr>
            <a:xfrm>
              <a:off x="2180285" y="2095640"/>
              <a:ext cx="1706731"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23007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0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 name="csX0" fmla="*/ 0 w 1828800"/>
                <a:gd name="csY0" fmla="*/ 0 h 914400"/>
                <a:gd name="csX1" fmla="*/ 1634092 w 1828800"/>
                <a:gd name="csY1" fmla="*/ 0 h 914400"/>
                <a:gd name="csX2" fmla="*/ 1828800 w 1828800"/>
                <a:gd name="csY2" fmla="*/ 457200 h 914400"/>
                <a:gd name="csX3" fmla="*/ 1634092 w 1828800"/>
                <a:gd name="csY3" fmla="*/ 914400 h 914400"/>
                <a:gd name="csX4" fmla="*/ 0 w 1828800"/>
                <a:gd name="csY4" fmla="*/ 914400 h 914400"/>
                <a:gd name="csX5" fmla="*/ 19470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34092" y="0"/>
                  </a:lnTo>
                  <a:lnTo>
                    <a:pt x="1828800" y="457200"/>
                  </a:lnTo>
                  <a:lnTo>
                    <a:pt x="1634092" y="914400"/>
                  </a:lnTo>
                  <a:lnTo>
                    <a:pt x="0" y="914400"/>
                  </a:lnTo>
                  <a:lnTo>
                    <a:pt x="194708"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51" name="TextBox 50">
              <a:extLst>
                <a:ext uri="{FF2B5EF4-FFF2-40B4-BE49-F238E27FC236}">
                  <a16:creationId xmlns:a16="http://schemas.microsoft.com/office/drawing/2014/main" id="{A28AAEAB-E610-8BF1-5B60-D0CECEFB544E}"/>
                </a:ext>
              </a:extLst>
            </p:cNvPr>
            <p:cNvSpPr txBox="1"/>
            <p:nvPr>
              <p:custDataLst>
                <p:tags r:id="rId31"/>
              </p:custDataLst>
            </p:nvPr>
          </p:nvSpPr>
          <p:spPr>
            <a:xfrm>
              <a:off x="2412797" y="2165745"/>
              <a:ext cx="1292508"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Define blueprint along with the next gen hedge design</a:t>
              </a:r>
            </a:p>
          </p:txBody>
        </p:sp>
      </p:grpSp>
      <p:grpSp>
        <p:nvGrpSpPr>
          <p:cNvPr id="88" name="Group 87">
            <a:extLst>
              <a:ext uri="{FF2B5EF4-FFF2-40B4-BE49-F238E27FC236}">
                <a16:creationId xmlns:a16="http://schemas.microsoft.com/office/drawing/2014/main" id="{EC5FDC2F-C91B-3102-FBEA-5B2C395B1A19}"/>
              </a:ext>
            </a:extLst>
          </p:cNvPr>
          <p:cNvGrpSpPr/>
          <p:nvPr>
            <p:custDataLst>
              <p:tags r:id="rId8"/>
            </p:custDataLst>
          </p:nvPr>
        </p:nvGrpSpPr>
        <p:grpSpPr>
          <a:xfrm>
            <a:off x="3717696" y="1776055"/>
            <a:ext cx="1525520" cy="1009510"/>
            <a:chOff x="3717696" y="2095640"/>
            <a:chExt cx="1525520" cy="1009510"/>
          </a:xfrm>
          <a:solidFill>
            <a:srgbClr val="1C863F"/>
          </a:solidFill>
        </p:grpSpPr>
        <p:sp>
          <p:nvSpPr>
            <p:cNvPr id="55" name="Freeform: Shape 54">
              <a:extLst>
                <a:ext uri="{FF2B5EF4-FFF2-40B4-BE49-F238E27FC236}">
                  <a16:creationId xmlns:a16="http://schemas.microsoft.com/office/drawing/2014/main" id="{46653FA7-7988-D693-E666-657B4DA7829D}"/>
                </a:ext>
              </a:extLst>
            </p:cNvPr>
            <p:cNvSpPr/>
            <p:nvPr>
              <p:custDataLst>
                <p:tags r:id="rId28"/>
              </p:custDataLst>
            </p:nvPr>
          </p:nvSpPr>
          <p:spPr>
            <a:xfrm>
              <a:off x="3717696" y="2095640"/>
              <a:ext cx="1525520"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0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 name="csX0" fmla="*/ 0 w 1828800"/>
                <a:gd name="csY0" fmla="*/ 0 h 914400"/>
                <a:gd name="csX1" fmla="*/ 1610963 w 1828800"/>
                <a:gd name="csY1" fmla="*/ 0 h 914400"/>
                <a:gd name="csX2" fmla="*/ 1828800 w 1828800"/>
                <a:gd name="csY2" fmla="*/ 457200 h 914400"/>
                <a:gd name="csX3" fmla="*/ 1610963 w 1828800"/>
                <a:gd name="csY3" fmla="*/ 914400 h 914400"/>
                <a:gd name="csX4" fmla="*/ 0 w 1828800"/>
                <a:gd name="csY4" fmla="*/ 914400 h 914400"/>
                <a:gd name="csX5" fmla="*/ 217837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10963" y="0"/>
                  </a:lnTo>
                  <a:lnTo>
                    <a:pt x="1828800" y="457200"/>
                  </a:lnTo>
                  <a:lnTo>
                    <a:pt x="1610963" y="914400"/>
                  </a:lnTo>
                  <a:lnTo>
                    <a:pt x="0" y="914400"/>
                  </a:lnTo>
                  <a:lnTo>
                    <a:pt x="217837"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56" name="TextBox 55">
              <a:extLst>
                <a:ext uri="{FF2B5EF4-FFF2-40B4-BE49-F238E27FC236}">
                  <a16:creationId xmlns:a16="http://schemas.microsoft.com/office/drawing/2014/main" id="{34B75D30-CC9D-D23C-F6AF-B2C87E79D49A}"/>
                </a:ext>
              </a:extLst>
            </p:cNvPr>
            <p:cNvSpPr txBox="1"/>
            <p:nvPr>
              <p:custDataLst>
                <p:tags r:id="rId29"/>
              </p:custDataLst>
            </p:nvPr>
          </p:nvSpPr>
          <p:spPr>
            <a:xfrm>
              <a:off x="3950208" y="2165745"/>
              <a:ext cx="1111296"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Prioritize no-regret moves </a:t>
              </a:r>
              <a:r>
                <a:rPr lang="en-US" sz="1000" dirty="0">
                  <a:solidFill>
                    <a:schemeClr val="bg1"/>
                  </a:solidFill>
                </a:rPr>
                <a:t>(incl. connecting with vendors)</a:t>
              </a:r>
            </a:p>
          </p:txBody>
        </p:sp>
      </p:grpSp>
      <p:grpSp>
        <p:nvGrpSpPr>
          <p:cNvPr id="89" name="Group 88">
            <a:extLst>
              <a:ext uri="{FF2B5EF4-FFF2-40B4-BE49-F238E27FC236}">
                <a16:creationId xmlns:a16="http://schemas.microsoft.com/office/drawing/2014/main" id="{3F467F72-43C7-9635-3A6D-C61236A0B9CA}"/>
              </a:ext>
            </a:extLst>
          </p:cNvPr>
          <p:cNvGrpSpPr/>
          <p:nvPr>
            <p:custDataLst>
              <p:tags r:id="rId9"/>
            </p:custDataLst>
          </p:nvPr>
        </p:nvGrpSpPr>
        <p:grpSpPr>
          <a:xfrm>
            <a:off x="5073897" y="1776055"/>
            <a:ext cx="1620191" cy="1009510"/>
            <a:chOff x="5073897" y="2095640"/>
            <a:chExt cx="1620191" cy="1009510"/>
          </a:xfrm>
        </p:grpSpPr>
        <p:sp>
          <p:nvSpPr>
            <p:cNvPr id="59" name="Freeform: Shape 58">
              <a:extLst>
                <a:ext uri="{FF2B5EF4-FFF2-40B4-BE49-F238E27FC236}">
                  <a16:creationId xmlns:a16="http://schemas.microsoft.com/office/drawing/2014/main" id="{9B3E3CC2-2460-F035-D5B2-BFEBA827A899}"/>
                </a:ext>
              </a:extLst>
            </p:cNvPr>
            <p:cNvSpPr/>
            <p:nvPr>
              <p:custDataLst>
                <p:tags r:id="rId26"/>
              </p:custDataLst>
            </p:nvPr>
          </p:nvSpPr>
          <p:spPr>
            <a:xfrm>
              <a:off x="5073897" y="2095640"/>
              <a:ext cx="1620191"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0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 name="csX0" fmla="*/ 0 w 1828800"/>
                <a:gd name="csY0" fmla="*/ 0 h 914400"/>
                <a:gd name="csX1" fmla="*/ 1623690 w 1828800"/>
                <a:gd name="csY1" fmla="*/ 0 h 914400"/>
                <a:gd name="csX2" fmla="*/ 1828800 w 1828800"/>
                <a:gd name="csY2" fmla="*/ 457200 h 914400"/>
                <a:gd name="csX3" fmla="*/ 1623690 w 1828800"/>
                <a:gd name="csY3" fmla="*/ 914400 h 914400"/>
                <a:gd name="csX4" fmla="*/ 0 w 1828800"/>
                <a:gd name="csY4" fmla="*/ 914400 h 914400"/>
                <a:gd name="csX5" fmla="*/ 20510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23690" y="0"/>
                  </a:lnTo>
                  <a:lnTo>
                    <a:pt x="1828800" y="457200"/>
                  </a:lnTo>
                  <a:lnTo>
                    <a:pt x="1623690" y="914400"/>
                  </a:lnTo>
                  <a:lnTo>
                    <a:pt x="0" y="914400"/>
                  </a:lnTo>
                  <a:lnTo>
                    <a:pt x="205108"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0" name="TextBox 59">
              <a:extLst>
                <a:ext uri="{FF2B5EF4-FFF2-40B4-BE49-F238E27FC236}">
                  <a16:creationId xmlns:a16="http://schemas.microsoft.com/office/drawing/2014/main" id="{03DEA015-FB67-DC69-6F2B-ADF0DBFFA429}"/>
                </a:ext>
              </a:extLst>
            </p:cNvPr>
            <p:cNvSpPr txBox="1"/>
            <p:nvPr>
              <p:custDataLst>
                <p:tags r:id="rId27"/>
              </p:custDataLst>
            </p:nvPr>
          </p:nvSpPr>
          <p:spPr>
            <a:xfrm>
              <a:off x="5306409" y="2165745"/>
              <a:ext cx="1205967" cy="869300"/>
            </a:xfrm>
            <a:prstGeom prst="rect">
              <a:avLst/>
            </a:prstGeom>
            <a:solidFill>
              <a:schemeClr val="accent2"/>
            </a:solid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Make a buy vs. build decision and set up small scale proof-of-</a:t>
              </a:r>
              <a:br>
                <a:rPr lang="en-US" sz="1000" b="1" dirty="0">
                  <a:solidFill>
                    <a:schemeClr val="bg1"/>
                  </a:solidFill>
                </a:rPr>
              </a:br>
              <a:r>
                <a:rPr lang="en-US" sz="1000" b="1" dirty="0">
                  <a:solidFill>
                    <a:schemeClr val="bg1"/>
                  </a:solidFill>
                </a:rPr>
                <a:t>concept</a:t>
              </a:r>
            </a:p>
          </p:txBody>
        </p:sp>
      </p:grpSp>
      <p:grpSp>
        <p:nvGrpSpPr>
          <p:cNvPr id="90" name="Group 89">
            <a:extLst>
              <a:ext uri="{FF2B5EF4-FFF2-40B4-BE49-F238E27FC236}">
                <a16:creationId xmlns:a16="http://schemas.microsoft.com/office/drawing/2014/main" id="{D138F70D-44C0-687A-E4CC-AE1BE2B10B24}"/>
              </a:ext>
            </a:extLst>
          </p:cNvPr>
          <p:cNvGrpSpPr/>
          <p:nvPr>
            <p:custDataLst>
              <p:tags r:id="rId10"/>
            </p:custDataLst>
          </p:nvPr>
        </p:nvGrpSpPr>
        <p:grpSpPr>
          <a:xfrm>
            <a:off x="8340330" y="1776055"/>
            <a:ext cx="1763989" cy="1009510"/>
            <a:chOff x="8340330" y="2095640"/>
            <a:chExt cx="1763989" cy="1009510"/>
          </a:xfrm>
        </p:grpSpPr>
        <p:sp>
          <p:nvSpPr>
            <p:cNvPr id="64" name="Freeform: Shape 63">
              <a:extLst>
                <a:ext uri="{FF2B5EF4-FFF2-40B4-BE49-F238E27FC236}">
                  <a16:creationId xmlns:a16="http://schemas.microsoft.com/office/drawing/2014/main" id="{26EA9219-A1CA-B37D-A9EA-C363C5438A12}"/>
                </a:ext>
              </a:extLst>
            </p:cNvPr>
            <p:cNvSpPr/>
            <p:nvPr>
              <p:custDataLst>
                <p:tags r:id="rId24"/>
              </p:custDataLst>
            </p:nvPr>
          </p:nvSpPr>
          <p:spPr>
            <a:xfrm>
              <a:off x="8340330" y="2095640"/>
              <a:ext cx="176398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199113 w 1828800"/>
                <a:gd name="csY5" fmla="*/ 457200 h 914400"/>
                <a:gd name="csX0" fmla="*/ 0 w 1828800"/>
                <a:gd name="csY0" fmla="*/ 0 h 914400"/>
                <a:gd name="csX1" fmla="*/ 1629685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29685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0412" y="0"/>
                  </a:lnTo>
                  <a:lnTo>
                    <a:pt x="1828800" y="457200"/>
                  </a:lnTo>
                  <a:lnTo>
                    <a:pt x="1640412" y="914400"/>
                  </a:lnTo>
                  <a:lnTo>
                    <a:pt x="0" y="914400"/>
                  </a:lnTo>
                  <a:lnTo>
                    <a:pt x="188388"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5" name="TextBox 64">
              <a:extLst>
                <a:ext uri="{FF2B5EF4-FFF2-40B4-BE49-F238E27FC236}">
                  <a16:creationId xmlns:a16="http://schemas.microsoft.com/office/drawing/2014/main" id="{CBC58DB4-B04B-1EF4-8804-DB61AE4FBBB3}"/>
                </a:ext>
              </a:extLst>
            </p:cNvPr>
            <p:cNvSpPr txBox="1"/>
            <p:nvPr>
              <p:custDataLst>
                <p:tags r:id="rId25"/>
              </p:custDataLst>
            </p:nvPr>
          </p:nvSpPr>
          <p:spPr>
            <a:xfrm>
              <a:off x="8572842" y="2165745"/>
              <a:ext cx="1349765" cy="869300"/>
            </a:xfrm>
            <a:prstGeom prst="rect">
              <a:avLst/>
            </a:prstGeom>
            <a:solidFill>
              <a:schemeClr val="accent2"/>
            </a:solid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Build next-gen hedge and implement MVP along with new and re-engineered capabilities</a:t>
              </a:r>
            </a:p>
          </p:txBody>
        </p:sp>
      </p:grpSp>
      <p:grpSp>
        <p:nvGrpSpPr>
          <p:cNvPr id="91" name="Group 90">
            <a:extLst>
              <a:ext uri="{FF2B5EF4-FFF2-40B4-BE49-F238E27FC236}">
                <a16:creationId xmlns:a16="http://schemas.microsoft.com/office/drawing/2014/main" id="{887FB261-AD70-B415-88C0-331153DFA7CD}"/>
              </a:ext>
            </a:extLst>
          </p:cNvPr>
          <p:cNvGrpSpPr/>
          <p:nvPr>
            <p:custDataLst>
              <p:tags r:id="rId11"/>
            </p:custDataLst>
          </p:nvPr>
        </p:nvGrpSpPr>
        <p:grpSpPr>
          <a:xfrm>
            <a:off x="9934997" y="1776055"/>
            <a:ext cx="1763989" cy="1009510"/>
            <a:chOff x="9934997" y="2095640"/>
            <a:chExt cx="1763989" cy="1009510"/>
          </a:xfrm>
        </p:grpSpPr>
        <p:sp>
          <p:nvSpPr>
            <p:cNvPr id="67" name="Freeform: Shape 66">
              <a:extLst>
                <a:ext uri="{FF2B5EF4-FFF2-40B4-BE49-F238E27FC236}">
                  <a16:creationId xmlns:a16="http://schemas.microsoft.com/office/drawing/2014/main" id="{E1F0F285-98E0-4998-C9BE-F4CE96BB6C61}"/>
                </a:ext>
              </a:extLst>
            </p:cNvPr>
            <p:cNvSpPr/>
            <p:nvPr>
              <p:custDataLst>
                <p:tags r:id="rId22"/>
              </p:custDataLst>
            </p:nvPr>
          </p:nvSpPr>
          <p:spPr>
            <a:xfrm>
              <a:off x="9934997" y="2095640"/>
              <a:ext cx="1763989"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12015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29687 w 1828800"/>
                <a:gd name="csY3" fmla="*/ 914400 h 914400"/>
                <a:gd name="csX4" fmla="*/ 0 w 1828800"/>
                <a:gd name="csY4" fmla="*/ 914400 h 914400"/>
                <a:gd name="csX5" fmla="*/ 199113 w 1828800"/>
                <a:gd name="csY5" fmla="*/ 457200 h 914400"/>
                <a:gd name="csX0" fmla="*/ 0 w 1828800"/>
                <a:gd name="csY0" fmla="*/ 0 h 914400"/>
                <a:gd name="csX1" fmla="*/ 1629687 w 1828800"/>
                <a:gd name="csY1" fmla="*/ 0 h 914400"/>
                <a:gd name="csX2" fmla="*/ 1828800 w 1828800"/>
                <a:gd name="csY2" fmla="*/ 457200 h 914400"/>
                <a:gd name="csX3" fmla="*/ 1629687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29687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0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 name="csX0" fmla="*/ 0 w 1828800"/>
                <a:gd name="csY0" fmla="*/ 0 h 914400"/>
                <a:gd name="csX1" fmla="*/ 1640412 w 1828800"/>
                <a:gd name="csY1" fmla="*/ 0 h 914400"/>
                <a:gd name="csX2" fmla="*/ 1828800 w 1828800"/>
                <a:gd name="csY2" fmla="*/ 457200 h 914400"/>
                <a:gd name="csX3" fmla="*/ 1640412 w 1828800"/>
                <a:gd name="csY3" fmla="*/ 914400 h 914400"/>
                <a:gd name="csX4" fmla="*/ 0 w 1828800"/>
                <a:gd name="csY4" fmla="*/ 914400 h 914400"/>
                <a:gd name="csX5" fmla="*/ 188388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40412" y="0"/>
                  </a:lnTo>
                  <a:lnTo>
                    <a:pt x="1828800" y="457200"/>
                  </a:lnTo>
                  <a:lnTo>
                    <a:pt x="1640412" y="914400"/>
                  </a:lnTo>
                  <a:lnTo>
                    <a:pt x="0" y="914400"/>
                  </a:lnTo>
                  <a:lnTo>
                    <a:pt x="188388" y="457200"/>
                  </a:lnTo>
                  <a:close/>
                </a:path>
              </a:pathLst>
            </a:custGeom>
            <a:solidFill>
              <a:schemeClr val="accent2"/>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68" name="TextBox 67">
              <a:extLst>
                <a:ext uri="{FF2B5EF4-FFF2-40B4-BE49-F238E27FC236}">
                  <a16:creationId xmlns:a16="http://schemas.microsoft.com/office/drawing/2014/main" id="{429C3C4F-1FEC-41DC-1991-7AEAD8059911}"/>
                </a:ext>
              </a:extLst>
            </p:cNvPr>
            <p:cNvSpPr txBox="1"/>
            <p:nvPr>
              <p:custDataLst>
                <p:tags r:id="rId23"/>
              </p:custDataLst>
            </p:nvPr>
          </p:nvSpPr>
          <p:spPr>
            <a:xfrm>
              <a:off x="10167509" y="2165745"/>
              <a:ext cx="1349765" cy="869300"/>
            </a:xfrm>
            <a:prstGeom prst="rect">
              <a:avLst/>
            </a:prstGeom>
            <a:solidFill>
              <a:schemeClr val="accent2"/>
            </a:solid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dirty="0">
                  <a:solidFill>
                    <a:schemeClr val="bg1"/>
                  </a:solidFill>
                </a:rPr>
                <a:t>Stand up new core platform and initiate selective customer onboarding</a:t>
              </a:r>
            </a:p>
          </p:txBody>
        </p:sp>
      </p:grpSp>
      <p:grpSp>
        <p:nvGrpSpPr>
          <p:cNvPr id="85" name="Group 84">
            <a:extLst>
              <a:ext uri="{FF2B5EF4-FFF2-40B4-BE49-F238E27FC236}">
                <a16:creationId xmlns:a16="http://schemas.microsoft.com/office/drawing/2014/main" id="{D1FFEED2-6F3D-4515-B271-FEB71A702D7F}"/>
              </a:ext>
            </a:extLst>
          </p:cNvPr>
          <p:cNvGrpSpPr/>
          <p:nvPr>
            <p:custDataLst>
              <p:tags r:id="rId12"/>
            </p:custDataLst>
          </p:nvPr>
        </p:nvGrpSpPr>
        <p:grpSpPr>
          <a:xfrm>
            <a:off x="6524769" y="1776055"/>
            <a:ext cx="1984880" cy="1009510"/>
            <a:chOff x="6524769" y="2095640"/>
            <a:chExt cx="1984880" cy="1009510"/>
          </a:xfrm>
          <a:solidFill>
            <a:srgbClr val="1C863F"/>
          </a:solidFill>
        </p:grpSpPr>
        <p:sp>
          <p:nvSpPr>
            <p:cNvPr id="70" name="Freeform: Shape 69">
              <a:extLst>
                <a:ext uri="{FF2B5EF4-FFF2-40B4-BE49-F238E27FC236}">
                  <a16:creationId xmlns:a16="http://schemas.microsoft.com/office/drawing/2014/main" id="{6D69C4F9-D727-66A5-231F-24808AE2ED49}"/>
                </a:ext>
              </a:extLst>
            </p:cNvPr>
            <p:cNvSpPr/>
            <p:nvPr>
              <p:custDataLst>
                <p:tags r:id="rId20"/>
              </p:custDataLst>
            </p:nvPr>
          </p:nvSpPr>
          <p:spPr>
            <a:xfrm>
              <a:off x="6524769" y="2095640"/>
              <a:ext cx="1984880" cy="100951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57400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57400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0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190551 w 1828800"/>
                <a:gd name="csY5" fmla="*/ 457200 h 914400"/>
                <a:gd name="csX0" fmla="*/ 0 w 1828800"/>
                <a:gd name="csY0" fmla="*/ 0 h 914400"/>
                <a:gd name="csX1" fmla="*/ 1638249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38249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05793 w 1828800"/>
                <a:gd name="csY5" fmla="*/ 457200 h 914400"/>
                <a:gd name="csX0" fmla="*/ 0 w 1828800"/>
                <a:gd name="csY0" fmla="*/ 0 h 914400"/>
                <a:gd name="csX1" fmla="*/ 1623007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623007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230239 w 1828800"/>
                <a:gd name="csY5" fmla="*/ 457200 h 914400"/>
                <a:gd name="csX0" fmla="*/ 0 w 1828800"/>
                <a:gd name="csY0" fmla="*/ 0 h 914400"/>
                <a:gd name="csX1" fmla="*/ 1598561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598561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0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216785 w 1828800"/>
                <a:gd name="csY5" fmla="*/ 457200 h 914400"/>
                <a:gd name="csX0" fmla="*/ 0 w 1828800"/>
                <a:gd name="csY0" fmla="*/ 0 h 914400"/>
                <a:gd name="csX1" fmla="*/ 1612015 w 1828800"/>
                <a:gd name="csY1" fmla="*/ 0 h 914400"/>
                <a:gd name="csX2" fmla="*/ 1828800 w 1828800"/>
                <a:gd name="csY2" fmla="*/ 457200 h 914400"/>
                <a:gd name="csX3" fmla="*/ 161201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1201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51845 w 1828800"/>
                <a:gd name="csY3" fmla="*/ 914400 h 914400"/>
                <a:gd name="csX4" fmla="*/ 0 w 1828800"/>
                <a:gd name="csY4" fmla="*/ 914400 h 914400"/>
                <a:gd name="csX5" fmla="*/ 176955 w 1828800"/>
                <a:gd name="csY5" fmla="*/ 457200 h 914400"/>
                <a:gd name="csX0" fmla="*/ 0 w 1828800"/>
                <a:gd name="csY0" fmla="*/ 0 h 914400"/>
                <a:gd name="csX1" fmla="*/ 1651845 w 1828800"/>
                <a:gd name="csY1" fmla="*/ 0 h 914400"/>
                <a:gd name="csX2" fmla="*/ 1828800 w 1828800"/>
                <a:gd name="csY2" fmla="*/ 457200 h 914400"/>
                <a:gd name="csX3" fmla="*/ 1651845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51845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0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 name="csX0" fmla="*/ 0 w 1828800"/>
                <a:gd name="csY0" fmla="*/ 0 h 914400"/>
                <a:gd name="csX1" fmla="*/ 1661377 w 1828800"/>
                <a:gd name="csY1" fmla="*/ 0 h 914400"/>
                <a:gd name="csX2" fmla="*/ 1828800 w 1828800"/>
                <a:gd name="csY2" fmla="*/ 457200 h 914400"/>
                <a:gd name="csX3" fmla="*/ 1661377 w 1828800"/>
                <a:gd name="csY3" fmla="*/ 914400 h 914400"/>
                <a:gd name="csX4" fmla="*/ 0 w 1828800"/>
                <a:gd name="csY4" fmla="*/ 914400 h 914400"/>
                <a:gd name="csX5" fmla="*/ 167423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661377" y="0"/>
                  </a:lnTo>
                  <a:lnTo>
                    <a:pt x="1828800" y="457200"/>
                  </a:lnTo>
                  <a:lnTo>
                    <a:pt x="1661377" y="914400"/>
                  </a:lnTo>
                  <a:lnTo>
                    <a:pt x="0" y="914400"/>
                  </a:lnTo>
                  <a:lnTo>
                    <a:pt x="167423" y="457200"/>
                  </a:lnTo>
                  <a:close/>
                </a:path>
              </a:pathLst>
            </a:custGeom>
            <a:grp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sv-SE" sz="1000" dirty="0" err="1">
                <a:solidFill>
                  <a:schemeClr val="bg1"/>
                </a:solidFill>
              </a:endParaRPr>
            </a:p>
          </p:txBody>
        </p:sp>
        <p:sp>
          <p:nvSpPr>
            <p:cNvPr id="71" name="TextBox 70">
              <a:extLst>
                <a:ext uri="{FF2B5EF4-FFF2-40B4-BE49-F238E27FC236}">
                  <a16:creationId xmlns:a16="http://schemas.microsoft.com/office/drawing/2014/main" id="{F3662418-F205-5BDC-FFBB-4453F7B7C615}"/>
                </a:ext>
              </a:extLst>
            </p:cNvPr>
            <p:cNvSpPr txBox="1"/>
            <p:nvPr>
              <p:custDataLst>
                <p:tags r:id="rId21"/>
              </p:custDataLst>
            </p:nvPr>
          </p:nvSpPr>
          <p:spPr>
            <a:xfrm>
              <a:off x="6757281" y="2165745"/>
              <a:ext cx="1570656" cy="869300"/>
            </a:xfrm>
            <a:prstGeom prst="rect">
              <a:avLst/>
            </a:prstGeom>
            <a:grpFill/>
          </p:spPr>
          <p:txBody>
            <a:bodyPr vert="horz"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1000" b="1" dirty="0">
                  <a:solidFill>
                    <a:schemeClr val="bg1"/>
                  </a:solidFill>
                </a:rPr>
                <a:t>Develop multi-year plan</a:t>
              </a:r>
            </a:p>
          </p:txBody>
        </p:sp>
      </p:grpSp>
      <p:sp>
        <p:nvSpPr>
          <p:cNvPr id="92" name="TextBox 91">
            <a:extLst>
              <a:ext uri="{FF2B5EF4-FFF2-40B4-BE49-F238E27FC236}">
                <a16:creationId xmlns:a16="http://schemas.microsoft.com/office/drawing/2014/main" id="{5072B04E-EC4C-C730-1A86-F087D7158186}"/>
              </a:ext>
            </a:extLst>
          </p:cNvPr>
          <p:cNvSpPr txBox="1"/>
          <p:nvPr/>
        </p:nvSpPr>
        <p:spPr>
          <a:xfrm>
            <a:off x="506355" y="1442748"/>
            <a:ext cx="193964"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A</a:t>
            </a:r>
          </a:p>
        </p:txBody>
      </p:sp>
      <p:sp>
        <p:nvSpPr>
          <p:cNvPr id="93" name="TextBox 92">
            <a:extLst>
              <a:ext uri="{FF2B5EF4-FFF2-40B4-BE49-F238E27FC236}">
                <a16:creationId xmlns:a16="http://schemas.microsoft.com/office/drawing/2014/main" id="{C282E92C-FEE9-9E43-F4C3-4115448AEAF1}"/>
              </a:ext>
            </a:extLst>
          </p:cNvPr>
          <p:cNvSpPr txBox="1"/>
          <p:nvPr/>
        </p:nvSpPr>
        <p:spPr>
          <a:xfrm>
            <a:off x="2180285" y="1442748"/>
            <a:ext cx="193964"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B</a:t>
            </a:r>
          </a:p>
        </p:txBody>
      </p:sp>
      <p:sp>
        <p:nvSpPr>
          <p:cNvPr id="94" name="TextBox 93">
            <a:extLst>
              <a:ext uri="{FF2B5EF4-FFF2-40B4-BE49-F238E27FC236}">
                <a16:creationId xmlns:a16="http://schemas.microsoft.com/office/drawing/2014/main" id="{DA673B82-220B-A919-F041-38895E4D8CD3}"/>
              </a:ext>
            </a:extLst>
          </p:cNvPr>
          <p:cNvSpPr txBox="1"/>
          <p:nvPr/>
        </p:nvSpPr>
        <p:spPr>
          <a:xfrm>
            <a:off x="3717696" y="1442748"/>
            <a:ext cx="182742"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C</a:t>
            </a:r>
          </a:p>
        </p:txBody>
      </p:sp>
      <p:sp>
        <p:nvSpPr>
          <p:cNvPr id="95" name="TextBox 94">
            <a:extLst>
              <a:ext uri="{FF2B5EF4-FFF2-40B4-BE49-F238E27FC236}">
                <a16:creationId xmlns:a16="http://schemas.microsoft.com/office/drawing/2014/main" id="{68B0CACF-1B4C-6EE8-2511-0EF3069E67D9}"/>
              </a:ext>
            </a:extLst>
          </p:cNvPr>
          <p:cNvSpPr txBox="1"/>
          <p:nvPr/>
        </p:nvSpPr>
        <p:spPr>
          <a:xfrm>
            <a:off x="5073897" y="1442748"/>
            <a:ext cx="213200"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D</a:t>
            </a:r>
          </a:p>
        </p:txBody>
      </p:sp>
      <p:sp>
        <p:nvSpPr>
          <p:cNvPr id="96" name="TextBox 95">
            <a:extLst>
              <a:ext uri="{FF2B5EF4-FFF2-40B4-BE49-F238E27FC236}">
                <a16:creationId xmlns:a16="http://schemas.microsoft.com/office/drawing/2014/main" id="{DEEF8C34-2B04-57DA-5C0A-9114A9A4293F}"/>
              </a:ext>
            </a:extLst>
          </p:cNvPr>
          <p:cNvSpPr txBox="1"/>
          <p:nvPr/>
        </p:nvSpPr>
        <p:spPr>
          <a:xfrm>
            <a:off x="6524769" y="1442748"/>
            <a:ext cx="184346"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E</a:t>
            </a:r>
          </a:p>
        </p:txBody>
      </p:sp>
      <p:sp>
        <p:nvSpPr>
          <p:cNvPr id="97" name="TextBox 96">
            <a:extLst>
              <a:ext uri="{FF2B5EF4-FFF2-40B4-BE49-F238E27FC236}">
                <a16:creationId xmlns:a16="http://schemas.microsoft.com/office/drawing/2014/main" id="{3D64C98E-3DF5-AED0-345F-69FF355822AA}"/>
              </a:ext>
            </a:extLst>
          </p:cNvPr>
          <p:cNvSpPr txBox="1"/>
          <p:nvPr/>
        </p:nvSpPr>
        <p:spPr>
          <a:xfrm>
            <a:off x="8340330" y="1442748"/>
            <a:ext cx="171522"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F</a:t>
            </a:r>
          </a:p>
        </p:txBody>
      </p:sp>
      <p:sp>
        <p:nvSpPr>
          <p:cNvPr id="98" name="TextBox 97">
            <a:extLst>
              <a:ext uri="{FF2B5EF4-FFF2-40B4-BE49-F238E27FC236}">
                <a16:creationId xmlns:a16="http://schemas.microsoft.com/office/drawing/2014/main" id="{32AB0C26-D2C3-B5CC-D3F0-4ACF2FD1D15B}"/>
              </a:ext>
            </a:extLst>
          </p:cNvPr>
          <p:cNvSpPr txBox="1"/>
          <p:nvPr/>
        </p:nvSpPr>
        <p:spPr>
          <a:xfrm>
            <a:off x="9934997" y="1442748"/>
            <a:ext cx="206788" cy="307777"/>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sv-SE" sz="2000" b="1" dirty="0">
                <a:latin typeface="+mj-lt"/>
              </a:rPr>
              <a:t>G</a:t>
            </a:r>
          </a:p>
        </p:txBody>
      </p:sp>
      <p:pic>
        <p:nvPicPr>
          <p:cNvPr id="102" name="CustomIcon">
            <a:extLst>
              <a:ext uri="{FF2B5EF4-FFF2-40B4-BE49-F238E27FC236}">
                <a16:creationId xmlns:a16="http://schemas.microsoft.com/office/drawing/2014/main" id="{1FF6AA9C-991B-7140-DAF5-2FFD412D8A77}"/>
              </a:ext>
            </a:extLst>
          </p:cNvPr>
          <p:cNvPicPr>
            <a:picLocks noChangeAspect="1"/>
          </p:cNvPicPr>
          <p:nvPr>
            <p:custDataLst>
              <p:tags r:id="rId13"/>
            </p:custDataLst>
          </p:nvPr>
        </p:nvPicPr>
        <p:blipFill>
          <a:blip>
            <a:extLst>
              <a:ext uri="{96DAC541-7B7A-43D3-8B79-37D633B846F1}">
                <asvg:svgBlip xmlns:asvg="http://schemas.microsoft.com/office/drawing/2016/SVG/main" r:embed="rId37"/>
              </a:ext>
            </a:extLst>
          </a:blip>
          <a:stretch>
            <a:fillRect/>
          </a:stretch>
        </p:blipFill>
        <p:spPr>
          <a:xfrm>
            <a:off x="1856323" y="2426371"/>
            <a:ext cx="311569" cy="311569"/>
          </a:xfrm>
          <a:prstGeom prst="rect">
            <a:avLst/>
          </a:prstGeom>
        </p:spPr>
      </p:pic>
      <p:pic>
        <p:nvPicPr>
          <p:cNvPr id="104" name="CustomIcon">
            <a:extLst>
              <a:ext uri="{FF2B5EF4-FFF2-40B4-BE49-F238E27FC236}">
                <a16:creationId xmlns:a16="http://schemas.microsoft.com/office/drawing/2014/main" id="{D34D43E6-973E-1006-0436-095978740AFF}"/>
              </a:ext>
            </a:extLst>
          </p:cNvPr>
          <p:cNvPicPr>
            <a:picLocks noChangeAspect="1"/>
          </p:cNvPicPr>
          <p:nvPr>
            <p:custDataLst>
              <p:tags r:id="rId14"/>
            </p:custDataLst>
          </p:nvPr>
        </p:nvPicPr>
        <p:blipFill>
          <a:blip>
            <a:extLst>
              <a:ext uri="{96DAC541-7B7A-43D3-8B79-37D633B846F1}">
                <asvg:svgBlip xmlns:asvg="http://schemas.microsoft.com/office/drawing/2016/SVG/main" r:embed="rId38"/>
              </a:ext>
            </a:extLst>
          </a:blip>
          <a:stretch>
            <a:fillRect/>
          </a:stretch>
        </p:blipFill>
        <p:spPr>
          <a:xfrm>
            <a:off x="3348092" y="2426371"/>
            <a:ext cx="311569" cy="311569"/>
          </a:xfrm>
          <a:prstGeom prst="rect">
            <a:avLst/>
          </a:prstGeom>
        </p:spPr>
      </p:pic>
      <p:pic>
        <p:nvPicPr>
          <p:cNvPr id="106" name="CustomIcon">
            <a:extLst>
              <a:ext uri="{FF2B5EF4-FFF2-40B4-BE49-F238E27FC236}">
                <a16:creationId xmlns:a16="http://schemas.microsoft.com/office/drawing/2014/main" id="{19856357-8227-C95E-BCE9-052155A20523}"/>
              </a:ext>
            </a:extLst>
          </p:cNvPr>
          <p:cNvPicPr>
            <a:picLocks noChangeAspect="1"/>
          </p:cNvPicPr>
          <p:nvPr>
            <p:custDataLst>
              <p:tags r:id="rId15"/>
            </p:custDataLst>
          </p:nvPr>
        </p:nvPicPr>
        <p:blipFill>
          <a:blip>
            <a:extLst>
              <a:ext uri="{96DAC541-7B7A-43D3-8B79-37D633B846F1}">
                <asvg:svgBlip xmlns:asvg="http://schemas.microsoft.com/office/drawing/2016/SVG/main" r:embed="rId39"/>
              </a:ext>
            </a:extLst>
          </a:blip>
          <a:stretch>
            <a:fillRect/>
          </a:stretch>
        </p:blipFill>
        <p:spPr>
          <a:xfrm>
            <a:off x="4716184" y="2426371"/>
            <a:ext cx="311569" cy="311569"/>
          </a:xfrm>
          <a:prstGeom prst="rect">
            <a:avLst/>
          </a:prstGeom>
        </p:spPr>
      </p:pic>
      <p:pic>
        <p:nvPicPr>
          <p:cNvPr id="108" name="CustomIcon">
            <a:extLst>
              <a:ext uri="{FF2B5EF4-FFF2-40B4-BE49-F238E27FC236}">
                <a16:creationId xmlns:a16="http://schemas.microsoft.com/office/drawing/2014/main" id="{4399C1F1-1235-06EC-ED07-CBE20E65619E}"/>
              </a:ext>
            </a:extLst>
          </p:cNvPr>
          <p:cNvPicPr>
            <a:picLocks noChangeAspect="1"/>
          </p:cNvPicPr>
          <p:nvPr>
            <p:custDataLst>
              <p:tags r:id="rId16"/>
            </p:custDataLst>
          </p:nvPr>
        </p:nvPicPr>
        <p:blipFill>
          <a:blip>
            <a:extLst>
              <a:ext uri="{96DAC541-7B7A-43D3-8B79-37D633B846F1}">
                <asvg:svgBlip xmlns:asvg="http://schemas.microsoft.com/office/drawing/2016/SVG/main" r:embed="rId40"/>
              </a:ext>
            </a:extLst>
          </a:blip>
          <a:stretch>
            <a:fillRect/>
          </a:stretch>
        </p:blipFill>
        <p:spPr>
          <a:xfrm>
            <a:off x="6156069" y="2426371"/>
            <a:ext cx="311569" cy="311569"/>
          </a:xfrm>
          <a:prstGeom prst="rect">
            <a:avLst/>
          </a:prstGeom>
        </p:spPr>
      </p:pic>
      <p:pic>
        <p:nvPicPr>
          <p:cNvPr id="110" name="CustomIcon">
            <a:extLst>
              <a:ext uri="{FF2B5EF4-FFF2-40B4-BE49-F238E27FC236}">
                <a16:creationId xmlns:a16="http://schemas.microsoft.com/office/drawing/2014/main" id="{6409222B-B20D-C857-BBA0-5451BF4047B5}"/>
              </a:ext>
            </a:extLst>
          </p:cNvPr>
          <p:cNvPicPr>
            <a:picLocks noChangeAspect="1"/>
          </p:cNvPicPr>
          <p:nvPr>
            <p:custDataLst>
              <p:tags r:id="rId17"/>
            </p:custDataLst>
          </p:nvPr>
        </p:nvPicPr>
        <p:blipFill>
          <a:blip>
            <a:extLst>
              <a:ext uri="{96DAC541-7B7A-43D3-8B79-37D633B846F1}">
                <asvg:svgBlip xmlns:asvg="http://schemas.microsoft.com/office/drawing/2016/SVG/main" r:embed="rId41"/>
              </a:ext>
            </a:extLst>
          </a:blip>
          <a:stretch>
            <a:fillRect/>
          </a:stretch>
        </p:blipFill>
        <p:spPr>
          <a:xfrm>
            <a:off x="7997164" y="2426371"/>
            <a:ext cx="311569" cy="311569"/>
          </a:xfrm>
          <a:prstGeom prst="rect">
            <a:avLst/>
          </a:prstGeom>
        </p:spPr>
      </p:pic>
      <p:pic>
        <p:nvPicPr>
          <p:cNvPr id="112" name="CustomIcon">
            <a:extLst>
              <a:ext uri="{FF2B5EF4-FFF2-40B4-BE49-F238E27FC236}">
                <a16:creationId xmlns:a16="http://schemas.microsoft.com/office/drawing/2014/main" id="{091B9E0C-7B9B-A14F-9549-FE02CF40AD50}"/>
              </a:ext>
            </a:extLst>
          </p:cNvPr>
          <p:cNvPicPr>
            <a:picLocks noChangeAspect="1"/>
          </p:cNvPicPr>
          <p:nvPr>
            <p:custDataLst>
              <p:tags r:id="rId18"/>
            </p:custDataLst>
          </p:nvPr>
        </p:nvPicPr>
        <p:blipFill>
          <a:blip>
            <a:extLst>
              <a:ext uri="{96DAC541-7B7A-43D3-8B79-37D633B846F1}">
                <asvg:svgBlip xmlns:asvg="http://schemas.microsoft.com/office/drawing/2016/SVG/main" r:embed="rId42"/>
              </a:ext>
            </a:extLst>
          </a:blip>
          <a:stretch>
            <a:fillRect/>
          </a:stretch>
        </p:blipFill>
        <p:spPr>
          <a:xfrm>
            <a:off x="9567820" y="2426371"/>
            <a:ext cx="311569" cy="311569"/>
          </a:xfrm>
          <a:prstGeom prst="rect">
            <a:avLst/>
          </a:prstGeom>
        </p:spPr>
      </p:pic>
      <p:pic>
        <p:nvPicPr>
          <p:cNvPr id="114" name="CustomIcon">
            <a:extLst>
              <a:ext uri="{FF2B5EF4-FFF2-40B4-BE49-F238E27FC236}">
                <a16:creationId xmlns:a16="http://schemas.microsoft.com/office/drawing/2014/main" id="{BEFE599A-9072-19BB-5ADF-7A1135C673E4}"/>
              </a:ext>
            </a:extLst>
          </p:cNvPr>
          <p:cNvPicPr>
            <a:picLocks noChangeAspect="1"/>
          </p:cNvPicPr>
          <p:nvPr>
            <p:custDataLst>
              <p:tags r:id="rId19"/>
            </p:custDataLst>
          </p:nvPr>
        </p:nvPicPr>
        <p:blipFill>
          <a:blip>
            <a:extLst>
              <a:ext uri="{96DAC541-7B7A-43D3-8B79-37D633B846F1}">
                <asvg:svgBlip xmlns:asvg="http://schemas.microsoft.com/office/drawing/2016/SVG/main" r:embed="rId43"/>
              </a:ext>
            </a:extLst>
          </a:blip>
          <a:stretch>
            <a:fillRect/>
          </a:stretch>
        </p:blipFill>
        <p:spPr>
          <a:xfrm>
            <a:off x="11192170" y="2426371"/>
            <a:ext cx="311569" cy="311569"/>
          </a:xfrm>
          <a:prstGeom prst="rect">
            <a:avLst/>
          </a:prstGeom>
        </p:spPr>
      </p:pic>
      <p:cxnSp>
        <p:nvCxnSpPr>
          <p:cNvPr id="116" name="Straight Connector 115">
            <a:extLst>
              <a:ext uri="{FF2B5EF4-FFF2-40B4-BE49-F238E27FC236}">
                <a16:creationId xmlns:a16="http://schemas.microsoft.com/office/drawing/2014/main" id="{BBF7F059-1022-1784-E689-DCB2DB472DC6}"/>
              </a:ext>
            </a:extLst>
          </p:cNvPr>
          <p:cNvCxnSpPr/>
          <p:nvPr/>
        </p:nvCxnSpPr>
        <p:spPr>
          <a:xfrm>
            <a:off x="2167892"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B849712-C8EE-6817-B40A-52D37D4FCD35}"/>
              </a:ext>
            </a:extLst>
          </p:cNvPr>
          <p:cNvCxnSpPr/>
          <p:nvPr/>
        </p:nvCxnSpPr>
        <p:spPr>
          <a:xfrm>
            <a:off x="3705305"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9AF0BCF-7EB0-9937-BE40-714829978905}"/>
              </a:ext>
            </a:extLst>
          </p:cNvPr>
          <p:cNvCxnSpPr/>
          <p:nvPr/>
        </p:nvCxnSpPr>
        <p:spPr>
          <a:xfrm>
            <a:off x="5064372"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FA90206-BAC4-8ECC-4B30-F53A21F02250}"/>
              </a:ext>
            </a:extLst>
          </p:cNvPr>
          <p:cNvCxnSpPr/>
          <p:nvPr/>
        </p:nvCxnSpPr>
        <p:spPr>
          <a:xfrm>
            <a:off x="6524769"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1B73DC3-45A6-821E-B203-D094523A2697}"/>
              </a:ext>
            </a:extLst>
          </p:cNvPr>
          <p:cNvCxnSpPr/>
          <p:nvPr/>
        </p:nvCxnSpPr>
        <p:spPr>
          <a:xfrm>
            <a:off x="8330805" y="3088005"/>
            <a:ext cx="0" cy="3143113"/>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27F9485-776D-FAD5-D58A-88F1B5F10A15}"/>
              </a:ext>
            </a:extLst>
          </p:cNvPr>
          <p:cNvCxnSpPr>
            <a:cxnSpLocks/>
          </p:cNvCxnSpPr>
          <p:nvPr/>
        </p:nvCxnSpPr>
        <p:spPr>
          <a:xfrm>
            <a:off x="9931427" y="3088005"/>
            <a:ext cx="0" cy="2577629"/>
          </a:xfrm>
          <a:prstGeom prst="line">
            <a:avLst/>
          </a:prstGeom>
          <a:ln w="6350" cap="flat">
            <a:solidFill>
              <a:srgbClr val="CCCCCC"/>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CF1C1BC-84AD-A35C-308A-D63BCF8664D0}"/>
              </a:ext>
            </a:extLst>
          </p:cNvPr>
          <p:cNvCxnSpPr>
            <a:cxnSpLocks/>
          </p:cNvCxnSpPr>
          <p:nvPr/>
        </p:nvCxnSpPr>
        <p:spPr>
          <a:xfrm>
            <a:off x="506355" y="2966085"/>
            <a:ext cx="7821582"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C8771D81-6EE9-D3DC-4D6D-5CE4FB43241A}"/>
              </a:ext>
            </a:extLst>
          </p:cNvPr>
          <p:cNvSpPr txBox="1"/>
          <p:nvPr/>
        </p:nvSpPr>
        <p:spPr>
          <a:xfrm>
            <a:off x="3980804" y="2903339"/>
            <a:ext cx="872684" cy="11541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750"/>
              <a:t>6-9 months</a:t>
            </a:r>
            <a:endParaRPr lang="sv-SE" sz="750" dirty="0"/>
          </a:p>
        </p:txBody>
      </p:sp>
      <p:cxnSp>
        <p:nvCxnSpPr>
          <p:cNvPr id="128" name="Straight Connector 127">
            <a:extLst>
              <a:ext uri="{FF2B5EF4-FFF2-40B4-BE49-F238E27FC236}">
                <a16:creationId xmlns:a16="http://schemas.microsoft.com/office/drawing/2014/main" id="{23015690-547B-0665-1C74-A0F626167154}"/>
              </a:ext>
            </a:extLst>
          </p:cNvPr>
          <p:cNvCxnSpPr>
            <a:cxnSpLocks/>
          </p:cNvCxnSpPr>
          <p:nvPr/>
        </p:nvCxnSpPr>
        <p:spPr>
          <a:xfrm>
            <a:off x="8340328" y="2966085"/>
            <a:ext cx="1582277"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60C2AD8-43A8-A900-157A-D9D190F3659A}"/>
              </a:ext>
            </a:extLst>
          </p:cNvPr>
          <p:cNvCxnSpPr>
            <a:cxnSpLocks/>
          </p:cNvCxnSpPr>
          <p:nvPr/>
        </p:nvCxnSpPr>
        <p:spPr>
          <a:xfrm>
            <a:off x="9934997" y="2966085"/>
            <a:ext cx="1582277" cy="0"/>
          </a:xfrm>
          <a:prstGeom prst="line">
            <a:avLst/>
          </a:prstGeom>
          <a:ln w="6350" cap="flat">
            <a:solidFill>
              <a:srgbClr val="757575"/>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ED2F94EB-0AC1-67FB-A573-5F6E88739D93}"/>
              </a:ext>
            </a:extLst>
          </p:cNvPr>
          <p:cNvSpPr txBox="1"/>
          <p:nvPr/>
        </p:nvSpPr>
        <p:spPr>
          <a:xfrm>
            <a:off x="8695124" y="2903339"/>
            <a:ext cx="872684" cy="11541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sv-SE" sz="750"/>
              <a:t>9-12 months</a:t>
            </a:r>
          </a:p>
        </p:txBody>
      </p:sp>
      <p:sp>
        <p:nvSpPr>
          <p:cNvPr id="133" name="TextBox 132">
            <a:extLst>
              <a:ext uri="{FF2B5EF4-FFF2-40B4-BE49-F238E27FC236}">
                <a16:creationId xmlns:a16="http://schemas.microsoft.com/office/drawing/2014/main" id="{F16DCC26-046D-E6E7-A7DB-A8E0EB5D7268}"/>
              </a:ext>
            </a:extLst>
          </p:cNvPr>
          <p:cNvSpPr txBox="1"/>
          <p:nvPr/>
        </p:nvSpPr>
        <p:spPr>
          <a:xfrm>
            <a:off x="10172289" y="2849478"/>
            <a:ext cx="1107692" cy="230832"/>
          </a:xfrm>
          <a:prstGeom prst="rect">
            <a:avLst/>
          </a:prstGeom>
          <a:solidFill>
            <a:schemeClr val="bg1"/>
          </a:solidFill>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750" dirty="0"/>
              <a:t>Ongoing agile sprints over 9-18 months</a:t>
            </a:r>
            <a:r>
              <a:rPr lang="en-US" sz="750" baseline="30000" dirty="0"/>
              <a:t>1</a:t>
            </a:r>
          </a:p>
        </p:txBody>
      </p:sp>
      <p:sp>
        <p:nvSpPr>
          <p:cNvPr id="134" name="TextBox 133">
            <a:extLst>
              <a:ext uri="{FF2B5EF4-FFF2-40B4-BE49-F238E27FC236}">
                <a16:creationId xmlns:a16="http://schemas.microsoft.com/office/drawing/2014/main" id="{48E16C58-B351-99B6-655E-CCCF7B18C686}"/>
              </a:ext>
            </a:extLst>
          </p:cNvPr>
          <p:cNvSpPr txBox="1"/>
          <p:nvPr/>
        </p:nvSpPr>
        <p:spPr>
          <a:xfrm>
            <a:off x="569855" y="3088005"/>
            <a:ext cx="1570095" cy="1308050"/>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dirty="0"/>
              <a:t>Develop understanding of current </a:t>
            </a:r>
            <a:r>
              <a:rPr lang="en-US" sz="750" b="1" dirty="0"/>
              <a:t>challenges with core bank platform </a:t>
            </a:r>
            <a:r>
              <a:rPr lang="en-US" sz="750" dirty="0"/>
              <a:t>and </a:t>
            </a:r>
            <a:r>
              <a:rPr lang="en-US" sz="750" b="1" dirty="0"/>
              <a:t>target-state North Star vision</a:t>
            </a:r>
          </a:p>
          <a:p>
            <a:r>
              <a:rPr lang="en-US" sz="750" dirty="0"/>
              <a:t>Develop detailed understanding of </a:t>
            </a:r>
            <a:r>
              <a:rPr lang="en-US" sz="750" b="1" dirty="0"/>
              <a:t>current modules in core platform and in-flight projects</a:t>
            </a:r>
            <a:r>
              <a:rPr lang="en-US" sz="750" dirty="0"/>
              <a:t>, establish cost baseline, team set up and delivery lifecycle</a:t>
            </a:r>
          </a:p>
          <a:p>
            <a:r>
              <a:rPr lang="en-US" sz="750" dirty="0"/>
              <a:t>Define </a:t>
            </a:r>
            <a:r>
              <a:rPr lang="en-US" sz="750" b="1" dirty="0"/>
              <a:t>first draft of business case</a:t>
            </a:r>
          </a:p>
        </p:txBody>
      </p:sp>
      <p:sp>
        <p:nvSpPr>
          <p:cNvPr id="138" name="TextBox 137">
            <a:extLst>
              <a:ext uri="{FF2B5EF4-FFF2-40B4-BE49-F238E27FC236}">
                <a16:creationId xmlns:a16="http://schemas.microsoft.com/office/drawing/2014/main" id="{B28D352D-1D64-1D26-6A60-955ACBB79572}"/>
              </a:ext>
            </a:extLst>
          </p:cNvPr>
          <p:cNvSpPr txBox="1">
            <a:spLocks/>
          </p:cNvSpPr>
          <p:nvPr/>
        </p:nvSpPr>
        <p:spPr>
          <a:xfrm>
            <a:off x="2219708" y="3088005"/>
            <a:ext cx="1433781" cy="1731243"/>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dirty="0"/>
              <a:t>Define </a:t>
            </a:r>
            <a:r>
              <a:rPr lang="en-US" sz="750" b="1" dirty="0"/>
              <a:t>target state customer journey</a:t>
            </a:r>
            <a:r>
              <a:rPr lang="en-US" sz="750" dirty="0"/>
              <a:t>s to better understand the functional requirements of the target-state core platform</a:t>
            </a:r>
          </a:p>
          <a:p>
            <a:r>
              <a:rPr lang="en-US" sz="750" dirty="0"/>
              <a:t>Define </a:t>
            </a:r>
            <a:r>
              <a:rPr lang="en-US" sz="750" b="1" dirty="0"/>
              <a:t>end-state target architecture design </a:t>
            </a:r>
            <a:r>
              <a:rPr lang="en-US" sz="750" dirty="0"/>
              <a:t>that uses next gen hedge to mitigate migration risk</a:t>
            </a:r>
          </a:p>
          <a:p>
            <a:r>
              <a:rPr lang="en-US" sz="750" dirty="0"/>
              <a:t>Detail all </a:t>
            </a:r>
            <a:r>
              <a:rPr lang="en-US" sz="750" b="1" dirty="0"/>
              <a:t>necessary business and operational steps</a:t>
            </a:r>
            <a:r>
              <a:rPr lang="en-US" sz="750" dirty="0"/>
              <a:t> that the new solution will need to cater for</a:t>
            </a:r>
          </a:p>
          <a:p>
            <a:r>
              <a:rPr lang="en-US" sz="750" dirty="0"/>
              <a:t>Select components to be delivered in the </a:t>
            </a:r>
            <a:r>
              <a:rPr lang="en-US" sz="750" b="1" dirty="0"/>
              <a:t>MVP</a:t>
            </a:r>
          </a:p>
        </p:txBody>
      </p:sp>
      <p:sp>
        <p:nvSpPr>
          <p:cNvPr id="141" name="TextBox 140">
            <a:extLst>
              <a:ext uri="{FF2B5EF4-FFF2-40B4-BE49-F238E27FC236}">
                <a16:creationId xmlns:a16="http://schemas.microsoft.com/office/drawing/2014/main" id="{72867792-D816-462D-C664-5F5907B37736}"/>
              </a:ext>
            </a:extLst>
          </p:cNvPr>
          <p:cNvSpPr txBox="1"/>
          <p:nvPr/>
        </p:nvSpPr>
        <p:spPr>
          <a:xfrm>
            <a:off x="3752153" y="3088005"/>
            <a:ext cx="1265370" cy="2346796"/>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dirty="0"/>
              <a:t>Identify and execute </a:t>
            </a:r>
            <a:r>
              <a:rPr lang="en-US" sz="750" b="1" dirty="0"/>
              <a:t>no-regret moves</a:t>
            </a:r>
            <a:r>
              <a:rPr lang="en-US" sz="750" dirty="0"/>
              <a:t>. Among others:</a:t>
            </a:r>
          </a:p>
          <a:p>
            <a:pPr lvl="1"/>
            <a:r>
              <a:rPr lang="en-US" sz="750" dirty="0"/>
              <a:t>Start </a:t>
            </a:r>
            <a:r>
              <a:rPr lang="en-US" sz="750" b="1" dirty="0"/>
              <a:t>connecting with vendors</a:t>
            </a:r>
            <a:r>
              <a:rPr lang="en-US" sz="750" dirty="0"/>
              <a:t> to assess the solutions’ </a:t>
            </a:r>
            <a:r>
              <a:rPr lang="en-US" sz="750" dirty="0" err="1"/>
              <a:t>landscap</a:t>
            </a:r>
            <a:r>
              <a:rPr lang="en-US" sz="750" dirty="0"/>
              <a:t> and identify short-list of solutions fit for purpose</a:t>
            </a:r>
          </a:p>
          <a:p>
            <a:pPr lvl="1"/>
            <a:r>
              <a:rPr lang="en-US" sz="750" dirty="0"/>
              <a:t>Create the </a:t>
            </a:r>
            <a:r>
              <a:rPr lang="en-US" sz="750" b="1" dirty="0"/>
              <a:t>list of capabilities to be carved out and re-engineered </a:t>
            </a:r>
            <a:r>
              <a:rPr lang="en-US" sz="750" dirty="0"/>
              <a:t>outside the core</a:t>
            </a:r>
          </a:p>
          <a:p>
            <a:r>
              <a:rPr lang="en-US" sz="750" dirty="0"/>
              <a:t>Define the </a:t>
            </a:r>
            <a:r>
              <a:rPr lang="en-US" sz="750" b="1" dirty="0"/>
              <a:t>sequencing of the capabilities to carve out </a:t>
            </a:r>
            <a:r>
              <a:rPr lang="en-US" sz="750" dirty="0"/>
              <a:t>based on a framework that considers expected impact, implementation effort and dependencies</a:t>
            </a:r>
          </a:p>
        </p:txBody>
      </p:sp>
      <p:sp>
        <p:nvSpPr>
          <p:cNvPr id="144" name="TextBox 143">
            <a:extLst>
              <a:ext uri="{FF2B5EF4-FFF2-40B4-BE49-F238E27FC236}">
                <a16:creationId xmlns:a16="http://schemas.microsoft.com/office/drawing/2014/main" id="{D2A143B0-D04F-75DA-DCAC-3A052742A746}"/>
              </a:ext>
            </a:extLst>
          </p:cNvPr>
          <p:cNvSpPr txBox="1"/>
          <p:nvPr/>
        </p:nvSpPr>
        <p:spPr>
          <a:xfrm>
            <a:off x="5122963" y="3088005"/>
            <a:ext cx="1343215" cy="230832"/>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b="1" dirty="0"/>
              <a:t>Make the “buy vs. build” decision</a:t>
            </a:r>
          </a:p>
        </p:txBody>
      </p:sp>
      <p:sp>
        <p:nvSpPr>
          <p:cNvPr id="147" name="TextBox 146">
            <a:extLst>
              <a:ext uri="{FF2B5EF4-FFF2-40B4-BE49-F238E27FC236}">
                <a16:creationId xmlns:a16="http://schemas.microsoft.com/office/drawing/2014/main" id="{192BA89A-A1D0-72EA-11E2-E90DDCD25628}"/>
              </a:ext>
            </a:extLst>
          </p:cNvPr>
          <p:cNvSpPr txBox="1"/>
          <p:nvPr/>
        </p:nvSpPr>
        <p:spPr>
          <a:xfrm>
            <a:off x="6579013" y="3088005"/>
            <a:ext cx="1697547" cy="3000821"/>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dirty="0"/>
              <a:t>Define a </a:t>
            </a:r>
            <a:r>
              <a:rPr lang="en-US" sz="750" b="1" dirty="0"/>
              <a:t>multi-year implementation plan </a:t>
            </a:r>
            <a:r>
              <a:rPr lang="en-US" sz="750" dirty="0"/>
              <a:t>that reflects:</a:t>
            </a:r>
          </a:p>
          <a:p>
            <a:pPr lvl="1"/>
            <a:r>
              <a:rPr lang="en-US" sz="750" dirty="0"/>
              <a:t>The “buy vs. build” decision for new thin core platform</a:t>
            </a:r>
          </a:p>
          <a:p>
            <a:pPr lvl="1"/>
            <a:r>
              <a:rPr lang="en-US" sz="750" dirty="0"/>
              <a:t>The effort to stand-up a next-gen hedge to minimize migration risk</a:t>
            </a:r>
          </a:p>
          <a:p>
            <a:pPr lvl="1"/>
            <a:r>
              <a:rPr lang="en-US" sz="750" dirty="0"/>
              <a:t>The early involvement of Finance Risk, Legal and other corporate functions as the new core is stood up and the migration starts early on</a:t>
            </a:r>
          </a:p>
          <a:p>
            <a:pPr lvl="1"/>
            <a:r>
              <a:rPr lang="en-US" sz="750" dirty="0"/>
              <a:t>The process for the core platform vendor solution selection (if buy decision)</a:t>
            </a:r>
          </a:p>
          <a:p>
            <a:pPr lvl="1"/>
            <a:r>
              <a:rPr lang="en-US" sz="750" spc="-10" dirty="0"/>
              <a:t>The sequencing of capabilities to be carved out (as per step “C”)</a:t>
            </a:r>
          </a:p>
          <a:p>
            <a:r>
              <a:rPr lang="en-US" sz="750" dirty="0"/>
              <a:t>Refine the initial </a:t>
            </a:r>
            <a:r>
              <a:rPr lang="en-US" sz="750" b="1" dirty="0"/>
              <a:t>view of the overall benefits, investment costs, resourcing requirements and risks</a:t>
            </a:r>
          </a:p>
          <a:p>
            <a:r>
              <a:rPr lang="en-US" sz="750" dirty="0"/>
              <a:t>Stand up </a:t>
            </a:r>
            <a:r>
              <a:rPr lang="en-US" sz="750" b="1" dirty="0"/>
              <a:t>governance structures and monitoring capabilities </a:t>
            </a:r>
            <a:r>
              <a:rPr lang="en-US" sz="750" dirty="0"/>
              <a:t>to maintain focus on implementation time, budget and quality</a:t>
            </a:r>
          </a:p>
        </p:txBody>
      </p:sp>
      <p:sp>
        <p:nvSpPr>
          <p:cNvPr id="150" name="TextBox 149">
            <a:extLst>
              <a:ext uri="{FF2B5EF4-FFF2-40B4-BE49-F238E27FC236}">
                <a16:creationId xmlns:a16="http://schemas.microsoft.com/office/drawing/2014/main" id="{C1A84962-BAB2-55FB-6C58-790413AAE690}"/>
              </a:ext>
            </a:extLst>
          </p:cNvPr>
          <p:cNvSpPr txBox="1"/>
          <p:nvPr/>
        </p:nvSpPr>
        <p:spPr>
          <a:xfrm>
            <a:off x="8380722" y="3088005"/>
            <a:ext cx="1530219" cy="257762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0"/>
              </a:spcAft>
            </a:pPr>
            <a:r>
              <a:rPr lang="en-US" sz="750" dirty="0"/>
              <a:t>Build the </a:t>
            </a:r>
            <a:r>
              <a:rPr lang="en-US" sz="750" b="1" dirty="0"/>
              <a:t>next-gen hedge </a:t>
            </a:r>
            <a:r>
              <a:rPr lang="en-US" sz="750" dirty="0"/>
              <a:t>to mitigate migration risks</a:t>
            </a:r>
          </a:p>
          <a:p>
            <a:pPr>
              <a:spcAft>
                <a:spcPts val="0"/>
              </a:spcAft>
            </a:pPr>
            <a:r>
              <a:rPr lang="en-US" sz="750" dirty="0"/>
              <a:t>Start standing up the new core, </a:t>
            </a:r>
            <a:r>
              <a:rPr lang="en-US" sz="750" b="1" dirty="0"/>
              <a:t>completing the MVP </a:t>
            </a:r>
            <a:r>
              <a:rPr lang="en-US" sz="750" dirty="0"/>
              <a:t>that includes building/ buying select priority capabilities on the new core tested by onboarding selected “low value” clients</a:t>
            </a:r>
          </a:p>
          <a:p>
            <a:pPr>
              <a:spcAft>
                <a:spcPts val="0"/>
              </a:spcAft>
            </a:pPr>
            <a:r>
              <a:rPr lang="en-US" sz="750" dirty="0"/>
              <a:t>Involve corporate functions (e.g., Risk, Finance, Legal) for requirements gathering as needed</a:t>
            </a:r>
          </a:p>
          <a:p>
            <a:pPr>
              <a:spcAft>
                <a:spcPts val="0"/>
              </a:spcAft>
            </a:pPr>
            <a:r>
              <a:rPr lang="en-US" sz="750" dirty="0"/>
              <a:t>Start </a:t>
            </a:r>
            <a:r>
              <a:rPr lang="en-US" sz="750" b="1" dirty="0"/>
              <a:t>re-engineering the highest priority capabilities out of the old legacy core </a:t>
            </a:r>
            <a:r>
              <a:rPr lang="en-US" sz="750" dirty="0"/>
              <a:t>in such a </a:t>
            </a:r>
            <a:r>
              <a:rPr lang="en-US" sz="750" dirty="0" err="1"/>
              <a:t>waythat</a:t>
            </a:r>
            <a:r>
              <a:rPr lang="en-US" sz="750" dirty="0"/>
              <a:t> can be leveraged in the new core as customers are migrated</a:t>
            </a:r>
          </a:p>
          <a:p>
            <a:pPr>
              <a:spcAft>
                <a:spcPts val="0"/>
              </a:spcAft>
            </a:pPr>
            <a:r>
              <a:rPr lang="en-US" sz="750" dirty="0"/>
              <a:t>Analyze </a:t>
            </a:r>
            <a:r>
              <a:rPr lang="en-US" sz="750" b="1" dirty="0"/>
              <a:t>lessons learnt from going through MVP development </a:t>
            </a:r>
            <a:r>
              <a:rPr lang="en-US" sz="750" dirty="0"/>
              <a:t>to tweak the roadmap and approach for the remaining execution phases</a:t>
            </a:r>
          </a:p>
        </p:txBody>
      </p:sp>
      <p:sp>
        <p:nvSpPr>
          <p:cNvPr id="153" name="TextBox 152">
            <a:extLst>
              <a:ext uri="{FF2B5EF4-FFF2-40B4-BE49-F238E27FC236}">
                <a16:creationId xmlns:a16="http://schemas.microsoft.com/office/drawing/2014/main" id="{D0952DF3-36C3-BFDD-1A36-C66F18C85384}"/>
              </a:ext>
            </a:extLst>
          </p:cNvPr>
          <p:cNvSpPr txBox="1"/>
          <p:nvPr/>
        </p:nvSpPr>
        <p:spPr>
          <a:xfrm>
            <a:off x="9972292" y="3088005"/>
            <a:ext cx="1544982" cy="196207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b="1" dirty="0"/>
              <a:t>Complete the standing up of the new core platform </a:t>
            </a:r>
            <a:r>
              <a:rPr lang="en-US" sz="750" dirty="0"/>
              <a:t>including building/buying new capabilities in the surrounds</a:t>
            </a:r>
          </a:p>
          <a:p>
            <a:r>
              <a:rPr lang="en-US" sz="750" dirty="0"/>
              <a:t>Continue </a:t>
            </a:r>
            <a:r>
              <a:rPr lang="en-US" sz="750" b="1" dirty="0"/>
              <a:t>onboarding in waves selective customers </a:t>
            </a:r>
            <a:r>
              <a:rPr lang="en-US" sz="750" dirty="0"/>
              <a:t>starting from “low value” customers to test the platform as needed</a:t>
            </a:r>
          </a:p>
          <a:p>
            <a:r>
              <a:rPr lang="en-US" sz="750" dirty="0"/>
              <a:t>Keep </a:t>
            </a:r>
            <a:r>
              <a:rPr lang="en-US" sz="750" b="1" dirty="0"/>
              <a:t>updating roadmap and workplan based on lessons learnt </a:t>
            </a:r>
            <a:r>
              <a:rPr lang="en-US" sz="750" dirty="0"/>
              <a:t>from MVP</a:t>
            </a:r>
          </a:p>
          <a:p>
            <a:r>
              <a:rPr lang="en-US" sz="750" dirty="0"/>
              <a:t>As the migration is completed over time, </a:t>
            </a:r>
            <a:r>
              <a:rPr lang="en-US" sz="750" b="1" dirty="0"/>
              <a:t>plan to decommission the old legacy core </a:t>
            </a:r>
            <a:r>
              <a:rPr lang="en-US" sz="750" dirty="0"/>
              <a:t>(timing to be defined)</a:t>
            </a:r>
          </a:p>
        </p:txBody>
      </p:sp>
      <p:sp>
        <p:nvSpPr>
          <p:cNvPr id="155" name="TextBox 154">
            <a:extLst>
              <a:ext uri="{FF2B5EF4-FFF2-40B4-BE49-F238E27FC236}">
                <a16:creationId xmlns:a16="http://schemas.microsoft.com/office/drawing/2014/main" id="{4B9BD02E-B052-6FC0-2963-04AA0F8220D2}"/>
              </a:ext>
            </a:extLst>
          </p:cNvPr>
          <p:cNvSpPr txBox="1"/>
          <p:nvPr/>
        </p:nvSpPr>
        <p:spPr>
          <a:xfrm>
            <a:off x="5122963" y="3556542"/>
            <a:ext cx="1343215" cy="230832"/>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750" b="1" i="1" dirty="0"/>
              <a:t>Assuming the “buy” option is pursued</a:t>
            </a:r>
          </a:p>
        </p:txBody>
      </p:sp>
      <p:sp>
        <p:nvSpPr>
          <p:cNvPr id="156" name="TextBox 155">
            <a:extLst>
              <a:ext uri="{FF2B5EF4-FFF2-40B4-BE49-F238E27FC236}">
                <a16:creationId xmlns:a16="http://schemas.microsoft.com/office/drawing/2014/main" id="{64CC6F99-F3AB-7D3D-64F7-0588642D41D5}"/>
              </a:ext>
            </a:extLst>
          </p:cNvPr>
          <p:cNvSpPr txBox="1">
            <a:spLocks/>
          </p:cNvSpPr>
          <p:nvPr/>
        </p:nvSpPr>
        <p:spPr>
          <a:xfrm>
            <a:off x="5122963" y="4025079"/>
            <a:ext cx="1343215" cy="692497"/>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750" b="1" dirty="0"/>
              <a:t>Finalize the vendor core platform selection through a proof-of-concept </a:t>
            </a:r>
            <a:r>
              <a:rPr lang="en-US" sz="750" dirty="0"/>
              <a:t>to evaluate the selected platforms on their </a:t>
            </a:r>
            <a:r>
              <a:rPr lang="en-US" sz="750" dirty="0" err="1"/>
              <a:t>abilityto</a:t>
            </a:r>
            <a:r>
              <a:rPr lang="en-US" sz="750" dirty="0"/>
              <a:t> meet the required needs (~3 months)</a:t>
            </a:r>
          </a:p>
        </p:txBody>
      </p:sp>
      <p:sp>
        <p:nvSpPr>
          <p:cNvPr id="158" name="TextBox 157">
            <a:extLst>
              <a:ext uri="{FF2B5EF4-FFF2-40B4-BE49-F238E27FC236}">
                <a16:creationId xmlns:a16="http://schemas.microsoft.com/office/drawing/2014/main" id="{2A99E069-E48E-E8F8-3AB7-AEEAED657BA8}"/>
              </a:ext>
            </a:extLst>
          </p:cNvPr>
          <p:cNvSpPr txBox="1">
            <a:spLocks/>
          </p:cNvSpPr>
          <p:nvPr/>
        </p:nvSpPr>
        <p:spPr>
          <a:xfrm>
            <a:off x="8385051" y="5978091"/>
            <a:ext cx="3118688" cy="2308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750"/>
              <a:t>The “build” option would take substantially longer time (timing to be determined)</a:t>
            </a:r>
            <a:endParaRPr lang="en-US" sz="750" dirty="0"/>
          </a:p>
        </p:txBody>
      </p:sp>
      <p:cxnSp>
        <p:nvCxnSpPr>
          <p:cNvPr id="160" name="Straight Connector 159">
            <a:extLst>
              <a:ext uri="{FF2B5EF4-FFF2-40B4-BE49-F238E27FC236}">
                <a16:creationId xmlns:a16="http://schemas.microsoft.com/office/drawing/2014/main" id="{A96B2C4E-7966-EBE0-04D7-94C475ABB14E}"/>
              </a:ext>
            </a:extLst>
          </p:cNvPr>
          <p:cNvCxnSpPr>
            <a:cxnSpLocks/>
          </p:cNvCxnSpPr>
          <p:nvPr/>
        </p:nvCxnSpPr>
        <p:spPr>
          <a:xfrm>
            <a:off x="8385051" y="5926455"/>
            <a:ext cx="311868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1" name="Speech Bubble: Rectangle 160">
            <a:extLst>
              <a:ext uri="{FF2B5EF4-FFF2-40B4-BE49-F238E27FC236}">
                <a16:creationId xmlns:a16="http://schemas.microsoft.com/office/drawing/2014/main" id="{22BD2519-F731-F017-DE10-D743FAC315F8}"/>
              </a:ext>
            </a:extLst>
          </p:cNvPr>
          <p:cNvSpPr/>
          <p:nvPr/>
        </p:nvSpPr>
        <p:spPr>
          <a:xfrm>
            <a:off x="10120313" y="5181600"/>
            <a:ext cx="1233487" cy="612648"/>
          </a:xfrm>
          <a:prstGeom prst="wedgeRectCallout">
            <a:avLst>
              <a:gd name="adj1" fmla="val -81208"/>
              <a:gd name="adj2" fmla="val -2125"/>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750" dirty="0">
                <a:solidFill>
                  <a:schemeClr val="tx1"/>
                </a:solidFill>
              </a:rPr>
              <a:t>Agile teams should be used to execute in a sprint model to deliver value incrementally</a:t>
            </a:r>
          </a:p>
        </p:txBody>
      </p:sp>
      <p:sp>
        <p:nvSpPr>
          <p:cNvPr id="169" name="Rectangle 168">
            <a:extLst>
              <a:ext uri="{FF2B5EF4-FFF2-40B4-BE49-F238E27FC236}">
                <a16:creationId xmlns:a16="http://schemas.microsoft.com/office/drawing/2014/main" id="{0167EF7A-45ED-6334-16D2-A510EBBA296C}"/>
              </a:ext>
            </a:extLst>
          </p:cNvPr>
          <p:cNvSpPr>
            <a:spLocks/>
          </p:cNvSpPr>
          <p:nvPr/>
        </p:nvSpPr>
        <p:spPr>
          <a:xfrm>
            <a:off x="8351288" y="3062142"/>
            <a:ext cx="1559655" cy="273990"/>
          </a:xfrm>
          <a:prstGeom prst="rect">
            <a:avLst/>
          </a:prstGeom>
          <a:noFill/>
          <a:ln w="6350" cap="sq">
            <a:solidFill>
              <a:schemeClr val="accent3"/>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sv-SE" sz="1600" dirty="0" err="1">
              <a:solidFill>
                <a:schemeClr val="bg1"/>
              </a:solidFill>
            </a:endParaRPr>
          </a:p>
        </p:txBody>
      </p:sp>
    </p:spTree>
    <p:custDataLst>
      <p:tags r:id="rId1"/>
    </p:custDataLst>
    <p:extLst>
      <p:ext uri="{BB962C8B-B14F-4D97-AF65-F5344CB8AC3E}">
        <p14:creationId xmlns:p14="http://schemas.microsoft.com/office/powerpoint/2010/main" val="16933967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EMPLATELASTEDITED" val="2023-06-27 02:36 PM"/>
  <p:tag name="THINKCELLUNDODONOTDELETE" val="0"/>
  <p:tag name="LINKEDPICTURESLINKREMOVED" val="True"/>
  <p:tag name="THINKCELLPRESENTATIONDONOTDELETE" val="&lt;?xml version=&quot;1.0&quot; encoding=&quot;UTF-16&quot; standalone=&quot;yes&quot;?&gt;&lt;root reqver=&quot;28224&quot;&gt;&lt;version val=&quot;3589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0&quot;&gt;&lt;elem m_fUsage=&quot;2.53899999999999970157E+00&quot;&gt;&lt;m_msothmcolidx val=&quot;0&quot;/&gt;&lt;m_rgb r=&quot;8D&quot; g=&quot;0C&quot; b=&quot;00&quot;/&gt;&lt;/elem&gt;&lt;elem m_fUsage=&quot;1.12193100000000001160E+00&quot;&gt;&lt;m_msothmcolidx val=&quot;0&quot;/&gt;&lt;m_rgb r=&quot;01&quot; g=&quot;A9&quot; b=&quot;F4&quot;/&gt;&lt;/elem&gt;&lt;elem m_fUsage=&quot;9.00000000000000022204E-01&quot;&gt;&lt;m_msothmcolidx val=&quot;0&quot;/&gt;&lt;m_rgb r=&quot;CE&quot; g=&quot;10&quot; b=&quot;25&quot;/&gt;&lt;/elem&gt;&lt;elem m_fUsage=&quot;7.01231085090000094695E-01&quot;&gt;&lt;m_msothmcolidx val=&quot;0&quot;/&gt;&lt;m_rgb r=&quot;60&quot; g=&quot;CD&quot; b=&quot;FF&quot;/&gt;&lt;/elem&gt;&lt;elem m_fUsage=&quot;6.56100000000000127542E-01&quot;&gt;&lt;m_msothmcolidx val=&quot;0&quot;/&gt;&lt;m_rgb r=&quot;AB&quot; g=&quot;E6&quot; b=&quot;F0&quot;/&gt;&lt;/elem&gt;&lt;elem m_fUsage=&quot;4.78296900000000135833E-01&quot;&gt;&lt;m_msothmcolidx val=&quot;0&quot;/&gt;&lt;m_rgb r=&quot;00&quot; g=&quot;20&quot; b=&quot;45&quot;/&gt;&lt;/elem&gt;&lt;elem m_fUsage=&quot;4.30467210000000155556E-01&quot;&gt;&lt;m_msothmcolidx val=&quot;0&quot;/&gt;&lt;m_rgb r=&quot;00&quot; g=&quot;22&quot; b=&quot;44&quot;/&gt;&lt;/elem&gt;&lt;elem m_fUsage=&quot;3.48678440100000153201E-01&quot;&gt;&lt;m_msothmcolidx val=&quot;0&quot;/&gt;&lt;m_rgb r=&quot;00&quot; g=&quot;20&quot; b=&quot;43&quot;/&gt;&lt;/elem&gt;&lt;elem m_fUsage=&quot;2.82429536481000165171E-01&quot;&gt;&lt;m_msothmcolidx val=&quot;0&quot;/&gt;&lt;m_rgb r=&quot;02&quot; g=&quot;7F&quot; b=&quot;B7&quot;/&gt;&lt;/elem&gt;&lt;elem m_fUsage=&quot;2.54186582832900132001E-01&quot;&gt;&lt;m_msothmcolidx val=&quot;0&quot;/&gt;&lt;m_rgb r=&quot;27&quot; g=&quot;C9&quot; b=&quot;C5&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5.xml><?xml version="1.0" encoding="utf-8"?>
<p:tagLst xmlns:a="http://schemas.openxmlformats.org/drawingml/2006/main" xmlns:r="http://schemas.openxmlformats.org/officeDocument/2006/relationships" xmlns:p="http://schemas.openxmlformats.org/presentationml/2006/main">
  <p:tag name="SHAPENAME" val="LogoImage"/>
</p:tagLst>
</file>

<file path=ppt/tags/tag2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xml><?xml version="1.0" encoding="utf-8"?>
<p:tagLst xmlns:a="http://schemas.openxmlformats.org/drawingml/2006/main" xmlns:r="http://schemas.openxmlformats.org/officeDocument/2006/relationships" xmlns:p="http://schemas.openxmlformats.org/presentationml/2006/main">
  <p:tag name="SHAPENAME" val="5. Source"/>
</p:tagLst>
</file>

<file path=ppt/tags/tag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ags/tag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xml><?xml version="1.0" encoding="utf-8"?>
<p:tagLst xmlns:a="http://schemas.openxmlformats.org/drawingml/2006/main" xmlns:r="http://schemas.openxmlformats.org/officeDocument/2006/relationships" xmlns:p="http://schemas.openxmlformats.org/presentationml/2006/main">
  <p:tag name="SHAPENAME" val="5. Source"/>
</p:tagLst>
</file>

<file path=ppt/tags/tag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75.xml><?xml version="1.0" encoding="utf-8"?>
<p:tagLst xmlns:a="http://schemas.openxmlformats.org/drawingml/2006/main" xmlns:r="http://schemas.openxmlformats.org/officeDocument/2006/relationships" xmlns:p="http://schemas.openxmlformats.org/presentationml/2006/main">
  <p:tag name="SHAPENAME" val="5. Source"/>
</p:tagLst>
</file>

<file path=ppt/tags/tag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7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5. Source"/>
</p:tagLst>
</file>

<file path=ppt/tags/tag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1.xml><?xml version="1.0" encoding="utf-8"?>
<p:tagLst xmlns:a="http://schemas.openxmlformats.org/drawingml/2006/main" xmlns:r="http://schemas.openxmlformats.org/officeDocument/2006/relationships" xmlns:p="http://schemas.openxmlformats.org/presentationml/2006/main">
  <p:tag name="SHAPENAME" val="5. Source"/>
</p:tagLst>
</file>

<file path=ppt/tags/tag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5. Source"/>
</p:tagLst>
</file>

<file path=ppt/tags/tag1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5. Source"/>
</p:tagLst>
</file>

<file path=ppt/tags/tag1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SHAPENAME" val="LogoImage"/>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7.xml><?xml version="1.0" encoding="utf-8"?>
<p:tagLst xmlns:a="http://schemas.openxmlformats.org/drawingml/2006/main" xmlns:r="http://schemas.openxmlformats.org/officeDocument/2006/relationships" xmlns:p="http://schemas.openxmlformats.org/presentationml/2006/main">
  <p:tag name="SHAPENAME" val="5. Source"/>
</p:tagLst>
</file>

<file path=ppt/tags/tag1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1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xml><?xml version="1.0" encoding="utf-8"?>
<p:tagLst xmlns:a="http://schemas.openxmlformats.org/drawingml/2006/main" xmlns:r="http://schemas.openxmlformats.org/officeDocument/2006/relationships" xmlns:p="http://schemas.openxmlformats.org/presentationml/2006/main">
  <p:tag name="SHAPENAME" val="Grid"/>
</p:tagLst>
</file>

<file path=ppt/tags/tag13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4.xml><?xml version="1.0" encoding="utf-8"?>
<p:tagLst xmlns:a="http://schemas.openxmlformats.org/drawingml/2006/main" xmlns:r="http://schemas.openxmlformats.org/officeDocument/2006/relationships" xmlns:p="http://schemas.openxmlformats.org/presentationml/2006/main">
  <p:tag name="NAME" val="ACET"/>
</p:tagLst>
</file>

<file path=ppt/tags/tag135.xml><?xml version="1.0" encoding="utf-8"?>
<p:tagLst xmlns:a="http://schemas.openxmlformats.org/drawingml/2006/main" xmlns:r="http://schemas.openxmlformats.org/officeDocument/2006/relationships" xmlns:p="http://schemas.openxmlformats.org/presentationml/2006/main">
  <p:tag name="NAME" val="Logo"/>
</p:tagLst>
</file>

<file path=ppt/tags/tag136.xml><?xml version="1.0" encoding="utf-8"?>
<p:tagLst xmlns:a="http://schemas.openxmlformats.org/drawingml/2006/main" xmlns:r="http://schemas.openxmlformats.org/officeDocument/2006/relationships" xmlns:p="http://schemas.openxmlformats.org/presentationml/2006/main">
  <p:tag name="NAME" val="Moon"/>
</p:tagLst>
</file>

<file path=ppt/tags/tag137.xml><?xml version="1.0" encoding="utf-8"?>
<p:tagLst xmlns:a="http://schemas.openxmlformats.org/drawingml/2006/main" xmlns:r="http://schemas.openxmlformats.org/officeDocument/2006/relationships" xmlns:p="http://schemas.openxmlformats.org/presentationml/2006/main">
  <p:tag name="NAME" val="Moon"/>
</p:tagLst>
</file>

<file path=ppt/tags/tag138.xml><?xml version="1.0" encoding="utf-8"?>
<p:tagLst xmlns:a="http://schemas.openxmlformats.org/drawingml/2006/main" xmlns:r="http://schemas.openxmlformats.org/officeDocument/2006/relationships" xmlns:p="http://schemas.openxmlformats.org/presentationml/2006/main">
  <p:tag name="NAME" val="Moon"/>
</p:tagLst>
</file>

<file path=ppt/tags/tag139.xml><?xml version="1.0" encoding="utf-8"?>
<p:tagLst xmlns:a="http://schemas.openxmlformats.org/drawingml/2006/main" xmlns:r="http://schemas.openxmlformats.org/officeDocument/2006/relationships" xmlns:p="http://schemas.openxmlformats.org/presentationml/2006/main">
  <p:tag name="NAME" val="Moon"/>
</p:tagLst>
</file>

<file path=ppt/tags/tag140.xml><?xml version="1.0" encoding="utf-8"?>
<p:tagLst xmlns:a="http://schemas.openxmlformats.org/drawingml/2006/main" xmlns:r="http://schemas.openxmlformats.org/officeDocument/2006/relationships" xmlns:p="http://schemas.openxmlformats.org/presentationml/2006/main">
  <p:tag name="NAME" val="Moon"/>
</p:tagLst>
</file>

<file path=ppt/tags/tag141.xml><?xml version="1.0" encoding="utf-8"?>
<p:tagLst xmlns:a="http://schemas.openxmlformats.org/drawingml/2006/main" xmlns:r="http://schemas.openxmlformats.org/officeDocument/2006/relationships" xmlns:p="http://schemas.openxmlformats.org/presentationml/2006/main">
  <p:tag name="ANGLE" val="5"/>
</p:tagLst>
</file>

<file path=ppt/tags/tag142.xml><?xml version="1.0" encoding="utf-8"?>
<p:tagLst xmlns:a="http://schemas.openxmlformats.org/drawingml/2006/main" xmlns:r="http://schemas.openxmlformats.org/officeDocument/2006/relationships" xmlns:p="http://schemas.openxmlformats.org/presentationml/2006/main">
  <p:tag name="ANGLE" val="5"/>
</p:tagLst>
</file>

<file path=ppt/tags/tag143.xml><?xml version="1.0" encoding="utf-8"?>
<p:tagLst xmlns:a="http://schemas.openxmlformats.org/drawingml/2006/main" xmlns:r="http://schemas.openxmlformats.org/officeDocument/2006/relationships" xmlns:p="http://schemas.openxmlformats.org/presentationml/2006/main">
  <p:tag name="ANGLE" val="4"/>
</p:tagLst>
</file>

<file path=ppt/tags/tag144.xml><?xml version="1.0" encoding="utf-8"?>
<p:tagLst xmlns:a="http://schemas.openxmlformats.org/drawingml/2006/main" xmlns:r="http://schemas.openxmlformats.org/officeDocument/2006/relationships" xmlns:p="http://schemas.openxmlformats.org/presentationml/2006/main">
  <p:tag name="ANGLE" val="4"/>
</p:tagLst>
</file>

<file path=ppt/tags/tag145.xml><?xml version="1.0" encoding="utf-8"?>
<p:tagLst xmlns:a="http://schemas.openxmlformats.org/drawingml/2006/main" xmlns:r="http://schemas.openxmlformats.org/officeDocument/2006/relationships" xmlns:p="http://schemas.openxmlformats.org/presentationml/2006/main">
  <p:tag name="ANGLE" val="3"/>
</p:tagLst>
</file>

<file path=ppt/tags/tag146.xml><?xml version="1.0" encoding="utf-8"?>
<p:tagLst xmlns:a="http://schemas.openxmlformats.org/drawingml/2006/main" xmlns:r="http://schemas.openxmlformats.org/officeDocument/2006/relationships" xmlns:p="http://schemas.openxmlformats.org/presentationml/2006/main">
  <p:tag name="ANGLE" val="3"/>
</p:tagLst>
</file>

<file path=ppt/tags/tag147.xml><?xml version="1.0" encoding="utf-8"?>
<p:tagLst xmlns:a="http://schemas.openxmlformats.org/drawingml/2006/main" xmlns:r="http://schemas.openxmlformats.org/officeDocument/2006/relationships" xmlns:p="http://schemas.openxmlformats.org/presentationml/2006/main">
  <p:tag name="ANGLE" val="2"/>
</p:tagLst>
</file>

<file path=ppt/tags/tag148.xml><?xml version="1.0" encoding="utf-8"?>
<p:tagLst xmlns:a="http://schemas.openxmlformats.org/drawingml/2006/main" xmlns:r="http://schemas.openxmlformats.org/officeDocument/2006/relationships" xmlns:p="http://schemas.openxmlformats.org/presentationml/2006/main">
  <p:tag name="ANGLE" val="2"/>
</p:tagLst>
</file>

<file path=ppt/tags/tag149.xml><?xml version="1.0" encoding="utf-8"?>
<p:tagLst xmlns:a="http://schemas.openxmlformats.org/drawingml/2006/main" xmlns:r="http://schemas.openxmlformats.org/officeDocument/2006/relationships" xmlns:p="http://schemas.openxmlformats.org/presentationml/2006/main">
  <p:tag name="ANGLE" val="1"/>
</p:tagLst>
</file>

<file path=ppt/tags/tag150.xml><?xml version="1.0" encoding="utf-8"?>
<p:tagLst xmlns:a="http://schemas.openxmlformats.org/drawingml/2006/main" xmlns:r="http://schemas.openxmlformats.org/officeDocument/2006/relationships" xmlns:p="http://schemas.openxmlformats.org/presentationml/2006/main">
  <p:tag name="ANGLE" val="1"/>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SHAPENAME" val="Title"/>
</p:tagLst>
</file>

<file path=ppt/tags/tag15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55.xml><?xml version="1.0" encoding="utf-8"?>
<p:tagLst xmlns:a="http://schemas.openxmlformats.org/drawingml/2006/main" xmlns:r="http://schemas.openxmlformats.org/officeDocument/2006/relationships" xmlns:p="http://schemas.openxmlformats.org/presentationml/2006/main">
  <p:tag name="SHAPENAME" val="Subtitl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SHAPENAME" val="Title"/>
</p:tagLst>
</file>

<file path=ppt/tags/tag15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60.xml><?xml version="1.0" encoding="utf-8"?>
<p:tagLst xmlns:a="http://schemas.openxmlformats.org/drawingml/2006/main" xmlns:r="http://schemas.openxmlformats.org/officeDocument/2006/relationships" xmlns:p="http://schemas.openxmlformats.org/presentationml/2006/main">
  <p:tag name="SHAPENAME" val="Subtitl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SHAPENAME" val="Title"/>
</p:tagLst>
</file>

<file path=ppt/tags/tag16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6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65.xml><?xml version="1.0" encoding="utf-8"?>
<p:tagLst xmlns:a="http://schemas.openxmlformats.org/drawingml/2006/main" xmlns:r="http://schemas.openxmlformats.org/officeDocument/2006/relationships" xmlns:p="http://schemas.openxmlformats.org/presentationml/2006/main">
  <p:tag name="SHAPENAME" val="Subtitl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SHAPENAME" val="Title"/>
</p:tagLst>
</file>

<file path=ppt/tags/tag16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6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0.xml><?xml version="1.0" encoding="utf-8"?>
<p:tagLst xmlns:a="http://schemas.openxmlformats.org/drawingml/2006/main" xmlns:r="http://schemas.openxmlformats.org/officeDocument/2006/relationships" xmlns:p="http://schemas.openxmlformats.org/presentationml/2006/main">
  <p:tag name="SHAPENAME" val="Subtitl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6.xml><?xml version="1.0" encoding="utf-8"?>
<p:tagLst xmlns:a="http://schemas.openxmlformats.org/drawingml/2006/main" xmlns:r="http://schemas.openxmlformats.org/officeDocument/2006/relationships" xmlns:p="http://schemas.openxmlformats.org/presentationml/2006/main">
  <p:tag name="SHAPENAME" val="5. Source"/>
</p:tagLst>
</file>

<file path=ppt/tags/tag1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1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2.xml><?xml version="1.0" encoding="utf-8"?>
<p:tagLst xmlns:a="http://schemas.openxmlformats.org/drawingml/2006/main" xmlns:r="http://schemas.openxmlformats.org/officeDocument/2006/relationships" xmlns:p="http://schemas.openxmlformats.org/presentationml/2006/main">
  <p:tag name="SHAPENAME" val="5. Source"/>
</p:tagLst>
</file>

<file path=ppt/tags/tag1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1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8.xml><?xml version="1.0" encoding="utf-8"?>
<p:tagLst xmlns:a="http://schemas.openxmlformats.org/drawingml/2006/main" xmlns:r="http://schemas.openxmlformats.org/officeDocument/2006/relationships" xmlns:p="http://schemas.openxmlformats.org/presentationml/2006/main">
  <p:tag name="SHAPENAME" val="5. Source"/>
</p:tagLst>
</file>

<file path=ppt/tags/tag1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1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4.xml><?xml version="1.0" encoding="utf-8"?>
<p:tagLst xmlns:a="http://schemas.openxmlformats.org/drawingml/2006/main" xmlns:r="http://schemas.openxmlformats.org/officeDocument/2006/relationships" xmlns:p="http://schemas.openxmlformats.org/presentationml/2006/main">
  <p:tag name="SHAPENAME" val="5. Source"/>
</p:tagLst>
</file>

<file path=ppt/tags/tag1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1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1.xml><?xml version="1.0" encoding="utf-8"?>
<p:tagLst xmlns:a="http://schemas.openxmlformats.org/drawingml/2006/main" xmlns:r="http://schemas.openxmlformats.org/officeDocument/2006/relationships" xmlns:p="http://schemas.openxmlformats.org/presentationml/2006/main">
  <p:tag name="SHAPENAME" val="5. Sourc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9.xml><?xml version="1.0" encoding="utf-8"?>
<p:tagLst xmlns:a="http://schemas.openxmlformats.org/drawingml/2006/main" xmlns:r="http://schemas.openxmlformats.org/officeDocument/2006/relationships" xmlns:p="http://schemas.openxmlformats.org/presentationml/2006/main">
  <p:tag name="SHAPENAME" val="5. Source"/>
</p:tagLst>
</file>

<file path=ppt/tags/tag2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1.xml><?xml version="1.0" encoding="utf-8"?>
<p:tagLst xmlns:a="http://schemas.openxmlformats.org/drawingml/2006/main" xmlns:r="http://schemas.openxmlformats.org/officeDocument/2006/relationships" xmlns:p="http://schemas.openxmlformats.org/presentationml/2006/main">
  <p:tag name="NAME" val="Logo"/>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8.xml><?xml version="1.0" encoding="utf-8"?>
<p:tagLst xmlns:a="http://schemas.openxmlformats.org/drawingml/2006/main" xmlns:r="http://schemas.openxmlformats.org/officeDocument/2006/relationships" xmlns:p="http://schemas.openxmlformats.org/presentationml/2006/main">
  <p:tag name="SHAPENAME" val="5. Source"/>
</p:tagLst>
</file>

<file path=ppt/tags/tag2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0.xml><?xml version="1.0" encoding="utf-8"?>
<p:tagLst xmlns:a="http://schemas.openxmlformats.org/drawingml/2006/main" xmlns:r="http://schemas.openxmlformats.org/officeDocument/2006/relationships" xmlns:p="http://schemas.openxmlformats.org/presentationml/2006/main">
  <p:tag name="NAME" val="Logo"/>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7.xml><?xml version="1.0" encoding="utf-8"?>
<p:tagLst xmlns:a="http://schemas.openxmlformats.org/drawingml/2006/main" xmlns:r="http://schemas.openxmlformats.org/officeDocument/2006/relationships" xmlns:p="http://schemas.openxmlformats.org/presentationml/2006/main">
  <p:tag name="SHAPENAME" val="5. Source"/>
</p:tagLst>
</file>

<file path=ppt/tags/tag2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9.xml><?xml version="1.0" encoding="utf-8"?>
<p:tagLst xmlns:a="http://schemas.openxmlformats.org/drawingml/2006/main" xmlns:r="http://schemas.openxmlformats.org/officeDocument/2006/relationships" xmlns:p="http://schemas.openxmlformats.org/presentationml/2006/main">
  <p:tag name="NAME" val="Logo"/>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6.xml><?xml version="1.0" encoding="utf-8"?>
<p:tagLst xmlns:a="http://schemas.openxmlformats.org/drawingml/2006/main" xmlns:r="http://schemas.openxmlformats.org/officeDocument/2006/relationships" xmlns:p="http://schemas.openxmlformats.org/presentationml/2006/main">
  <p:tag name="SHAPENAME" val="5. Source"/>
</p:tagLst>
</file>

<file path=ppt/tags/tag2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8.xml><?xml version="1.0" encoding="utf-8"?>
<p:tagLst xmlns:a="http://schemas.openxmlformats.org/drawingml/2006/main" xmlns:r="http://schemas.openxmlformats.org/officeDocument/2006/relationships" xmlns:p="http://schemas.openxmlformats.org/presentationml/2006/main">
  <p:tag name="NAME" val="Logo"/>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5.xml><?xml version="1.0" encoding="utf-8"?>
<p:tagLst xmlns:a="http://schemas.openxmlformats.org/drawingml/2006/main" xmlns:r="http://schemas.openxmlformats.org/officeDocument/2006/relationships" xmlns:p="http://schemas.openxmlformats.org/presentationml/2006/main">
  <p:tag name="SHAPENAME" val="5. Source"/>
</p:tagLst>
</file>

<file path=ppt/tags/tag2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7.xml><?xml version="1.0" encoding="utf-8"?>
<p:tagLst xmlns:a="http://schemas.openxmlformats.org/drawingml/2006/main" xmlns:r="http://schemas.openxmlformats.org/officeDocument/2006/relationships" xmlns:p="http://schemas.openxmlformats.org/presentationml/2006/main">
  <p:tag name="NAME" val="Logo"/>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5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4.xml><?xml version="1.0" encoding="utf-8"?>
<p:tagLst xmlns:a="http://schemas.openxmlformats.org/drawingml/2006/main" xmlns:r="http://schemas.openxmlformats.org/officeDocument/2006/relationships" xmlns:p="http://schemas.openxmlformats.org/presentationml/2006/main">
  <p:tag name="SHAPENAME" val="5. Source"/>
</p:tagLst>
</file>

<file path=ppt/tags/tag2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6.xml><?xml version="1.0" encoding="utf-8"?>
<p:tagLst xmlns:a="http://schemas.openxmlformats.org/drawingml/2006/main" xmlns:r="http://schemas.openxmlformats.org/officeDocument/2006/relationships" xmlns:p="http://schemas.openxmlformats.org/presentationml/2006/main">
  <p:tag name="NAME" val="Logo"/>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5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1.xml><?xml version="1.0" encoding="utf-8"?>
<p:tagLst xmlns:a="http://schemas.openxmlformats.org/drawingml/2006/main" xmlns:r="http://schemas.openxmlformats.org/officeDocument/2006/relationships" xmlns:p="http://schemas.openxmlformats.org/presentationml/2006/main">
  <p:tag name="SHAPENAME" val="5. Source"/>
</p:tagLst>
</file>

<file path=ppt/tags/tag2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5.xml><?xml version="1.0" encoding="utf-8"?>
<p:tagLst xmlns:a="http://schemas.openxmlformats.org/drawingml/2006/main" xmlns:r="http://schemas.openxmlformats.org/officeDocument/2006/relationships" xmlns:p="http://schemas.openxmlformats.org/presentationml/2006/main">
  <p:tag name="NAME" val="Logo"/>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0.xml><?xml version="1.0" encoding="utf-8"?>
<p:tagLst xmlns:a="http://schemas.openxmlformats.org/drawingml/2006/main" xmlns:r="http://schemas.openxmlformats.org/officeDocument/2006/relationships" xmlns:p="http://schemas.openxmlformats.org/presentationml/2006/main">
  <p:tag name="SHAPENAME" val="5. Source"/>
</p:tagLst>
</file>

<file path=ppt/tags/tag27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4.xml><?xml version="1.0" encoding="utf-8"?>
<p:tagLst xmlns:a="http://schemas.openxmlformats.org/drawingml/2006/main" xmlns:r="http://schemas.openxmlformats.org/officeDocument/2006/relationships" xmlns:p="http://schemas.openxmlformats.org/presentationml/2006/main">
  <p:tag name="NAME" val="Logo"/>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2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9.xml><?xml version="1.0" encoding="utf-8"?>
<p:tagLst xmlns:a="http://schemas.openxmlformats.org/drawingml/2006/main" xmlns:r="http://schemas.openxmlformats.org/officeDocument/2006/relationships" xmlns:p="http://schemas.openxmlformats.org/presentationml/2006/main">
  <p:tag name="SHAPENAME" val="5. Source"/>
</p:tagLst>
</file>

<file path=ppt/tags/tag2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1.xml><?xml version="1.0" encoding="utf-8"?>
<p:tagLst xmlns:a="http://schemas.openxmlformats.org/drawingml/2006/main" xmlns:r="http://schemas.openxmlformats.org/officeDocument/2006/relationships" xmlns:p="http://schemas.openxmlformats.org/presentationml/2006/main">
  <p:tag name="NAME" val="Logo"/>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SHAPENAME" val="5. Source"/>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8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9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9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94.xml><?xml version="1.0" encoding="utf-8"?>
<p:tagLst xmlns:a="http://schemas.openxmlformats.org/drawingml/2006/main" xmlns:r="http://schemas.openxmlformats.org/officeDocument/2006/relationships" xmlns:p="http://schemas.openxmlformats.org/presentationml/2006/main">
  <p:tag name="SHAPENAME" val="5. Source"/>
</p:tagLst>
</file>

<file path=ppt/tags/tag2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3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4.xml><?xml version="1.0" encoding="utf-8"?>
<p:tagLst xmlns:a="http://schemas.openxmlformats.org/drawingml/2006/main" xmlns:r="http://schemas.openxmlformats.org/officeDocument/2006/relationships" xmlns:p="http://schemas.openxmlformats.org/presentationml/2006/main">
  <p:tag name="SHAPENAME" val="5. Source"/>
</p:tagLst>
</file>

<file path=ppt/tags/tag3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30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9.xml><?xml version="1.0" encoding="utf-8"?>
<p:tagLst xmlns:a="http://schemas.openxmlformats.org/drawingml/2006/main" xmlns:r="http://schemas.openxmlformats.org/officeDocument/2006/relationships" xmlns:p="http://schemas.openxmlformats.org/presentationml/2006/main">
  <p:tag name="SHAPENAME" val="5. Source"/>
</p:tagLst>
</file>

<file path=ppt/tags/tag3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8.xml><?xml version="1.0" encoding="utf-8"?>
<p:tagLst xmlns:a="http://schemas.openxmlformats.org/drawingml/2006/main" xmlns:r="http://schemas.openxmlformats.org/officeDocument/2006/relationships" xmlns:p="http://schemas.openxmlformats.org/presentationml/2006/main">
  <p:tag name="SHAPENAME" val="5. Source"/>
</p:tagLst>
</file>

<file path=ppt/tags/tag3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3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4.xml><?xml version="1.0" encoding="utf-8"?>
<p:tagLst xmlns:a="http://schemas.openxmlformats.org/drawingml/2006/main" xmlns:r="http://schemas.openxmlformats.org/officeDocument/2006/relationships" xmlns:p="http://schemas.openxmlformats.org/presentationml/2006/main">
  <p:tag name="SHAPENAME" val="Grid"/>
</p:tagLst>
</file>

<file path=ppt/tags/tag32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26.xml><?xml version="1.0" encoding="utf-8"?>
<p:tagLst xmlns:a="http://schemas.openxmlformats.org/drawingml/2006/main" xmlns:r="http://schemas.openxmlformats.org/officeDocument/2006/relationships" xmlns:p="http://schemas.openxmlformats.org/presentationml/2006/main">
  <p:tag name="NAME" val="ACET"/>
</p:tagLst>
</file>

<file path=ppt/tags/tag327.xml><?xml version="1.0" encoding="utf-8"?>
<p:tagLst xmlns:a="http://schemas.openxmlformats.org/drawingml/2006/main" xmlns:r="http://schemas.openxmlformats.org/officeDocument/2006/relationships" xmlns:p="http://schemas.openxmlformats.org/presentationml/2006/main">
  <p:tag name="NAME" val="Logo"/>
</p:tagLst>
</file>

<file path=ppt/tags/tag328.xml><?xml version="1.0" encoding="utf-8"?>
<p:tagLst xmlns:a="http://schemas.openxmlformats.org/drawingml/2006/main" xmlns:r="http://schemas.openxmlformats.org/officeDocument/2006/relationships" xmlns:p="http://schemas.openxmlformats.org/presentationml/2006/main">
  <p:tag name="NAME" val="Moon"/>
</p:tagLst>
</file>

<file path=ppt/tags/tag329.xml><?xml version="1.0" encoding="utf-8"?>
<p:tagLst xmlns:a="http://schemas.openxmlformats.org/drawingml/2006/main" xmlns:r="http://schemas.openxmlformats.org/officeDocument/2006/relationships" xmlns:p="http://schemas.openxmlformats.org/presentationml/2006/main">
  <p:tag name="NAME" val="Moon"/>
</p:tagLst>
</file>

<file path=ppt/tags/tag330.xml><?xml version="1.0" encoding="utf-8"?>
<p:tagLst xmlns:a="http://schemas.openxmlformats.org/drawingml/2006/main" xmlns:r="http://schemas.openxmlformats.org/officeDocument/2006/relationships" xmlns:p="http://schemas.openxmlformats.org/presentationml/2006/main">
  <p:tag name="NAME" val="Moon"/>
</p:tagLst>
</file>

<file path=ppt/tags/tag331.xml><?xml version="1.0" encoding="utf-8"?>
<p:tagLst xmlns:a="http://schemas.openxmlformats.org/drawingml/2006/main" xmlns:r="http://schemas.openxmlformats.org/officeDocument/2006/relationships" xmlns:p="http://schemas.openxmlformats.org/presentationml/2006/main">
  <p:tag name="NAME" val="Moon"/>
</p:tagLst>
</file>

<file path=ppt/tags/tag332.xml><?xml version="1.0" encoding="utf-8"?>
<p:tagLst xmlns:a="http://schemas.openxmlformats.org/drawingml/2006/main" xmlns:r="http://schemas.openxmlformats.org/officeDocument/2006/relationships" xmlns:p="http://schemas.openxmlformats.org/presentationml/2006/main">
  <p:tag name="NAME" val="Moon"/>
</p:tagLst>
</file>

<file path=ppt/tags/tag333.xml><?xml version="1.0" encoding="utf-8"?>
<p:tagLst xmlns:a="http://schemas.openxmlformats.org/drawingml/2006/main" xmlns:r="http://schemas.openxmlformats.org/officeDocument/2006/relationships" xmlns:p="http://schemas.openxmlformats.org/presentationml/2006/main">
  <p:tag name="ANGLE" val="5"/>
</p:tagLst>
</file>

<file path=ppt/tags/tag334.xml><?xml version="1.0" encoding="utf-8"?>
<p:tagLst xmlns:a="http://schemas.openxmlformats.org/drawingml/2006/main" xmlns:r="http://schemas.openxmlformats.org/officeDocument/2006/relationships" xmlns:p="http://schemas.openxmlformats.org/presentationml/2006/main">
  <p:tag name="ANGLE" val="5"/>
</p:tagLst>
</file>

<file path=ppt/tags/tag335.xml><?xml version="1.0" encoding="utf-8"?>
<p:tagLst xmlns:a="http://schemas.openxmlformats.org/drawingml/2006/main" xmlns:r="http://schemas.openxmlformats.org/officeDocument/2006/relationships" xmlns:p="http://schemas.openxmlformats.org/presentationml/2006/main">
  <p:tag name="ANGLE" val="4"/>
</p:tagLst>
</file>

<file path=ppt/tags/tag336.xml><?xml version="1.0" encoding="utf-8"?>
<p:tagLst xmlns:a="http://schemas.openxmlformats.org/drawingml/2006/main" xmlns:r="http://schemas.openxmlformats.org/officeDocument/2006/relationships" xmlns:p="http://schemas.openxmlformats.org/presentationml/2006/main">
  <p:tag name="ANGLE" val="4"/>
</p:tagLst>
</file>

<file path=ppt/tags/tag337.xml><?xml version="1.0" encoding="utf-8"?>
<p:tagLst xmlns:a="http://schemas.openxmlformats.org/drawingml/2006/main" xmlns:r="http://schemas.openxmlformats.org/officeDocument/2006/relationships" xmlns:p="http://schemas.openxmlformats.org/presentationml/2006/main">
  <p:tag name="ANGLE" val="3"/>
</p:tagLst>
</file>

<file path=ppt/tags/tag338.xml><?xml version="1.0" encoding="utf-8"?>
<p:tagLst xmlns:a="http://schemas.openxmlformats.org/drawingml/2006/main" xmlns:r="http://schemas.openxmlformats.org/officeDocument/2006/relationships" xmlns:p="http://schemas.openxmlformats.org/presentationml/2006/main">
  <p:tag name="ANGLE" val="3"/>
</p:tagLst>
</file>

<file path=ppt/tags/tag339.xml><?xml version="1.0" encoding="utf-8"?>
<p:tagLst xmlns:a="http://schemas.openxmlformats.org/drawingml/2006/main" xmlns:r="http://schemas.openxmlformats.org/officeDocument/2006/relationships" xmlns:p="http://schemas.openxmlformats.org/presentationml/2006/main">
  <p:tag name="ANGLE" val="2"/>
</p:tagLst>
</file>

<file path=ppt/tags/tag340.xml><?xml version="1.0" encoding="utf-8"?>
<p:tagLst xmlns:a="http://schemas.openxmlformats.org/drawingml/2006/main" xmlns:r="http://schemas.openxmlformats.org/officeDocument/2006/relationships" xmlns:p="http://schemas.openxmlformats.org/presentationml/2006/main">
  <p:tag name="ANGLE" val="2"/>
</p:tagLst>
</file>

<file path=ppt/tags/tag341.xml><?xml version="1.0" encoding="utf-8"?>
<p:tagLst xmlns:a="http://schemas.openxmlformats.org/drawingml/2006/main" xmlns:r="http://schemas.openxmlformats.org/officeDocument/2006/relationships" xmlns:p="http://schemas.openxmlformats.org/presentationml/2006/main">
  <p:tag name="ANGLE" val="1"/>
</p:tagLst>
</file>

<file path=ppt/tags/tag342.xml><?xml version="1.0" encoding="utf-8"?>
<p:tagLst xmlns:a="http://schemas.openxmlformats.org/drawingml/2006/main" xmlns:r="http://schemas.openxmlformats.org/officeDocument/2006/relationships" xmlns:p="http://schemas.openxmlformats.org/presentationml/2006/main">
  <p:tag name="ANGLE" val="1"/>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4.xml><?xml version="1.0" encoding="utf-8"?>
<p:tagLst xmlns:a="http://schemas.openxmlformats.org/drawingml/2006/main" xmlns:r="http://schemas.openxmlformats.org/officeDocument/2006/relationships" xmlns:p="http://schemas.openxmlformats.org/presentationml/2006/main">
  <p:tag name="SHAPENAME" val="Title"/>
</p:tagLst>
</file>

<file path=ppt/tags/tag34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4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47.xml><?xml version="1.0" encoding="utf-8"?>
<p:tagLst xmlns:a="http://schemas.openxmlformats.org/drawingml/2006/main" xmlns:r="http://schemas.openxmlformats.org/officeDocument/2006/relationships" xmlns:p="http://schemas.openxmlformats.org/presentationml/2006/main">
  <p:tag name="SHAPENAME" val="Subtitle"/>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9.xml><?xml version="1.0" encoding="utf-8"?>
<p:tagLst xmlns:a="http://schemas.openxmlformats.org/drawingml/2006/main" xmlns:r="http://schemas.openxmlformats.org/officeDocument/2006/relationships" xmlns:p="http://schemas.openxmlformats.org/presentationml/2006/main">
  <p:tag name="SHAPENAME" val="Title"/>
</p:tagLst>
</file>

<file path=ppt/tags/tag35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5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2.xml><?xml version="1.0" encoding="utf-8"?>
<p:tagLst xmlns:a="http://schemas.openxmlformats.org/drawingml/2006/main" xmlns:r="http://schemas.openxmlformats.org/officeDocument/2006/relationships" xmlns:p="http://schemas.openxmlformats.org/presentationml/2006/main">
  <p:tag name="SHAPENAME" val="Subtitle"/>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4.xml><?xml version="1.0" encoding="utf-8"?>
<p:tagLst xmlns:a="http://schemas.openxmlformats.org/drawingml/2006/main" xmlns:r="http://schemas.openxmlformats.org/officeDocument/2006/relationships" xmlns:p="http://schemas.openxmlformats.org/presentationml/2006/main">
  <p:tag name="SHAPENAME" val="Title"/>
</p:tagLst>
</file>

<file path=ppt/tags/tag35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5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7.xml><?xml version="1.0" encoding="utf-8"?>
<p:tagLst xmlns:a="http://schemas.openxmlformats.org/drawingml/2006/main" xmlns:r="http://schemas.openxmlformats.org/officeDocument/2006/relationships" xmlns:p="http://schemas.openxmlformats.org/presentationml/2006/main">
  <p:tag name="SHAPENAME" val="Subtitle"/>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9.xml><?xml version="1.0" encoding="utf-8"?>
<p:tagLst xmlns:a="http://schemas.openxmlformats.org/drawingml/2006/main" xmlns:r="http://schemas.openxmlformats.org/officeDocument/2006/relationships" xmlns:p="http://schemas.openxmlformats.org/presentationml/2006/main">
  <p:tag name="SHAPENAME" val="Title"/>
</p:tagLst>
</file>

<file path=ppt/tags/tag36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6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2.xml><?xml version="1.0" encoding="utf-8"?>
<p:tagLst xmlns:a="http://schemas.openxmlformats.org/drawingml/2006/main" xmlns:r="http://schemas.openxmlformats.org/officeDocument/2006/relationships" xmlns:p="http://schemas.openxmlformats.org/presentationml/2006/main">
  <p:tag name="SHAPENAME" val="Subtitle"/>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3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8.xml><?xml version="1.0" encoding="utf-8"?>
<p:tagLst xmlns:a="http://schemas.openxmlformats.org/drawingml/2006/main" xmlns:r="http://schemas.openxmlformats.org/officeDocument/2006/relationships" xmlns:p="http://schemas.openxmlformats.org/presentationml/2006/main">
  <p:tag name="SHAPENAME" val="5. Source"/>
</p:tagLst>
</file>

<file path=ppt/tags/tag3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3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4.xml><?xml version="1.0" encoding="utf-8"?>
<p:tagLst xmlns:a="http://schemas.openxmlformats.org/drawingml/2006/main" xmlns:r="http://schemas.openxmlformats.org/officeDocument/2006/relationships" xmlns:p="http://schemas.openxmlformats.org/presentationml/2006/main">
  <p:tag name="SHAPENAME" val="5. Source"/>
</p:tagLst>
</file>

<file path=ppt/tags/tag3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3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0.xml><?xml version="1.0" encoding="utf-8"?>
<p:tagLst xmlns:a="http://schemas.openxmlformats.org/drawingml/2006/main" xmlns:r="http://schemas.openxmlformats.org/officeDocument/2006/relationships" xmlns:p="http://schemas.openxmlformats.org/presentationml/2006/main">
  <p:tag name="SHAPENAME" val="5. Source"/>
</p:tagLst>
</file>

<file path=ppt/tags/tag3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3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6.xml><?xml version="1.0" encoding="utf-8"?>
<p:tagLst xmlns:a="http://schemas.openxmlformats.org/drawingml/2006/main" xmlns:r="http://schemas.openxmlformats.org/officeDocument/2006/relationships" xmlns:p="http://schemas.openxmlformats.org/presentationml/2006/main">
  <p:tag name="SHAPENAME" val="5. Source"/>
</p:tagLst>
</file>

<file path=ppt/tags/tag3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3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3.xml><?xml version="1.0" encoding="utf-8"?>
<p:tagLst xmlns:a="http://schemas.openxmlformats.org/drawingml/2006/main" xmlns:r="http://schemas.openxmlformats.org/officeDocument/2006/relationships" xmlns:p="http://schemas.openxmlformats.org/presentationml/2006/main">
  <p:tag name="SHAPENAME" val="5. Source"/>
</p:tagLst>
</file>

<file path=ppt/tags/tag3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39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401.xml><?xml version="1.0" encoding="utf-8"?>
<p:tagLst xmlns:a="http://schemas.openxmlformats.org/drawingml/2006/main" xmlns:r="http://schemas.openxmlformats.org/officeDocument/2006/relationships" xmlns:p="http://schemas.openxmlformats.org/presentationml/2006/main">
  <p:tag name="SHAPENAME" val="5. Source"/>
</p:tagLst>
</file>

<file path=ppt/tags/tag4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3.xml><?xml version="1.0" encoding="utf-8"?>
<p:tagLst xmlns:a="http://schemas.openxmlformats.org/drawingml/2006/main" xmlns:r="http://schemas.openxmlformats.org/officeDocument/2006/relationships" xmlns:p="http://schemas.openxmlformats.org/presentationml/2006/main">
  <p:tag name="NAME" val="Logo"/>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40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9.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0.xml><?xml version="1.0" encoding="utf-8"?>
<p:tagLst xmlns:a="http://schemas.openxmlformats.org/drawingml/2006/main" xmlns:r="http://schemas.openxmlformats.org/officeDocument/2006/relationships" xmlns:p="http://schemas.openxmlformats.org/presentationml/2006/main">
  <p:tag name="SHAPENAME" val="5. Source"/>
</p:tagLst>
</file>

<file path=ppt/tags/tag4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12.xml><?xml version="1.0" encoding="utf-8"?>
<p:tagLst xmlns:a="http://schemas.openxmlformats.org/drawingml/2006/main" xmlns:r="http://schemas.openxmlformats.org/officeDocument/2006/relationships" xmlns:p="http://schemas.openxmlformats.org/presentationml/2006/main">
  <p:tag name="NAME" val="Logo"/>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41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9.xml><?xml version="1.0" encoding="utf-8"?>
<p:tagLst xmlns:a="http://schemas.openxmlformats.org/drawingml/2006/main" xmlns:r="http://schemas.openxmlformats.org/officeDocument/2006/relationships" xmlns:p="http://schemas.openxmlformats.org/presentationml/2006/main">
  <p:tag name="SHAPENAME" val="5. Source"/>
</p:tagLst>
</file>

<file path=ppt/tags/tag4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1.xml><?xml version="1.0" encoding="utf-8"?>
<p:tagLst xmlns:a="http://schemas.openxmlformats.org/drawingml/2006/main" xmlns:r="http://schemas.openxmlformats.org/officeDocument/2006/relationships" xmlns:p="http://schemas.openxmlformats.org/presentationml/2006/main">
  <p:tag name="NAME" val="Logo"/>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4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27.xml><?xml version="1.0" encoding="utf-8"?>
<p:tagLst xmlns:a="http://schemas.openxmlformats.org/drawingml/2006/main" xmlns:r="http://schemas.openxmlformats.org/officeDocument/2006/relationships" xmlns:p="http://schemas.openxmlformats.org/presentationml/2006/main">
  <p:tag name="SHAPENAME" val="3. Subtitle"/>
</p:tagLst>
</file>

<file path=ppt/tags/tag428.xml><?xml version="1.0" encoding="utf-8"?>
<p:tagLst xmlns:a="http://schemas.openxmlformats.org/drawingml/2006/main" xmlns:r="http://schemas.openxmlformats.org/officeDocument/2006/relationships" xmlns:p="http://schemas.openxmlformats.org/presentationml/2006/main">
  <p:tag name="SHAPENAME" val="5. Source"/>
</p:tagLst>
</file>

<file path=ppt/tags/tag4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0.xml><?xml version="1.0" encoding="utf-8"?>
<p:tagLst xmlns:a="http://schemas.openxmlformats.org/drawingml/2006/main" xmlns:r="http://schemas.openxmlformats.org/officeDocument/2006/relationships" xmlns:p="http://schemas.openxmlformats.org/presentationml/2006/main">
  <p:tag name="NAME" val="Logo"/>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43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37.xml><?xml version="1.0" encoding="utf-8"?>
<p:tagLst xmlns:a="http://schemas.openxmlformats.org/drawingml/2006/main" xmlns:r="http://schemas.openxmlformats.org/officeDocument/2006/relationships" xmlns:p="http://schemas.openxmlformats.org/presentationml/2006/main">
  <p:tag name="SHAPENAME" val="5. Source"/>
</p:tagLst>
</file>

<file path=ppt/tags/tag4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9.xml><?xml version="1.0" encoding="utf-8"?>
<p:tagLst xmlns:a="http://schemas.openxmlformats.org/drawingml/2006/main" xmlns:r="http://schemas.openxmlformats.org/officeDocument/2006/relationships" xmlns:p="http://schemas.openxmlformats.org/presentationml/2006/main">
  <p:tag name="NAME" val="Logo"/>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44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6.xml><?xml version="1.0" encoding="utf-8"?>
<p:tagLst xmlns:a="http://schemas.openxmlformats.org/drawingml/2006/main" xmlns:r="http://schemas.openxmlformats.org/officeDocument/2006/relationships" xmlns:p="http://schemas.openxmlformats.org/presentationml/2006/main">
  <p:tag name="SHAPENAME" val="5. Source"/>
</p:tagLst>
</file>

<file path=ppt/tags/tag4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8.xml><?xml version="1.0" encoding="utf-8"?>
<p:tagLst xmlns:a="http://schemas.openxmlformats.org/drawingml/2006/main" xmlns:r="http://schemas.openxmlformats.org/officeDocument/2006/relationships" xmlns:p="http://schemas.openxmlformats.org/presentationml/2006/main">
  <p:tag name="NAME" val="Logo"/>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45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3.xml><?xml version="1.0" encoding="utf-8"?>
<p:tagLst xmlns:a="http://schemas.openxmlformats.org/drawingml/2006/main" xmlns:r="http://schemas.openxmlformats.org/officeDocument/2006/relationships" xmlns:p="http://schemas.openxmlformats.org/presentationml/2006/main">
  <p:tag name="SHAPENAME" val="5. Source"/>
</p:tagLst>
</file>

<file path=ppt/tags/tag4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57.xml><?xml version="1.0" encoding="utf-8"?>
<p:tagLst xmlns:a="http://schemas.openxmlformats.org/drawingml/2006/main" xmlns:r="http://schemas.openxmlformats.org/officeDocument/2006/relationships" xmlns:p="http://schemas.openxmlformats.org/presentationml/2006/main">
  <p:tag name="NAME" val="Logo"/>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46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2.xml><?xml version="1.0" encoding="utf-8"?>
<p:tagLst xmlns:a="http://schemas.openxmlformats.org/drawingml/2006/main" xmlns:r="http://schemas.openxmlformats.org/officeDocument/2006/relationships" xmlns:p="http://schemas.openxmlformats.org/presentationml/2006/main">
  <p:tag name="SHAPENAME" val="5. Source"/>
</p:tagLst>
</file>

<file path=ppt/tags/tag4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66.xml><?xml version="1.0" encoding="utf-8"?>
<p:tagLst xmlns:a="http://schemas.openxmlformats.org/drawingml/2006/main" xmlns:r="http://schemas.openxmlformats.org/officeDocument/2006/relationships" xmlns:p="http://schemas.openxmlformats.org/presentationml/2006/main">
  <p:tag name="NAME" val="Logo"/>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4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1.xml><?xml version="1.0" encoding="utf-8"?>
<p:tagLst xmlns:a="http://schemas.openxmlformats.org/drawingml/2006/main" xmlns:r="http://schemas.openxmlformats.org/officeDocument/2006/relationships" xmlns:p="http://schemas.openxmlformats.org/presentationml/2006/main">
  <p:tag name="SHAPENAME" val="5. Source"/>
</p:tagLst>
</file>

<file path=ppt/tags/tag4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3.xml><?xml version="1.0" encoding="utf-8"?>
<p:tagLst xmlns:a="http://schemas.openxmlformats.org/drawingml/2006/main" xmlns:r="http://schemas.openxmlformats.org/officeDocument/2006/relationships" xmlns:p="http://schemas.openxmlformats.org/presentationml/2006/main">
  <p:tag name="NAME" val="Logo"/>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5.xml><?xml version="1.0" encoding="utf-8"?>
<p:tagLst xmlns:a="http://schemas.openxmlformats.org/drawingml/2006/main" xmlns:r="http://schemas.openxmlformats.org/officeDocument/2006/relationships" xmlns:p="http://schemas.openxmlformats.org/presentationml/2006/main">
  <p:tag name="SHAPENAME" val="5. Source"/>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8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86.xml><?xml version="1.0" encoding="utf-8"?>
<p:tagLst xmlns:a="http://schemas.openxmlformats.org/drawingml/2006/main" xmlns:r="http://schemas.openxmlformats.org/officeDocument/2006/relationships" xmlns:p="http://schemas.openxmlformats.org/presentationml/2006/main">
  <p:tag name="SHAPENAME" val="5. Source"/>
</p:tagLst>
</file>

<file path=ppt/tags/tag4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9.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4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6.xml><?xml version="1.0" encoding="utf-8"?>
<p:tagLst xmlns:a="http://schemas.openxmlformats.org/drawingml/2006/main" xmlns:r="http://schemas.openxmlformats.org/officeDocument/2006/relationships" xmlns:p="http://schemas.openxmlformats.org/presentationml/2006/main">
  <p:tag name="SHAPENAME" val="5. Source"/>
</p:tagLst>
</file>

<file path=ppt/tags/tag4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0.xml><?xml version="1.0" encoding="utf-8"?>
<p:tagLst xmlns:a="http://schemas.openxmlformats.org/drawingml/2006/main" xmlns:r="http://schemas.openxmlformats.org/officeDocument/2006/relationships" xmlns:p="http://schemas.openxmlformats.org/presentationml/2006/main">
  <p:tag name="SHAPENAME" val="5. Source"/>
</p:tagLst>
</file>

<file path=ppt/tags/tag5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5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508.xml><?xml version="1.0" encoding="utf-8"?>
<p:tagLst xmlns:a="http://schemas.openxmlformats.org/drawingml/2006/main" xmlns:r="http://schemas.openxmlformats.org/officeDocument/2006/relationships" xmlns:p="http://schemas.openxmlformats.org/presentationml/2006/main">
  <p:tag name="SHAPENAME" val="5. Source"/>
</p:tagLst>
</file>

<file path=ppt/tags/tag5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5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5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4.xml><?xml version="1.0" encoding="utf-8"?>
<p:tagLst xmlns:a="http://schemas.openxmlformats.org/drawingml/2006/main" xmlns:r="http://schemas.openxmlformats.org/officeDocument/2006/relationships" xmlns:p="http://schemas.openxmlformats.org/presentationml/2006/main">
  <p:tag name="NAME" val="ACET"/>
</p:tagLst>
</file>

<file path=ppt/tags/tag515.xml><?xml version="1.0" encoding="utf-8"?>
<p:tagLst xmlns:a="http://schemas.openxmlformats.org/drawingml/2006/main" xmlns:r="http://schemas.openxmlformats.org/officeDocument/2006/relationships" xmlns:p="http://schemas.openxmlformats.org/presentationml/2006/main">
  <p:tag name="SHAPENAME" val="5. Source"/>
</p:tagLst>
</file>

<file path=ppt/tags/tag516.xml><?xml version="1.0" encoding="utf-8"?>
<p:tagLst xmlns:a="http://schemas.openxmlformats.org/drawingml/2006/main" xmlns:r="http://schemas.openxmlformats.org/officeDocument/2006/relationships" xmlns:p="http://schemas.openxmlformats.org/presentationml/2006/main">
  <p:tag name="NAME" val="MoonEmpty"/>
</p:tagLst>
</file>

<file path=ppt/tags/tag517.xml><?xml version="1.0" encoding="utf-8"?>
<p:tagLst xmlns:a="http://schemas.openxmlformats.org/drawingml/2006/main" xmlns:r="http://schemas.openxmlformats.org/officeDocument/2006/relationships" xmlns:p="http://schemas.openxmlformats.org/presentationml/2006/main">
  <p:tag name="NAME" val="MoonQuater"/>
</p:tagLst>
</file>

<file path=ppt/tags/tag518.xml><?xml version="1.0" encoding="utf-8"?>
<p:tagLst xmlns:a="http://schemas.openxmlformats.org/drawingml/2006/main" xmlns:r="http://schemas.openxmlformats.org/officeDocument/2006/relationships" xmlns:p="http://schemas.openxmlformats.org/presentationml/2006/main">
  <p:tag name="NAME" val="MoonHalf"/>
</p:tagLst>
</file>

<file path=ppt/tags/tag519.xml><?xml version="1.0" encoding="utf-8"?>
<p:tagLst xmlns:a="http://schemas.openxmlformats.org/drawingml/2006/main" xmlns:r="http://schemas.openxmlformats.org/officeDocument/2006/relationships" xmlns:p="http://schemas.openxmlformats.org/presentationml/2006/main">
  <p:tag name="NAME" val="Moon3Quater"/>
</p:tagLst>
</file>

<file path=ppt/tags/tag520.xml><?xml version="1.0" encoding="utf-8"?>
<p:tagLst xmlns:a="http://schemas.openxmlformats.org/drawingml/2006/main" xmlns:r="http://schemas.openxmlformats.org/officeDocument/2006/relationships" xmlns:p="http://schemas.openxmlformats.org/presentationml/2006/main">
  <p:tag name="NAME" val="Moon"/>
</p:tagLst>
</file>

<file path=ppt/tags/tag521.xml><?xml version="1.0" encoding="utf-8"?>
<p:tagLst xmlns:a="http://schemas.openxmlformats.org/drawingml/2006/main" xmlns:r="http://schemas.openxmlformats.org/officeDocument/2006/relationships" xmlns:p="http://schemas.openxmlformats.org/presentationml/2006/main">
  <p:tag name="ANGLE" val="5"/>
</p:tagLst>
</file>

<file path=ppt/tags/tag522.xml><?xml version="1.0" encoding="utf-8"?>
<p:tagLst xmlns:a="http://schemas.openxmlformats.org/drawingml/2006/main" xmlns:r="http://schemas.openxmlformats.org/officeDocument/2006/relationships" xmlns:p="http://schemas.openxmlformats.org/presentationml/2006/main">
  <p:tag name="ANGLE" val="5"/>
</p:tagLst>
</file>

<file path=ppt/tags/tag523.xml><?xml version="1.0" encoding="utf-8"?>
<p:tagLst xmlns:a="http://schemas.openxmlformats.org/drawingml/2006/main" xmlns:r="http://schemas.openxmlformats.org/officeDocument/2006/relationships" xmlns:p="http://schemas.openxmlformats.org/presentationml/2006/main">
  <p:tag name="ANGLE" val="4"/>
</p:tagLst>
</file>

<file path=ppt/tags/tag524.xml><?xml version="1.0" encoding="utf-8"?>
<p:tagLst xmlns:a="http://schemas.openxmlformats.org/drawingml/2006/main" xmlns:r="http://schemas.openxmlformats.org/officeDocument/2006/relationships" xmlns:p="http://schemas.openxmlformats.org/presentationml/2006/main">
  <p:tag name="ANGLE" val="4"/>
</p:tagLst>
</file>

<file path=ppt/tags/tag525.xml><?xml version="1.0" encoding="utf-8"?>
<p:tagLst xmlns:a="http://schemas.openxmlformats.org/drawingml/2006/main" xmlns:r="http://schemas.openxmlformats.org/officeDocument/2006/relationships" xmlns:p="http://schemas.openxmlformats.org/presentationml/2006/main">
  <p:tag name="ANGLE" val="3"/>
</p:tagLst>
</file>

<file path=ppt/tags/tag526.xml><?xml version="1.0" encoding="utf-8"?>
<p:tagLst xmlns:a="http://schemas.openxmlformats.org/drawingml/2006/main" xmlns:r="http://schemas.openxmlformats.org/officeDocument/2006/relationships" xmlns:p="http://schemas.openxmlformats.org/presentationml/2006/main">
  <p:tag name="ANGLE" val="3"/>
</p:tagLst>
</file>

<file path=ppt/tags/tag527.xml><?xml version="1.0" encoding="utf-8"?>
<p:tagLst xmlns:a="http://schemas.openxmlformats.org/drawingml/2006/main" xmlns:r="http://schemas.openxmlformats.org/officeDocument/2006/relationships" xmlns:p="http://schemas.openxmlformats.org/presentationml/2006/main">
  <p:tag name="ANGLE" val="2"/>
</p:tagLst>
</file>

<file path=ppt/tags/tag528.xml><?xml version="1.0" encoding="utf-8"?>
<p:tagLst xmlns:a="http://schemas.openxmlformats.org/drawingml/2006/main" xmlns:r="http://schemas.openxmlformats.org/officeDocument/2006/relationships" xmlns:p="http://schemas.openxmlformats.org/presentationml/2006/main">
  <p:tag name="ANGLE" val="2"/>
</p:tagLst>
</file>

<file path=ppt/tags/tag529.xml><?xml version="1.0" encoding="utf-8"?>
<p:tagLst xmlns:a="http://schemas.openxmlformats.org/drawingml/2006/main" xmlns:r="http://schemas.openxmlformats.org/officeDocument/2006/relationships" xmlns:p="http://schemas.openxmlformats.org/presentationml/2006/main">
  <p:tag name="ANGLE" val="1"/>
</p:tagLst>
</file>

<file path=ppt/tags/tag530.xml><?xml version="1.0" encoding="utf-8"?>
<p:tagLst xmlns:a="http://schemas.openxmlformats.org/drawingml/2006/main" xmlns:r="http://schemas.openxmlformats.org/officeDocument/2006/relationships" xmlns:p="http://schemas.openxmlformats.org/presentationml/2006/main">
  <p:tag name="ANGLE" val="1"/>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53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34.xml><?xml version="1.0" encoding="utf-8"?>
<p:tagLst xmlns:a="http://schemas.openxmlformats.org/drawingml/2006/main" xmlns:r="http://schemas.openxmlformats.org/officeDocument/2006/relationships" xmlns:p="http://schemas.openxmlformats.org/presentationml/2006/main">
  <p:tag name="SHAPENAME" val="Subtitle"/>
</p:tagLst>
</file>

<file path=ppt/tags/tag535.xml><?xml version="1.0" encoding="utf-8"?>
<p:tagLst xmlns:a="http://schemas.openxmlformats.org/drawingml/2006/main" xmlns:r="http://schemas.openxmlformats.org/officeDocument/2006/relationships" xmlns:p="http://schemas.openxmlformats.org/presentationml/2006/main">
  <p:tag name="SHAPENAME" val="Title"/>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0.xml><?xml version="1.0" encoding="utf-8"?>
<p:tagLst xmlns:a="http://schemas.openxmlformats.org/drawingml/2006/main" xmlns:r="http://schemas.openxmlformats.org/officeDocument/2006/relationships" xmlns:p="http://schemas.openxmlformats.org/presentationml/2006/main">
  <p:tag name="SHAPENAME" val="5. Source"/>
</p:tagLst>
</file>

<file path=ppt/tags/tag5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3.xml><?xml version="1.0" encoding="utf-8"?>
<p:tagLst xmlns:a="http://schemas.openxmlformats.org/drawingml/2006/main" xmlns:r="http://schemas.openxmlformats.org/officeDocument/2006/relationships" xmlns:p="http://schemas.openxmlformats.org/presentationml/2006/main">
  <p:tag name="SHAPENAME" val="4. Footnote"/>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8.xml><?xml version="1.0" encoding="utf-8"?>
<p:tagLst xmlns:a="http://schemas.openxmlformats.org/drawingml/2006/main" xmlns:r="http://schemas.openxmlformats.org/officeDocument/2006/relationships" xmlns:p="http://schemas.openxmlformats.org/presentationml/2006/main">
  <p:tag name="SHAPENAME" val="5. Source"/>
</p:tagLst>
</file>

<file path=ppt/tags/tag549.xml><?xml version="1.0" encoding="utf-8"?>
<p:tagLst xmlns:a="http://schemas.openxmlformats.org/drawingml/2006/main" xmlns:r="http://schemas.openxmlformats.org/officeDocument/2006/relationships" xmlns:p="http://schemas.openxmlformats.org/presentationml/2006/main">
  <p:tag name="SHAPENAME" val="4. Footnote"/>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4.xml><?xml version="1.0" encoding="utf-8"?>
<p:tagLst xmlns:a="http://schemas.openxmlformats.org/drawingml/2006/main" xmlns:r="http://schemas.openxmlformats.org/officeDocument/2006/relationships" xmlns:p="http://schemas.openxmlformats.org/presentationml/2006/main">
  <p:tag name="SHAPENAME" val="5. Source"/>
</p:tagLst>
</file>

<file path=ppt/tags/tag555.xml><?xml version="1.0" encoding="utf-8"?>
<p:tagLst xmlns:a="http://schemas.openxmlformats.org/drawingml/2006/main" xmlns:r="http://schemas.openxmlformats.org/officeDocument/2006/relationships" xmlns:p="http://schemas.openxmlformats.org/presentationml/2006/main">
  <p:tag name="SHAPENAME" val="4. Footnote"/>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7.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2.xml><?xml version="1.0" encoding="utf-8"?>
<p:tagLst xmlns:a="http://schemas.openxmlformats.org/drawingml/2006/main" xmlns:r="http://schemas.openxmlformats.org/officeDocument/2006/relationships" xmlns:p="http://schemas.openxmlformats.org/presentationml/2006/main">
  <p:tag name="SHAPENAME" val="4. Footnote"/>
</p:tagLst>
</file>

<file path=ppt/tags/tag563.xml><?xml version="1.0" encoding="utf-8"?>
<p:tagLst xmlns:a="http://schemas.openxmlformats.org/drawingml/2006/main" xmlns:r="http://schemas.openxmlformats.org/officeDocument/2006/relationships" xmlns:p="http://schemas.openxmlformats.org/presentationml/2006/main">
  <p:tag name="SHAPENAME" val="5. Source"/>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6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1.xml><?xml version="1.0" encoding="utf-8"?>
<p:tagLst xmlns:a="http://schemas.openxmlformats.org/drawingml/2006/main" xmlns:r="http://schemas.openxmlformats.org/officeDocument/2006/relationships" xmlns:p="http://schemas.openxmlformats.org/presentationml/2006/main">
  <p:tag name="SHAPENAME" val="4. Footnote"/>
</p:tagLst>
</file>

<file path=ppt/tags/tag572.xml><?xml version="1.0" encoding="utf-8"?>
<p:tagLst xmlns:a="http://schemas.openxmlformats.org/drawingml/2006/main" xmlns:r="http://schemas.openxmlformats.org/officeDocument/2006/relationships" xmlns:p="http://schemas.openxmlformats.org/presentationml/2006/main">
  <p:tag name="SHAPENAME" val="5. Source"/>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7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0.xml><?xml version="1.0" encoding="utf-8"?>
<p:tagLst xmlns:a="http://schemas.openxmlformats.org/drawingml/2006/main" xmlns:r="http://schemas.openxmlformats.org/officeDocument/2006/relationships" xmlns:p="http://schemas.openxmlformats.org/presentationml/2006/main">
  <p:tag name="SHAPENAME" val="4. Footnote"/>
</p:tagLst>
</file>

<file path=ppt/tags/tag581.xml><?xml version="1.0" encoding="utf-8"?>
<p:tagLst xmlns:a="http://schemas.openxmlformats.org/drawingml/2006/main" xmlns:r="http://schemas.openxmlformats.org/officeDocument/2006/relationships" xmlns:p="http://schemas.openxmlformats.org/presentationml/2006/main">
  <p:tag name="SHAPENAME" val="5. Source"/>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5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5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9.xml><?xml version="1.0" encoding="utf-8"?>
<p:tagLst xmlns:a="http://schemas.openxmlformats.org/drawingml/2006/main" xmlns:r="http://schemas.openxmlformats.org/officeDocument/2006/relationships" xmlns:p="http://schemas.openxmlformats.org/presentationml/2006/main">
  <p:tag name="SHAPENAME" val="4. Footnote"/>
</p:tagLst>
</file>

<file path=ppt/tags/tag590.xml><?xml version="1.0" encoding="utf-8"?>
<p:tagLst xmlns:a="http://schemas.openxmlformats.org/drawingml/2006/main" xmlns:r="http://schemas.openxmlformats.org/officeDocument/2006/relationships" xmlns:p="http://schemas.openxmlformats.org/presentationml/2006/main">
  <p:tag name="SHAPENAME" val="5. Source"/>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5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9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8.xml><?xml version="1.0" encoding="utf-8"?>
<p:tagLst xmlns:a="http://schemas.openxmlformats.org/drawingml/2006/main" xmlns:r="http://schemas.openxmlformats.org/officeDocument/2006/relationships" xmlns:p="http://schemas.openxmlformats.org/presentationml/2006/main">
  <p:tag name="SHAPENAME" val="4. Footnote"/>
</p:tagLst>
</file>

<file path=ppt/tags/tag599.xml><?xml version="1.0" encoding="utf-8"?>
<p:tagLst xmlns:a="http://schemas.openxmlformats.org/drawingml/2006/main" xmlns:r="http://schemas.openxmlformats.org/officeDocument/2006/relationships" xmlns:p="http://schemas.openxmlformats.org/presentationml/2006/main">
  <p:tag name="SHAPENAME" val="5. Source"/>
</p:tagLst>
</file>

<file path=ppt/tags/tag6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1.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60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0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7.xml><?xml version="1.0" encoding="utf-8"?>
<p:tagLst xmlns:a="http://schemas.openxmlformats.org/drawingml/2006/main" xmlns:r="http://schemas.openxmlformats.org/officeDocument/2006/relationships" xmlns:p="http://schemas.openxmlformats.org/presentationml/2006/main">
  <p:tag name="SHAPENAME" val="4. Footnote"/>
</p:tagLst>
</file>

<file path=ppt/tags/tag608.xml><?xml version="1.0" encoding="utf-8"?>
<p:tagLst xmlns:a="http://schemas.openxmlformats.org/drawingml/2006/main" xmlns:r="http://schemas.openxmlformats.org/officeDocument/2006/relationships" xmlns:p="http://schemas.openxmlformats.org/presentationml/2006/main">
  <p:tag name="SHAPENAME" val="5. Source"/>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0.xml><?xml version="1.0" encoding="utf-8"?>
<p:tagLst xmlns:a="http://schemas.openxmlformats.org/drawingml/2006/main" xmlns:r="http://schemas.openxmlformats.org/officeDocument/2006/relationships" xmlns:p="http://schemas.openxmlformats.org/presentationml/2006/main">
  <p:tag name="SHAPENAME" val="4. Footnote"/>
</p:tagLst>
</file>

<file path=ppt/tags/tag611.xml><?xml version="1.0" encoding="utf-8"?>
<p:tagLst xmlns:a="http://schemas.openxmlformats.org/drawingml/2006/main" xmlns:r="http://schemas.openxmlformats.org/officeDocument/2006/relationships" xmlns:p="http://schemas.openxmlformats.org/presentationml/2006/main">
  <p:tag name="SHAPENAME" val="5. Source"/>
</p:tagLst>
</file>

<file path=ppt/tags/tag6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4.xml><?xml version="1.0" encoding="utf-8"?>
<p:tagLst xmlns:a="http://schemas.openxmlformats.org/drawingml/2006/main" xmlns:r="http://schemas.openxmlformats.org/officeDocument/2006/relationships" xmlns:p="http://schemas.openxmlformats.org/presentationml/2006/main">
  <p:tag name="SHAPENAME" val="Title"/>
</p:tagLst>
</file>

<file path=ppt/tags/tag61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61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617.xml><?xml version="1.0" encoding="utf-8"?>
<p:tagLst xmlns:a="http://schemas.openxmlformats.org/drawingml/2006/main" xmlns:r="http://schemas.openxmlformats.org/officeDocument/2006/relationships" xmlns:p="http://schemas.openxmlformats.org/presentationml/2006/main">
  <p:tag name="SHAPENAME" val="Subtitle"/>
</p:tagLst>
</file>

<file path=ppt/tags/tag618.xml><?xml version="1.0" encoding="utf-8"?>
<p:tagLst xmlns:a="http://schemas.openxmlformats.org/drawingml/2006/main" xmlns:r="http://schemas.openxmlformats.org/officeDocument/2006/relationships" xmlns:p="http://schemas.openxmlformats.org/presentationml/2006/main">
  <p:tag name="SLIDELOOKUP" val="202510081832552792561"/>
</p:tagLst>
</file>

<file path=ppt/tags/tag6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0.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621.xml><?xml version="1.0" encoding="utf-8"?>
<p:tagLst xmlns:a="http://schemas.openxmlformats.org/drawingml/2006/main" xmlns:r="http://schemas.openxmlformats.org/officeDocument/2006/relationships" xmlns:p="http://schemas.openxmlformats.org/presentationml/2006/main">
  <p:tag name="SHAPENAME" val="Subtitle"/>
</p:tagLst>
</file>

<file path=ppt/tags/tag622.xml><?xml version="1.0" encoding="utf-8"?>
<p:tagLst xmlns:a="http://schemas.openxmlformats.org/drawingml/2006/main" xmlns:r="http://schemas.openxmlformats.org/officeDocument/2006/relationships" xmlns:p="http://schemas.openxmlformats.org/presentationml/2006/main">
  <p:tag name="SHAPENAME" val="Title"/>
</p:tagLst>
</file>

<file path=ppt/tags/tag6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4.xml><?xml version="1.0" encoding="utf-8"?>
<p:tagLst xmlns:a="http://schemas.openxmlformats.org/drawingml/2006/main" xmlns:r="http://schemas.openxmlformats.org/officeDocument/2006/relationships" xmlns:p="http://schemas.openxmlformats.org/presentationml/2006/main">
  <p:tag name="THINKCELLSHAPEDONOTDELETE" val="tCGnqNTlf8imUlw4m4uTcvA"/>
</p:tagLst>
</file>

<file path=ppt/tags/tag625.xml><?xml version="1.0" encoding="utf-8"?>
<p:tagLst xmlns:a="http://schemas.openxmlformats.org/drawingml/2006/main" xmlns:r="http://schemas.openxmlformats.org/officeDocument/2006/relationships" xmlns:p="http://schemas.openxmlformats.org/presentationml/2006/main">
  <p:tag name="THINKCELLSHAPEDONOTDELETE" val="tQ3mlejMfnYiF4SGU5YRagw"/>
</p:tagLst>
</file>

<file path=ppt/tags/tag626.xml><?xml version="1.0" encoding="utf-8"?>
<p:tagLst xmlns:a="http://schemas.openxmlformats.org/drawingml/2006/main" xmlns:r="http://schemas.openxmlformats.org/officeDocument/2006/relationships" xmlns:p="http://schemas.openxmlformats.org/presentationml/2006/main">
  <p:tag name="THINKCELLSHAPEDONOTDELETE" val="twLDG046qO374UXVNXuYMqg"/>
</p:tagLst>
</file>

<file path=ppt/tags/tag627.xml><?xml version="1.0" encoding="utf-8"?>
<p:tagLst xmlns:a="http://schemas.openxmlformats.org/drawingml/2006/main" xmlns:r="http://schemas.openxmlformats.org/officeDocument/2006/relationships" xmlns:p="http://schemas.openxmlformats.org/presentationml/2006/main">
  <p:tag name="THINKCELLSHAPEDONOTDELETE" val="tz_bIuKb.Oh7XVWpWWcUPrw"/>
</p:tagLst>
</file>

<file path=ppt/tags/tag6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1.xml><?xml version="1.0" encoding="utf-8"?>
<p:tagLst xmlns:a="http://schemas.openxmlformats.org/drawingml/2006/main" xmlns:r="http://schemas.openxmlformats.org/officeDocument/2006/relationships" xmlns:p="http://schemas.openxmlformats.org/presentationml/2006/main">
  <p:tag name="NAME" val="CustomIcon"/>
</p:tagLst>
</file>

<file path=ppt/tags/tag632.xml><?xml version="1.0" encoding="utf-8"?>
<p:tagLst xmlns:a="http://schemas.openxmlformats.org/drawingml/2006/main" xmlns:r="http://schemas.openxmlformats.org/officeDocument/2006/relationships" xmlns:p="http://schemas.openxmlformats.org/presentationml/2006/main">
  <p:tag name="NAME" val="CustomIcon"/>
</p:tagLst>
</file>

<file path=ppt/tags/tag633.xml><?xml version="1.0" encoding="utf-8"?>
<p:tagLst xmlns:a="http://schemas.openxmlformats.org/drawingml/2006/main" xmlns:r="http://schemas.openxmlformats.org/officeDocument/2006/relationships" xmlns:p="http://schemas.openxmlformats.org/presentationml/2006/main">
  <p:tag name="NAME" val="CustomIcon"/>
</p:tagLst>
</file>

<file path=ppt/tags/tag6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6.xml><?xml version="1.0" encoding="utf-8"?>
<p:tagLst xmlns:a="http://schemas.openxmlformats.org/drawingml/2006/main" xmlns:r="http://schemas.openxmlformats.org/officeDocument/2006/relationships" xmlns:p="http://schemas.openxmlformats.org/presentationml/2006/main">
  <p:tag name="THINKCELLSHAPEDONOTDELETE" val="tAhZjTc5b3qLyNQQodt1rBA"/>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tCGnqNTlf8imUlw4m4uTcvA"/>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hCU7vY7sgE5ijqyr9mkUhw"/>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t_eM4jGuZRH1IDMNcMzO9Sw"/>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4.xml><?xml version="1.0" encoding="utf-8"?>
<p:tagLst xmlns:a="http://schemas.openxmlformats.org/drawingml/2006/main" xmlns:r="http://schemas.openxmlformats.org/officeDocument/2006/relationships" xmlns:p="http://schemas.openxmlformats.org/presentationml/2006/main">
  <p:tag name="THINKCELLSHAPEDONOTDELETE" val="ta8eF3IakHFKyvH7ZNHxlNA"/>
</p:tagLst>
</file>

<file path=ppt/tags/tag645.xml><?xml version="1.0" encoding="utf-8"?>
<p:tagLst xmlns:a="http://schemas.openxmlformats.org/drawingml/2006/main" xmlns:r="http://schemas.openxmlformats.org/officeDocument/2006/relationships" xmlns:p="http://schemas.openxmlformats.org/presentationml/2006/main">
  <p:tag name="THINKCELLSHAPEDONOTDELETE" val="tjV.mtangRmZ05zjVH3Ebcw"/>
</p:tagLst>
</file>

<file path=ppt/tags/tag646.xml><?xml version="1.0" encoding="utf-8"?>
<p:tagLst xmlns:a="http://schemas.openxmlformats.org/drawingml/2006/main" xmlns:r="http://schemas.openxmlformats.org/officeDocument/2006/relationships" xmlns:p="http://schemas.openxmlformats.org/presentationml/2006/main">
  <p:tag name="THINKCELLSHAPEDONOTDELETE" val="tO2JQaB.g6HYBxi75RTuLaQ"/>
</p:tagLst>
</file>

<file path=ppt/tags/tag647.xml><?xml version="1.0" encoding="utf-8"?>
<p:tagLst xmlns:a="http://schemas.openxmlformats.org/drawingml/2006/main" xmlns:r="http://schemas.openxmlformats.org/officeDocument/2006/relationships" xmlns:p="http://schemas.openxmlformats.org/presentationml/2006/main">
  <p:tag name="THINKCELLSHAPEDONOTDELETE" val="tjC6zNgU7H1CytFoaiiv4Pw"/>
</p:tagLst>
</file>

<file path=ppt/tags/tag648.xml><?xml version="1.0" encoding="utf-8"?>
<p:tagLst xmlns:a="http://schemas.openxmlformats.org/drawingml/2006/main" xmlns:r="http://schemas.openxmlformats.org/officeDocument/2006/relationships" xmlns:p="http://schemas.openxmlformats.org/presentationml/2006/main">
  <p:tag name="THINKCELLSHAPEDONOTDELETE" val="t.4D8obO6tXEX8sGrkJ4cbA"/>
</p:tagLst>
</file>

<file path=ppt/tags/tag649.xml><?xml version="1.0" encoding="utf-8"?>
<p:tagLst xmlns:a="http://schemas.openxmlformats.org/drawingml/2006/main" xmlns:r="http://schemas.openxmlformats.org/officeDocument/2006/relationships" xmlns:p="http://schemas.openxmlformats.org/presentationml/2006/main">
  <p:tag name="THINKCELLSHAPEDONOTDELETE" val="tjqqGNKyYwKMtuGU_kI995Q"/>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tNw8othlxaXXvGDVmIzOyZQ"/>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tdqshdU8ZBBIMyUvRpzKyzg"/>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twJtBgpqjFvH_zoYpKY_9Hw"/>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tRANGi4kSnd4BtGso3q2csA"/>
</p:tagLst>
</file>

<file path=ppt/tags/tag654.xml><?xml version="1.0" encoding="utf-8"?>
<p:tagLst xmlns:a="http://schemas.openxmlformats.org/drawingml/2006/main" xmlns:r="http://schemas.openxmlformats.org/officeDocument/2006/relationships" xmlns:p="http://schemas.openxmlformats.org/presentationml/2006/main">
  <p:tag name="THINKCELLSHAPEDONOTDELETE" val="tgzYTJIIjRzANqYT7vUKZjg"/>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tAlysxfmU7LR8bwshVONCeA"/>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tgEkU1zbqiCeyd2fpAAPETw"/>
</p:tagLst>
</file>

<file path=ppt/tags/tag657.xml><?xml version="1.0" encoding="utf-8"?>
<p:tagLst xmlns:a="http://schemas.openxmlformats.org/drawingml/2006/main" xmlns:r="http://schemas.openxmlformats.org/officeDocument/2006/relationships" xmlns:p="http://schemas.openxmlformats.org/presentationml/2006/main">
  <p:tag name="THINKCELLSHAPEDONOTDELETE" val="tjNTD3mkcbZq49uUZ0To.Hw"/>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tpAHuFWN.zLGdy2n.kefXBQ"/>
</p:tagLst>
</file>

<file path=ppt/tags/tag659.xml><?xml version="1.0" encoding="utf-8"?>
<p:tagLst xmlns:a="http://schemas.openxmlformats.org/drawingml/2006/main" xmlns:r="http://schemas.openxmlformats.org/officeDocument/2006/relationships" xmlns:p="http://schemas.openxmlformats.org/presentationml/2006/main">
  <p:tag name="THINKCELLSHAPEDONOTDELETE" val="tXLcTj.UvKcKBmqd6xjUxVw"/>
</p:tagLst>
</file>

<file path=ppt/tags/tag660.xml><?xml version="1.0" encoding="utf-8"?>
<p:tagLst xmlns:a="http://schemas.openxmlformats.org/drawingml/2006/main" xmlns:r="http://schemas.openxmlformats.org/officeDocument/2006/relationships" xmlns:p="http://schemas.openxmlformats.org/presentationml/2006/main">
  <p:tag name="THINKCELLSHAPEDONOTDELETE" val="t6wo_q3LZqcw_h9ichrasrw"/>
</p:tagLst>
</file>

<file path=ppt/tags/tag661.xml><?xml version="1.0" encoding="utf-8"?>
<p:tagLst xmlns:a="http://schemas.openxmlformats.org/drawingml/2006/main" xmlns:r="http://schemas.openxmlformats.org/officeDocument/2006/relationships" xmlns:p="http://schemas.openxmlformats.org/presentationml/2006/main">
  <p:tag name="THINKCELLSHAPEDONOTDELETE" val="tzVM349a8SA0xUS0XYSYI5Q"/>
</p:tagLst>
</file>

<file path=ppt/tags/tag662.xml><?xml version="1.0" encoding="utf-8"?>
<p:tagLst xmlns:a="http://schemas.openxmlformats.org/drawingml/2006/main" xmlns:r="http://schemas.openxmlformats.org/officeDocument/2006/relationships" xmlns:p="http://schemas.openxmlformats.org/presentationml/2006/main">
  <p:tag name="THINKCELLSHAPEDONOTDELETE" val="taXsbifjgTvsich6fhD_F4Q"/>
</p:tagLst>
</file>

<file path=ppt/tags/tag663.xml><?xml version="1.0" encoding="utf-8"?>
<p:tagLst xmlns:a="http://schemas.openxmlformats.org/drawingml/2006/main" xmlns:r="http://schemas.openxmlformats.org/officeDocument/2006/relationships" xmlns:p="http://schemas.openxmlformats.org/presentationml/2006/main">
  <p:tag name="THINKCELLSHAPEDONOTDELETE" val="too5FCxZtgKY6P4TJOinzoA"/>
</p:tagLst>
</file>

<file path=ppt/tags/tag664.xml><?xml version="1.0" encoding="utf-8"?>
<p:tagLst xmlns:a="http://schemas.openxmlformats.org/drawingml/2006/main" xmlns:r="http://schemas.openxmlformats.org/officeDocument/2006/relationships" xmlns:p="http://schemas.openxmlformats.org/presentationml/2006/main">
  <p:tag name="THINKCELLSHAPEDONOTDELETE" val="tEx39Ud4SkJmBnMVldVyCsg"/>
</p:tagLst>
</file>

<file path=ppt/tags/tag665.xml><?xml version="1.0" encoding="utf-8"?>
<p:tagLst xmlns:a="http://schemas.openxmlformats.org/drawingml/2006/main" xmlns:r="http://schemas.openxmlformats.org/officeDocument/2006/relationships" xmlns:p="http://schemas.openxmlformats.org/presentationml/2006/main">
  <p:tag name="THINKCELLSHAPEDONOTDELETE" val="tnZVfNBJKcOD9AJzBSm2BJg"/>
</p:tagLst>
</file>

<file path=ppt/tags/tag666.xml><?xml version="1.0" encoding="utf-8"?>
<p:tagLst xmlns:a="http://schemas.openxmlformats.org/drawingml/2006/main" xmlns:r="http://schemas.openxmlformats.org/officeDocument/2006/relationships" xmlns:p="http://schemas.openxmlformats.org/presentationml/2006/main">
  <p:tag name="THINKCELLSHAPEDONOTDELETE" val="tjWN5dHYvTBUvPbJJ7tA3Zw"/>
</p:tagLst>
</file>

<file path=ppt/tags/tag667.xml><?xml version="1.0" encoding="utf-8"?>
<p:tagLst xmlns:a="http://schemas.openxmlformats.org/drawingml/2006/main" xmlns:r="http://schemas.openxmlformats.org/officeDocument/2006/relationships" xmlns:p="http://schemas.openxmlformats.org/presentationml/2006/main">
  <p:tag name="THINKCELLSHAPEDONOTDELETE" val="tARp034faOVI86J7eS6wb9g"/>
</p:tagLst>
</file>

<file path=ppt/tags/tag668.xml><?xml version="1.0" encoding="utf-8"?>
<p:tagLst xmlns:a="http://schemas.openxmlformats.org/drawingml/2006/main" xmlns:r="http://schemas.openxmlformats.org/officeDocument/2006/relationships" xmlns:p="http://schemas.openxmlformats.org/presentationml/2006/main">
  <p:tag name="THINKCELLSHAPEDONOTDELETE" val="t62IK01SZ5l1KYnAiH2iFkg"/>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tQzu10ZC8cAz6lZKvxRp17g"/>
</p:tagLst>
</file>

<file path=ppt/tags/tag670.xml><?xml version="1.0" encoding="utf-8"?>
<p:tagLst xmlns:a="http://schemas.openxmlformats.org/drawingml/2006/main" xmlns:r="http://schemas.openxmlformats.org/officeDocument/2006/relationships" xmlns:p="http://schemas.openxmlformats.org/presentationml/2006/main">
  <p:tag name="THINKCELLSHAPEDONOTDELETE" val="tZKXS1jY5h9opAQwvbHzLtw"/>
</p:tagLst>
</file>

<file path=ppt/tags/tag671.xml><?xml version="1.0" encoding="utf-8"?>
<p:tagLst xmlns:a="http://schemas.openxmlformats.org/drawingml/2006/main" xmlns:r="http://schemas.openxmlformats.org/officeDocument/2006/relationships" xmlns:p="http://schemas.openxmlformats.org/presentationml/2006/main">
  <p:tag name="THINKCELLSHAPEDONOTDELETE" val="twJl9UhXzKQcizOD63UcXGA"/>
</p:tagLst>
</file>

<file path=ppt/tags/tag672.xml><?xml version="1.0" encoding="utf-8"?>
<p:tagLst xmlns:a="http://schemas.openxmlformats.org/drawingml/2006/main" xmlns:r="http://schemas.openxmlformats.org/officeDocument/2006/relationships" xmlns:p="http://schemas.openxmlformats.org/presentationml/2006/main">
  <p:tag name="THINKCELLSHAPEDONOTDELETE" val="t9f25qg963mZlmsIvKcYhSg"/>
</p:tagLst>
</file>

<file path=ppt/tags/tag673.xml><?xml version="1.0" encoding="utf-8"?>
<p:tagLst xmlns:a="http://schemas.openxmlformats.org/drawingml/2006/main" xmlns:r="http://schemas.openxmlformats.org/officeDocument/2006/relationships" xmlns:p="http://schemas.openxmlformats.org/presentationml/2006/main">
  <p:tag name="THINKCELLSHAPEDONOTDELETE" val="t7ukWZGu.ERlv4uubrlewIg"/>
</p:tagLst>
</file>

<file path=ppt/tags/tag674.xml><?xml version="1.0" encoding="utf-8"?>
<p:tagLst xmlns:a="http://schemas.openxmlformats.org/drawingml/2006/main" xmlns:r="http://schemas.openxmlformats.org/officeDocument/2006/relationships" xmlns:p="http://schemas.openxmlformats.org/presentationml/2006/main">
  <p:tag name="THINKCELLSHAPEDONOTDELETE" val="tHHkX2KjFzAGirqDAcIWIDw"/>
</p:tagLst>
</file>

<file path=ppt/tags/tag675.xml><?xml version="1.0" encoding="utf-8"?>
<p:tagLst xmlns:a="http://schemas.openxmlformats.org/drawingml/2006/main" xmlns:r="http://schemas.openxmlformats.org/officeDocument/2006/relationships" xmlns:p="http://schemas.openxmlformats.org/presentationml/2006/main">
  <p:tag name="THINKCELLSHAPEDONOTDELETE" val="tobzZjU2eKswJwmPTrkaZsg"/>
</p:tagLst>
</file>

<file path=ppt/tags/tag676.xml><?xml version="1.0" encoding="utf-8"?>
<p:tagLst xmlns:a="http://schemas.openxmlformats.org/drawingml/2006/main" xmlns:r="http://schemas.openxmlformats.org/officeDocument/2006/relationships" xmlns:p="http://schemas.openxmlformats.org/presentationml/2006/main">
  <p:tag name="THINKCELLSHAPEDONOTDELETE" val="tyUkCqdTyKub.SAkmfNNaDQ"/>
</p:tagLst>
</file>

<file path=ppt/tags/tag677.xml><?xml version="1.0" encoding="utf-8"?>
<p:tagLst xmlns:a="http://schemas.openxmlformats.org/drawingml/2006/main" xmlns:r="http://schemas.openxmlformats.org/officeDocument/2006/relationships" xmlns:p="http://schemas.openxmlformats.org/presentationml/2006/main">
  <p:tag name="THINKCELLSHAPEDONOTDELETE" val="t9MO84LTDdAEH11Dcswb3dg"/>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tmTxT5mtVkpIMcz.cgh3fAA"/>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t3Aaq.72.EdFM9QmTUl2ZSQ"/>
</p:tagLst>
</file>

<file path=ppt/tags/tag680.xml><?xml version="1.0" encoding="utf-8"?>
<p:tagLst xmlns:a="http://schemas.openxmlformats.org/drawingml/2006/main" xmlns:r="http://schemas.openxmlformats.org/officeDocument/2006/relationships" xmlns:p="http://schemas.openxmlformats.org/presentationml/2006/main">
  <p:tag name="THINKCELLSHAPEDONOTDELETE" val="tn7ebKhmc.4L4AYFjKp2tqQ"/>
</p:tagLst>
</file>

<file path=ppt/tags/tag681.xml><?xml version="1.0" encoding="utf-8"?>
<p:tagLst xmlns:a="http://schemas.openxmlformats.org/drawingml/2006/main" xmlns:r="http://schemas.openxmlformats.org/officeDocument/2006/relationships" xmlns:p="http://schemas.openxmlformats.org/presentationml/2006/main">
  <p:tag name="THINKCELLSHAPEDONOTDELETE" val="tIdK9oS7kyD7Du8TRHwru7Q"/>
</p:tagLst>
</file>

<file path=ppt/tags/tag682.xml><?xml version="1.0" encoding="utf-8"?>
<p:tagLst xmlns:a="http://schemas.openxmlformats.org/drawingml/2006/main" xmlns:r="http://schemas.openxmlformats.org/officeDocument/2006/relationships" xmlns:p="http://schemas.openxmlformats.org/presentationml/2006/main">
  <p:tag name="THINKCELLSHAPEDONOTDELETE" val="tv7S4obAzlOiBPPQ.5ljPfw"/>
</p:tagLst>
</file>

<file path=ppt/tags/tag683.xml><?xml version="1.0" encoding="utf-8"?>
<p:tagLst xmlns:a="http://schemas.openxmlformats.org/drawingml/2006/main" xmlns:r="http://schemas.openxmlformats.org/officeDocument/2006/relationships" xmlns:p="http://schemas.openxmlformats.org/presentationml/2006/main">
  <p:tag name="THINKCELLSHAPEDONOTDELETE" val="tAIrpIjH4ebokgvSaeLTOSg"/>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tehe6VgyiUoH1Sd4jROEp0A"/>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pYn7KUhncSMvX_3XmBny5Q"/>
</p:tagLst>
</file>

<file path=ppt/tags/tag686.xml><?xml version="1.0" encoding="utf-8"?>
<p:tagLst xmlns:a="http://schemas.openxmlformats.org/drawingml/2006/main" xmlns:r="http://schemas.openxmlformats.org/officeDocument/2006/relationships" xmlns:p="http://schemas.openxmlformats.org/presentationml/2006/main">
  <p:tag name="SHAPENAME" val="5. Source"/>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ta8eF3IakHFKyvH7ZNHxlNA"/>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tjV.mtangRmZ05zjVH3Ebcw"/>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tXLXEGNnozpYS9_ZEQ4IX3A"/>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bkWoYI5P1XH.6cH_3voUEg"/>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tYnmfCECXUerSVWTL5S8Xsg"/>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tkooGa2MZnJn9.GUgugm1NA"/>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tUEblRNqh6NjvHJs8Du10yQ"/>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tX6B3PVQnTY5qDQzvSjPRGA"/>
</p:tagLst>
</file>

<file path=ppt/tags/tag696.xml><?xml version="1.0" encoding="utf-8"?>
<p:tagLst xmlns:a="http://schemas.openxmlformats.org/drawingml/2006/main" xmlns:r="http://schemas.openxmlformats.org/officeDocument/2006/relationships" xmlns:p="http://schemas.openxmlformats.org/presentationml/2006/main">
  <p:tag name="THINKCELLSHAPEDONOTDELETE" val="tyccsnweNtyt7oDrjV6ZrJg"/>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t3vSNfRcxClPjmPG3y06_2w"/>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tJqli4UBI6NGXrq0P7aPCQ"/>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t6lsKfkRFjuBcz1RuDmVZbA"/>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t5hC.7ZX4PlWlsc2FMjSdhA"/>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wJtBgpqjFvH_zoYpKY_9Hw"/>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llWglRtFPMaiCwH.sKM29Q"/>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RANGi4kSnd4BtGso3q2csA"/>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tT8Gq02jWozYDrhZddiZHmQ"/>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tgzYTJIIjRzANqYT7vUKZjg"/>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tmYakPM0cX_AdTU1370AhDg"/>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AlysxfmU7LR8bwshVONCeA"/>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tZ65vbocN8dwalpfwEUbROg"/>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tlS4nl042f6zSPE5gfwVOuA"/>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gEkU1zbqiCeyd2fpAAPETw"/>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jNTD3mkcbZq49uUZ0To.Hw"/>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RXgnFp8iLB2yyE7qehuDoQ"/>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tpAHuFWN.zLGdy2n.kefXBQ"/>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twJY43aSjW8TVg2i7HbInIQ"/>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XLcTj.UvKcKBmqd6xjUxVw"/>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3wmga4XGlnKoJ5Yym9Ooxw"/>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diIrG.VBFQeQsHxSMpYXUA"/>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w053DwlNTXWDmzJ2Uq1dEg"/>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ZX9z5fIOjnVSrf3fHSEetg"/>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AQ.i.AwZS_H9bVb02iTpMg"/>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tBSiAkb..S7Ye2HjUpycCjw"/>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3X80mLqI.dB0tMHU8D90wg"/>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wzoIOLV89L2VLmWxVGCxwQ"/>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tKRs_pLntL3fC8rAHoa1inA"/>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t3JZwUzdRJAuAsHr7jHnqNg"/>
</p:tagLst>
</file>

<file path=ppt/tags/tag7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ta8eF3IakHFKyvH7ZNHxlNA"/>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tjV.mtangRmZ05zjVH3Ebcw"/>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tbkWoYI5P1XH.6cH_3voUEg"/>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tkooGa2MZnJn9.GUgugm1NA"/>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tVL4ph392s.uTNdVVzh1T6w"/>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tX64Rm8jraWYlp8TROmt41A"/>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twJFMUL.ESIIReusU9dUyVw"/>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twJtBgpqjFvH_zoYpKY_9Hw"/>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tRANGi4kSnd4BtGso3q2csA"/>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tgzYTJIIjRzANqYT7vUKZjg"/>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tAlysxfmU7LR8bwshVONCeA"/>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tgEkU1zbqiCeyd2fpAAPETw"/>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tjNTD3mkcbZq49uUZ0To.Hw"/>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tpAHuFWN.zLGdy2n.kefXBQ"/>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tXLcTj.UvKcKBmqd6xjUxVw"/>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t3wmga4XGlnKoJ5Yym9Ooxw"/>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tdiIrG.VBFQeQsHxSMpYXUA"/>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tZX9z5fIOjnVSrf3fHSEetg"/>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tAQ.i.AwZS_H9bVb02iTpMg"/>
</p:tagLst>
</file>

<file path=ppt/tags/tag747.xml><?xml version="1.0" encoding="utf-8"?>
<p:tagLst xmlns:a="http://schemas.openxmlformats.org/drawingml/2006/main" xmlns:r="http://schemas.openxmlformats.org/officeDocument/2006/relationships" xmlns:p="http://schemas.openxmlformats.org/presentationml/2006/main">
  <p:tag name="SHAPENAME" val="5. Source"/>
</p:tagLst>
</file>

<file path=ppt/tags/tag748.xml><?xml version="1.0" encoding="utf-8"?>
<p:tagLst xmlns:a="http://schemas.openxmlformats.org/drawingml/2006/main" xmlns:r="http://schemas.openxmlformats.org/officeDocument/2006/relationships" xmlns:p="http://schemas.openxmlformats.org/presentationml/2006/main">
  <p:tag name="SOURCE_FEATURE" val="SlidePro_NTS_18ca909f-b993-4551-bf44-c1f373ca07b9_v1"/>
  <p:tag name="MCK_SOURCE_MASTER_NAME" val="Default Theme"/>
  <p:tag name="MCK_SOURCE_LAYOUT_NAME" val="Default"/>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52.xml><?xml version="1.0" encoding="utf-8"?>
<p:tagLst xmlns:a="http://schemas.openxmlformats.org/drawingml/2006/main" xmlns:r="http://schemas.openxmlformats.org/officeDocument/2006/relationships" xmlns:p="http://schemas.openxmlformats.org/presentationml/2006/main">
  <p:tag name="NAME" val="CustomIcon"/>
</p:tagLst>
</file>

<file path=ppt/tags/tag753.xml><?xml version="1.0" encoding="utf-8"?>
<p:tagLst xmlns:a="http://schemas.openxmlformats.org/drawingml/2006/main" xmlns:r="http://schemas.openxmlformats.org/officeDocument/2006/relationships" xmlns:p="http://schemas.openxmlformats.org/presentationml/2006/main">
  <p:tag name="NAME" val="CustomIcon"/>
</p:tagLst>
</file>

<file path=ppt/tags/tag754.xml><?xml version="1.0" encoding="utf-8"?>
<p:tagLst xmlns:a="http://schemas.openxmlformats.org/drawingml/2006/main" xmlns:r="http://schemas.openxmlformats.org/officeDocument/2006/relationships" xmlns:p="http://schemas.openxmlformats.org/presentationml/2006/main">
  <p:tag name="NAME" val="CustomIcon"/>
</p:tagLst>
</file>

<file path=ppt/tags/tag755.xml><?xml version="1.0" encoding="utf-8"?>
<p:tagLst xmlns:a="http://schemas.openxmlformats.org/drawingml/2006/main" xmlns:r="http://schemas.openxmlformats.org/officeDocument/2006/relationships" xmlns:p="http://schemas.openxmlformats.org/presentationml/2006/main">
  <p:tag name="NAME" val="CustomIcon"/>
</p:tagLst>
</file>

<file path=ppt/tags/tag756.xml><?xml version="1.0" encoding="utf-8"?>
<p:tagLst xmlns:a="http://schemas.openxmlformats.org/drawingml/2006/main" xmlns:r="http://schemas.openxmlformats.org/officeDocument/2006/relationships" xmlns:p="http://schemas.openxmlformats.org/presentationml/2006/main">
  <p:tag name="NAME" val="CustomIcon"/>
</p:tagLst>
</file>

<file path=ppt/tags/tag7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9.xml><?xml version="1.0" encoding="utf-8"?>
<p:tagLst xmlns:a="http://schemas.openxmlformats.org/drawingml/2006/main" xmlns:r="http://schemas.openxmlformats.org/officeDocument/2006/relationships" xmlns:p="http://schemas.openxmlformats.org/presentationml/2006/main">
  <p:tag name="NAME" val="Flow"/>
</p:tagLst>
</file>

<file path=ppt/tags/tag760.xml><?xml version="1.0" encoding="utf-8"?>
<p:tagLst xmlns:a="http://schemas.openxmlformats.org/drawingml/2006/main" xmlns:r="http://schemas.openxmlformats.org/officeDocument/2006/relationships" xmlns:p="http://schemas.openxmlformats.org/presentationml/2006/main">
  <p:tag name="NAME" val="Flow"/>
</p:tagLst>
</file>

<file path=ppt/tags/tag761.xml><?xml version="1.0" encoding="utf-8"?>
<p:tagLst xmlns:a="http://schemas.openxmlformats.org/drawingml/2006/main" xmlns:r="http://schemas.openxmlformats.org/officeDocument/2006/relationships" xmlns:p="http://schemas.openxmlformats.org/presentationml/2006/main">
  <p:tag name="NAME" val="Flow"/>
</p:tagLst>
</file>

<file path=ppt/tags/tag762.xml><?xml version="1.0" encoding="utf-8"?>
<p:tagLst xmlns:a="http://schemas.openxmlformats.org/drawingml/2006/main" xmlns:r="http://schemas.openxmlformats.org/officeDocument/2006/relationships" xmlns:p="http://schemas.openxmlformats.org/presentationml/2006/main">
  <p:tag name="NAME" val="LineBasicStrong"/>
</p:tagLst>
</file>

<file path=ppt/tags/tag763.xml><?xml version="1.0" encoding="utf-8"?>
<p:tagLst xmlns:a="http://schemas.openxmlformats.org/drawingml/2006/main" xmlns:r="http://schemas.openxmlformats.org/officeDocument/2006/relationships" xmlns:p="http://schemas.openxmlformats.org/presentationml/2006/main">
  <p:tag name="NAME" val="LineBasicStrong"/>
</p:tagLst>
</file>

<file path=ppt/tags/tag76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6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6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6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6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6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7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1.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2.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4.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5.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6.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7.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9.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78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781.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2.xml><?xml version="1.0" encoding="utf-8"?>
<p:tagLst xmlns:a="http://schemas.openxmlformats.org/drawingml/2006/main" xmlns:r="http://schemas.openxmlformats.org/officeDocument/2006/relationships" xmlns:p="http://schemas.openxmlformats.org/presentationml/2006/main">
  <p:tag name="NAME" val="SingleBoatText"/>
</p:tagLst>
</file>

<file path=ppt/tags/tag783.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4.xml><?xml version="1.0" encoding="utf-8"?>
<p:tagLst xmlns:a="http://schemas.openxmlformats.org/drawingml/2006/main" xmlns:r="http://schemas.openxmlformats.org/officeDocument/2006/relationships" xmlns:p="http://schemas.openxmlformats.org/presentationml/2006/main">
  <p:tag name="NAME" val="SingleBoatText"/>
</p:tagLst>
</file>

<file path=ppt/tags/tag785.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6.xml><?xml version="1.0" encoding="utf-8"?>
<p:tagLst xmlns:a="http://schemas.openxmlformats.org/drawingml/2006/main" xmlns:r="http://schemas.openxmlformats.org/officeDocument/2006/relationships" xmlns:p="http://schemas.openxmlformats.org/presentationml/2006/main">
  <p:tag name="NAME" val="SingleBoatText"/>
</p:tagLst>
</file>

<file path=ppt/tags/tag7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89.xml><?xml version="1.0" encoding="utf-8"?>
<p:tagLst xmlns:a="http://schemas.openxmlformats.org/drawingml/2006/main" xmlns:r="http://schemas.openxmlformats.org/officeDocument/2006/relationships" xmlns:p="http://schemas.openxmlformats.org/presentationml/2006/main">
  <p:tag name="NAME" val="CustomIcon"/>
</p:tagLst>
</file>

<file path=ppt/tags/tag790.xml><?xml version="1.0" encoding="utf-8"?>
<p:tagLst xmlns:a="http://schemas.openxmlformats.org/drawingml/2006/main" xmlns:r="http://schemas.openxmlformats.org/officeDocument/2006/relationships" xmlns:p="http://schemas.openxmlformats.org/presentationml/2006/main">
  <p:tag name="NAME" val="CustomIcon"/>
</p:tagLst>
</file>

<file path=ppt/tags/tag791.xml><?xml version="1.0" encoding="utf-8"?>
<p:tagLst xmlns:a="http://schemas.openxmlformats.org/drawingml/2006/main" xmlns:r="http://schemas.openxmlformats.org/officeDocument/2006/relationships" xmlns:p="http://schemas.openxmlformats.org/presentationml/2006/main">
  <p:tag name="NAME" val="CustomIcon"/>
</p:tagLst>
</file>

<file path=ppt/tags/tag792.xml><?xml version="1.0" encoding="utf-8"?>
<p:tagLst xmlns:a="http://schemas.openxmlformats.org/drawingml/2006/main" xmlns:r="http://schemas.openxmlformats.org/officeDocument/2006/relationships" xmlns:p="http://schemas.openxmlformats.org/presentationml/2006/main">
  <p:tag name="NAME" val="CustomIcon"/>
</p:tagLst>
</file>

<file path=ppt/tags/tag793.xml><?xml version="1.0" encoding="utf-8"?>
<p:tagLst xmlns:a="http://schemas.openxmlformats.org/drawingml/2006/main" xmlns:r="http://schemas.openxmlformats.org/officeDocument/2006/relationships" xmlns:p="http://schemas.openxmlformats.org/presentationml/2006/main">
  <p:tag name="NAME" val="CustomIcon"/>
</p:tagLst>
</file>

<file path=ppt/tags/tag794.xml><?xml version="1.0" encoding="utf-8"?>
<p:tagLst xmlns:a="http://schemas.openxmlformats.org/drawingml/2006/main" xmlns:r="http://schemas.openxmlformats.org/officeDocument/2006/relationships" xmlns:p="http://schemas.openxmlformats.org/presentationml/2006/main">
  <p:tag name="NAME" val="CustomIcon"/>
</p:tagLst>
</file>

<file path=ppt/tags/tag795.xml><?xml version="1.0" encoding="utf-8"?>
<p:tagLst xmlns:a="http://schemas.openxmlformats.org/drawingml/2006/main" xmlns:r="http://schemas.openxmlformats.org/officeDocument/2006/relationships" xmlns:p="http://schemas.openxmlformats.org/presentationml/2006/main">
  <p:tag name="NAME" val="CustomIcon"/>
</p:tagLst>
</file>

<file path=ppt/tags/tag796.xml><?xml version="1.0" encoding="utf-8"?>
<p:tagLst xmlns:a="http://schemas.openxmlformats.org/drawingml/2006/main" xmlns:r="http://schemas.openxmlformats.org/officeDocument/2006/relationships" xmlns:p="http://schemas.openxmlformats.org/presentationml/2006/main">
  <p:tag name="NAME" val="CustomIcon"/>
</p:tagLst>
</file>

<file path=ppt/tags/tag79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9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0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01.xml><?xml version="1.0" encoding="utf-8"?>
<p:tagLst xmlns:a="http://schemas.openxmlformats.org/drawingml/2006/main" xmlns:r="http://schemas.openxmlformats.org/officeDocument/2006/relationships" xmlns:p="http://schemas.openxmlformats.org/presentationml/2006/main">
  <p:tag name="NAME" val="LineSpecialityBullet"/>
</p:tagLst>
</file>

<file path=ppt/tags/tag802.xml><?xml version="1.0" encoding="utf-8"?>
<p:tagLst xmlns:a="http://schemas.openxmlformats.org/drawingml/2006/main" xmlns:r="http://schemas.openxmlformats.org/officeDocument/2006/relationships" xmlns:p="http://schemas.openxmlformats.org/presentationml/2006/main">
  <p:tag name="NAME" val="LineSpecialityBullet"/>
</p:tagLst>
</file>

<file path=ppt/tags/tag803.xml><?xml version="1.0" encoding="utf-8"?>
<p:tagLst xmlns:a="http://schemas.openxmlformats.org/drawingml/2006/main" xmlns:r="http://schemas.openxmlformats.org/officeDocument/2006/relationships" xmlns:p="http://schemas.openxmlformats.org/presentationml/2006/main">
  <p:tag name="NAME" val="LineSpecialityBullet"/>
</p:tagLst>
</file>

<file path=ppt/tags/tag804.xml><?xml version="1.0" encoding="utf-8"?>
<p:tagLst xmlns:a="http://schemas.openxmlformats.org/drawingml/2006/main" xmlns:r="http://schemas.openxmlformats.org/officeDocument/2006/relationships" xmlns:p="http://schemas.openxmlformats.org/presentationml/2006/main">
  <p:tag name="NAME" val="LineSpecialityBullet"/>
</p:tagLst>
</file>

<file path=ppt/tags/tag805.xml><?xml version="1.0" encoding="utf-8"?>
<p:tagLst xmlns:a="http://schemas.openxmlformats.org/drawingml/2006/main" xmlns:r="http://schemas.openxmlformats.org/officeDocument/2006/relationships" xmlns:p="http://schemas.openxmlformats.org/presentationml/2006/main">
  <p:tag name="NAME" val="TrackerNumWhite"/>
</p:tagLst>
</file>

<file path=ppt/tags/tag806.xml><?xml version="1.0" encoding="utf-8"?>
<p:tagLst xmlns:a="http://schemas.openxmlformats.org/drawingml/2006/main" xmlns:r="http://schemas.openxmlformats.org/officeDocument/2006/relationships" xmlns:p="http://schemas.openxmlformats.org/presentationml/2006/main">
  <p:tag name="NAME" val="Flow"/>
</p:tagLst>
</file>

<file path=ppt/tags/tag807.xml><?xml version="1.0" encoding="utf-8"?>
<p:tagLst xmlns:a="http://schemas.openxmlformats.org/drawingml/2006/main" xmlns:r="http://schemas.openxmlformats.org/officeDocument/2006/relationships" xmlns:p="http://schemas.openxmlformats.org/presentationml/2006/main">
  <p:tag name="NAME" val="Flow"/>
</p:tagLst>
</file>

<file path=ppt/tags/tag808.xml><?xml version="1.0" encoding="utf-8"?>
<p:tagLst xmlns:a="http://schemas.openxmlformats.org/drawingml/2006/main" xmlns:r="http://schemas.openxmlformats.org/officeDocument/2006/relationships" xmlns:p="http://schemas.openxmlformats.org/presentationml/2006/main">
  <p:tag name="NAME" val="Flow"/>
</p:tagLst>
</file>

<file path=ppt/tags/tag809.xml><?xml version="1.0" encoding="utf-8"?>
<p:tagLst xmlns:a="http://schemas.openxmlformats.org/drawingml/2006/main" xmlns:r="http://schemas.openxmlformats.org/officeDocument/2006/relationships" xmlns:p="http://schemas.openxmlformats.org/presentationml/2006/main">
  <p:tag name="NAME" val="Flow"/>
</p:tagLst>
</file>

<file path=ppt/tags/tag810.xml><?xml version="1.0" encoding="utf-8"?>
<p:tagLst xmlns:a="http://schemas.openxmlformats.org/drawingml/2006/main" xmlns:r="http://schemas.openxmlformats.org/officeDocument/2006/relationships" xmlns:p="http://schemas.openxmlformats.org/presentationml/2006/main">
  <p:tag name="NAME" val="Flow"/>
</p:tagLst>
</file>

<file path=ppt/tags/tag811.xml><?xml version="1.0" encoding="utf-8"?>
<p:tagLst xmlns:a="http://schemas.openxmlformats.org/drawingml/2006/main" xmlns:r="http://schemas.openxmlformats.org/officeDocument/2006/relationships" xmlns:p="http://schemas.openxmlformats.org/presentationml/2006/main">
  <p:tag name="1LEVEL" val="5"/>
  <p:tag name="2LEVEL" val="2.5"/>
  <p:tag name="3LEVEL" val="1.25"/>
  <p:tag name="4LEVEL" val="0.62"/>
  <p:tag name="5LEVEL" val="0.31"/>
</p:tagLst>
</file>

<file path=ppt/tags/tag812.xml><?xml version="1.0" encoding="utf-8"?>
<p:tagLst xmlns:a="http://schemas.openxmlformats.org/drawingml/2006/main" xmlns:r="http://schemas.openxmlformats.org/officeDocument/2006/relationships" xmlns:p="http://schemas.openxmlformats.org/presentationml/2006/main">
  <p:tag name="1LEVEL" val="5"/>
  <p:tag name="2LEVEL" val="2.5"/>
  <p:tag name="3LEVEL" val="1.25"/>
  <p:tag name="4LEVEL" val="0.62"/>
  <p:tag name="5LEVEL" val="0.31"/>
</p:tagLst>
</file>

<file path=ppt/tags/tag813.xml><?xml version="1.0" encoding="utf-8"?>
<p:tagLst xmlns:a="http://schemas.openxmlformats.org/drawingml/2006/main" xmlns:r="http://schemas.openxmlformats.org/officeDocument/2006/relationships" xmlns:p="http://schemas.openxmlformats.org/presentationml/2006/main">
  <p:tag name="1LEVEL" val="5"/>
  <p:tag name="2LEVEL" val="2.5"/>
  <p:tag name="3LEVEL" val="1.25"/>
  <p:tag name="4LEVEL" val="0.62"/>
  <p:tag name="5LEVEL" val="0.31"/>
</p:tagLst>
</file>

<file path=ppt/tags/tag814.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5.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6.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7.xml><?xml version="1.0" encoding="utf-8"?>
<p:tagLst xmlns:a="http://schemas.openxmlformats.org/drawingml/2006/main" xmlns:r="http://schemas.openxmlformats.org/officeDocument/2006/relationships" xmlns:p="http://schemas.openxmlformats.org/presentationml/2006/main">
  <p:tag name="NAME" val="SingleBoatShape"/>
</p:tagLst>
</file>

<file path=ppt/tags/tag818.xml><?xml version="1.0" encoding="utf-8"?>
<p:tagLst xmlns:a="http://schemas.openxmlformats.org/drawingml/2006/main" xmlns:r="http://schemas.openxmlformats.org/officeDocument/2006/relationships" xmlns:p="http://schemas.openxmlformats.org/presentationml/2006/main">
  <p:tag name="NAME" val="SingleBoatText"/>
</p:tagLst>
</file>

<file path=ppt/tags/tag819.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0.xml><?xml version="1.0" encoding="utf-8"?>
<p:tagLst xmlns:a="http://schemas.openxmlformats.org/drawingml/2006/main" xmlns:r="http://schemas.openxmlformats.org/officeDocument/2006/relationships" xmlns:p="http://schemas.openxmlformats.org/presentationml/2006/main">
  <p:tag name="NAME" val="SingleBoatText"/>
</p:tagLst>
</file>

<file path=ppt/tags/tag821.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2.xml><?xml version="1.0" encoding="utf-8"?>
<p:tagLst xmlns:a="http://schemas.openxmlformats.org/drawingml/2006/main" xmlns:r="http://schemas.openxmlformats.org/officeDocument/2006/relationships" xmlns:p="http://schemas.openxmlformats.org/presentationml/2006/main">
  <p:tag name="NAME" val="SingleBoatText"/>
</p:tagLst>
</file>

<file path=ppt/tags/tag823.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4.xml><?xml version="1.0" encoding="utf-8"?>
<p:tagLst xmlns:a="http://schemas.openxmlformats.org/drawingml/2006/main" xmlns:r="http://schemas.openxmlformats.org/officeDocument/2006/relationships" xmlns:p="http://schemas.openxmlformats.org/presentationml/2006/main">
  <p:tag name="NAME" val="SingleBoatText"/>
</p:tagLst>
</file>

<file path=ppt/tags/tag825.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6.xml><?xml version="1.0" encoding="utf-8"?>
<p:tagLst xmlns:a="http://schemas.openxmlformats.org/drawingml/2006/main" xmlns:r="http://schemas.openxmlformats.org/officeDocument/2006/relationships" xmlns:p="http://schemas.openxmlformats.org/presentationml/2006/main">
  <p:tag name="NAME" val="SingleBoatText"/>
</p:tagLst>
</file>

<file path=ppt/tags/tag8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8.xml><?xml version="1.0" encoding="utf-8"?>
<p:tagLst xmlns:a="http://schemas.openxmlformats.org/drawingml/2006/main" xmlns:r="http://schemas.openxmlformats.org/officeDocument/2006/relationships" xmlns:p="http://schemas.openxmlformats.org/presentationml/2006/main">
  <p:tag name="NAME" val="LineBasicStrong"/>
</p:tagLst>
</file>

<file path=ppt/tags/tag82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638.3333"/>
  <p:tag name="TOP" val="110"/>
  <p:tag name="HEIGHT" val="46.66669"/>
</p:tagLst>
</file>

<file path=ppt/tags/tag83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3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4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4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4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4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4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110"/>
  <p:tag name="HEIGHT" val="46.66669"/>
</p:tagLst>
</file>

<file path=ppt/tags/tag84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110"/>
  <p:tag name="HEIGHT" val="46.66669"/>
</p:tagLst>
</file>

<file path=ppt/tags/tag846.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176.6667"/>
  <p:tag name="HEIGHT" val="46.66669"/>
</p:tagLst>
</file>

<file path=ppt/tags/tag847.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176.6667"/>
  <p:tag name="HEIGHT" val="46.66669"/>
</p:tagLst>
</file>

<file path=ppt/tags/tag848.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243.3333"/>
  <p:tag name="HEIGHT" val="46.66669"/>
</p:tagLst>
</file>

<file path=ppt/tags/tag84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243.3333"/>
  <p:tag name="HEIGHT" val="46.66669"/>
</p:tagLst>
</file>

<file path=ppt/tags/tag85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310"/>
  <p:tag name="HEIGHT" val="46.66669"/>
</p:tagLst>
</file>

<file path=ppt/tags/tag85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310"/>
  <p:tag name="HEIGHT" val="46.66669"/>
</p:tagLst>
</file>

<file path=ppt/tags/tag85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376.6667"/>
  <p:tag name="HEIGHT" val="46.66669"/>
</p:tagLst>
</file>

<file path=ppt/tags/tag85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376.6667"/>
  <p:tag name="HEIGHT" val="46.66669"/>
</p:tagLst>
</file>

<file path=ppt/tags/tag85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45"/>
  <p:tag name="TOP" val="443.3334"/>
  <p:tag name="HEIGHT" val="46.66669"/>
</p:tagLst>
</file>

<file path=ppt/tags/tag85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341.6667"/>
  <p:tag name="TOP" val="443.3334"/>
  <p:tag name="HEIGHT" val="46.66669"/>
</p:tagLst>
</file>

<file path=ppt/tags/tag856.xml><?xml version="1.0" encoding="utf-8"?>
<p:tagLst xmlns:a="http://schemas.openxmlformats.org/drawingml/2006/main" xmlns:r="http://schemas.openxmlformats.org/officeDocument/2006/relationships" xmlns:p="http://schemas.openxmlformats.org/presentationml/2006/main">
  <p:tag name="MTTABLE" val="HDiv"/>
  <p:tag name="MTNUMBER" val="0.0911082448862066"/>
</p:tagLst>
</file>

<file path=ppt/tags/tag857.xml><?xml version="1.0" encoding="utf-8"?>
<p:tagLst xmlns:a="http://schemas.openxmlformats.org/drawingml/2006/main" xmlns:r="http://schemas.openxmlformats.org/officeDocument/2006/relationships" xmlns:p="http://schemas.openxmlformats.org/presentationml/2006/main">
  <p:tag name="MTTABLE" val="HDiv"/>
  <p:tag name="MTNUMBER" val="0.0911082448862066"/>
</p:tagLst>
</file>

<file path=ppt/tags/tag858.xml><?xml version="1.0" encoding="utf-8"?>
<p:tagLst xmlns:a="http://schemas.openxmlformats.org/drawingml/2006/main" xmlns:r="http://schemas.openxmlformats.org/officeDocument/2006/relationships" xmlns:p="http://schemas.openxmlformats.org/presentationml/2006/main">
  <p:tag name="MTTABLE" val="HDiv"/>
  <p:tag name="MTNUMBER" val="0.0911082448862066"/>
</p:tagLst>
</file>

<file path=ppt/tags/tag859.xml><?xml version="1.0" encoding="utf-8"?>
<p:tagLst xmlns:a="http://schemas.openxmlformats.org/drawingml/2006/main" xmlns:r="http://schemas.openxmlformats.org/officeDocument/2006/relationships" xmlns:p="http://schemas.openxmlformats.org/presentationml/2006/main">
  <p:tag name="MTTABLE" val="HDiv"/>
  <p:tag name="MTNUMBER" val="0.0911082448862066"/>
</p:tagLst>
</file>

<file path=ppt/tags/tag860.xml><?xml version="1.0" encoding="utf-8"?>
<p:tagLst xmlns:a="http://schemas.openxmlformats.org/drawingml/2006/main" xmlns:r="http://schemas.openxmlformats.org/officeDocument/2006/relationships" xmlns:p="http://schemas.openxmlformats.org/presentationml/2006/main">
  <p:tag name="MTTABLE" val="HDiv"/>
  <p:tag name="MTNUMBER" val="0.0911082448862066"/>
</p:tagLst>
</file>

<file path=ppt/tags/tag861.xml><?xml version="1.0" encoding="utf-8"?>
<p:tagLst xmlns:a="http://schemas.openxmlformats.org/drawingml/2006/main" xmlns:r="http://schemas.openxmlformats.org/officeDocument/2006/relationships" xmlns:p="http://schemas.openxmlformats.org/presentationml/2006/main">
  <p:tag name="NAME" val="LineBasicStrong"/>
</p:tagLst>
</file>

<file path=ppt/tags/tag862.xml><?xml version="1.0" encoding="utf-8"?>
<p:tagLst xmlns:a="http://schemas.openxmlformats.org/drawingml/2006/main" xmlns:r="http://schemas.openxmlformats.org/officeDocument/2006/relationships" xmlns:p="http://schemas.openxmlformats.org/presentationml/2006/main">
  <p:tag name="NAME" val="LineBasicStrong"/>
</p:tagLst>
</file>

<file path=ppt/tags/tag8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4.xml><?xml version="1.0" encoding="utf-8"?>
<p:tagLst xmlns:a="http://schemas.openxmlformats.org/drawingml/2006/main" xmlns:r="http://schemas.openxmlformats.org/officeDocument/2006/relationships" xmlns:p="http://schemas.openxmlformats.org/presentationml/2006/main">
  <p:tag name="NAME" val="LineBasicStrong"/>
</p:tagLst>
</file>

<file path=ppt/tags/tag86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6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6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6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6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7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8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90.xml><?xml version="1.0" encoding="utf-8"?>
<p:tagLst xmlns:a="http://schemas.openxmlformats.org/drawingml/2006/main" xmlns:r="http://schemas.openxmlformats.org/officeDocument/2006/relationships" xmlns:p="http://schemas.openxmlformats.org/presentationml/2006/main">
  <p:tag name="NAME" val="LineBasicStrong"/>
</p:tagLst>
</file>

<file path=ppt/tags/tag891.xml><?xml version="1.0" encoding="utf-8"?>
<p:tagLst xmlns:a="http://schemas.openxmlformats.org/drawingml/2006/main" xmlns:r="http://schemas.openxmlformats.org/officeDocument/2006/relationships" xmlns:p="http://schemas.openxmlformats.org/presentationml/2006/main">
  <p:tag name="NAME" val="LineBasicStrong"/>
</p:tagLst>
</file>

<file path=ppt/tags/tag89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89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0911082448862066"/>
  <p:tag name="LEFT" val="638.3333"/>
  <p:tag name="TOP" val="110"/>
  <p:tag name="HEIGHT" val="46.66669"/>
</p:tagLst>
</file>

<file path=ppt/tags/tag8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96.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897.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898.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899.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00.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0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110"/>
  <p:tag name="HEIGHT" val="46.66669"/>
</p:tagLst>
</file>

<file path=ppt/tags/tag90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110"/>
  <p:tag name="HEIGHT" val="46.66669"/>
</p:tagLst>
</file>

<file path=ppt/tags/tag90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10"/>
  <p:tag name="HEIGHT" val="46.66669"/>
</p:tagLst>
</file>

<file path=ppt/tags/tag90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10"/>
  <p:tag name="HEIGHT" val="46.66669"/>
</p:tagLst>
</file>

<file path=ppt/tags/tag90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10"/>
  <p:tag name="HEIGHT" val="46.66669"/>
</p:tagLst>
</file>

<file path=ppt/tags/tag906.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243.3333"/>
  <p:tag name="HEIGHT" val="46.66669"/>
</p:tagLst>
</file>

<file path=ppt/tags/tag907.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243.3333"/>
  <p:tag name="HEIGHT" val="46.66669"/>
</p:tagLst>
</file>

<file path=ppt/tags/tag908.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243.3333"/>
  <p:tag name="HEIGHT" val="46.66669"/>
</p:tagLst>
</file>

<file path=ppt/tags/tag90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243.3333"/>
  <p:tag name="HEIGHT" val="46.66669"/>
</p:tagLst>
</file>

<file path=ppt/tags/tag91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243.3333"/>
  <p:tag name="HEIGHT" val="46.66669"/>
</p:tagLst>
</file>

<file path=ppt/tags/tag91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10"/>
  <p:tag name="HEIGHT" val="46.66669"/>
</p:tagLst>
</file>

<file path=ppt/tags/tag91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310"/>
  <p:tag name="HEIGHT" val="46.66669"/>
</p:tagLst>
</file>

<file path=ppt/tags/tag91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10"/>
  <p:tag name="HEIGHT" val="46.66669"/>
</p:tagLst>
</file>

<file path=ppt/tags/tag91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10"/>
  <p:tag name="HEIGHT" val="46.66669"/>
</p:tagLst>
</file>

<file path=ppt/tags/tag91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10"/>
  <p:tag name="HEIGHT" val="46.66669"/>
</p:tagLst>
</file>

<file path=ppt/tags/tag916.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17.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376.6667"/>
  <p:tag name="HEIGHT" val="46.66669"/>
</p:tagLst>
</file>

<file path=ppt/tags/tag918.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1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2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2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176.6667"/>
  <p:tag name="HEIGHT" val="46.66669"/>
</p:tagLst>
</file>

<file path=ppt/tags/tag92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176.6667"/>
  <p:tag name="HEIGHT" val="46.66669"/>
</p:tagLst>
</file>

<file path=ppt/tags/tag92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76.6667"/>
  <p:tag name="HEIGHT" val="46.66669"/>
</p:tagLst>
</file>

<file path=ppt/tags/tag92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76.6667"/>
  <p:tag name="HEIGHT" val="46.66669"/>
</p:tagLst>
</file>

<file path=ppt/tags/tag925.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176.6667"/>
  <p:tag name="HEIGHT" val="46.66669"/>
</p:tagLst>
</file>

<file path=ppt/tags/tag926.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27.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638.3333"/>
  <p:tag name="TOP" val="376.6667"/>
  <p:tag name="HEIGHT" val="46.66669"/>
</p:tagLst>
</file>

<file path=ppt/tags/tag928.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29.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4.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341.6667"/>
  <p:tag name="TOP" val="376.6667"/>
  <p:tag name="HEIGHT" val="46.66669"/>
</p:tagLst>
</file>

<file path=ppt/tags/tag935.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36.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37.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38.xml><?xml version="1.0" encoding="utf-8"?>
<p:tagLst xmlns:a="http://schemas.openxmlformats.org/drawingml/2006/main" xmlns:r="http://schemas.openxmlformats.org/officeDocument/2006/relationships" xmlns:p="http://schemas.openxmlformats.org/presentationml/2006/main">
  <p:tag name="MTTABLE" val="HDiv"/>
  <p:tag name="MTNUMBER" val="0.333181070784657"/>
</p:tagLst>
</file>

<file path=ppt/tags/tag939.xml><?xml version="1.0" encoding="utf-8"?>
<p:tagLst xmlns:a="http://schemas.openxmlformats.org/drawingml/2006/main" xmlns:r="http://schemas.openxmlformats.org/officeDocument/2006/relationships" xmlns:p="http://schemas.openxmlformats.org/presentationml/2006/main">
  <p:tag name="NAME" val="LineBasicStrong"/>
</p:tagLst>
</file>

<file path=ppt/tags/tag940.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41.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42.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43.xml><?xml version="1.0" encoding="utf-8"?>
<p:tagLst xmlns:a="http://schemas.openxmlformats.org/drawingml/2006/main" xmlns:r="http://schemas.openxmlformats.org/officeDocument/2006/relationships" xmlns:p="http://schemas.openxmlformats.org/presentationml/2006/main">
  <p:tag name="WIDTH" val="276.6667"/>
  <p:tag name="MTTABLE" val="Cell"/>
  <p:tag name="MTNUMBER" val="0.333181070784657"/>
  <p:tag name="LEFT" val="45"/>
  <p:tag name="TOP" val="376.6667"/>
  <p:tag name="HEIGHT" val="46.66669"/>
</p:tagLst>
</file>

<file path=ppt/tags/tag944.xml><?xml version="1.0" encoding="utf-8"?>
<p:tagLst xmlns:a="http://schemas.openxmlformats.org/drawingml/2006/main" xmlns:r="http://schemas.openxmlformats.org/officeDocument/2006/relationships" xmlns:p="http://schemas.openxmlformats.org/presentationml/2006/main">
  <p:tag name="APLORISLIBID" val="Lf07219cd-790a-4570-89cf-99be4c536735.1.MAQRGA=="/>
  <p:tag name="APLORISLIBHASH" val="1.162_D5pihJ4+4ME3mGrmUUw6Kb2//aI="/>
</p:tagLst>
</file>

<file path=ppt/tags/tag9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7.xml><?xml version="1.0" encoding="utf-8"?>
<p:tagLst xmlns:a="http://schemas.openxmlformats.org/drawingml/2006/main" xmlns:r="http://schemas.openxmlformats.org/officeDocument/2006/relationships" xmlns:p="http://schemas.openxmlformats.org/presentationml/2006/main">
  <p:tag name="MTTABLE" val="HTitleDiv"/>
  <p:tag name="MTNUMBER" val="0,355472328306861"/>
</p:tagLst>
</file>

<file path=ppt/tags/tag948.xml><?xml version="1.0" encoding="utf-8"?>
<p:tagLst xmlns:a="http://schemas.openxmlformats.org/drawingml/2006/main" xmlns:r="http://schemas.openxmlformats.org/officeDocument/2006/relationships" xmlns:p="http://schemas.openxmlformats.org/presentationml/2006/main">
  <p:tag name="MTTABLE" val="HTitleDiv"/>
  <p:tag name="MTNUMBER" val="0,355472328306861"/>
</p:tagLst>
</file>

<file path=ppt/tags/tag949.xml><?xml version="1.0" encoding="utf-8"?>
<p:tagLst xmlns:a="http://schemas.openxmlformats.org/drawingml/2006/main" xmlns:r="http://schemas.openxmlformats.org/officeDocument/2006/relationships" xmlns:p="http://schemas.openxmlformats.org/presentationml/2006/main">
  <p:tag name="NAME" val="CustomIcon"/>
</p:tagLst>
</file>

<file path=ppt/tags/tag950.xml><?xml version="1.0" encoding="utf-8"?>
<p:tagLst xmlns:a="http://schemas.openxmlformats.org/drawingml/2006/main" xmlns:r="http://schemas.openxmlformats.org/officeDocument/2006/relationships" xmlns:p="http://schemas.openxmlformats.org/presentationml/2006/main">
  <p:tag name="NAME" val="CustomIcon"/>
</p:tagLst>
</file>

<file path=ppt/tags/tag951.xml><?xml version="1.0" encoding="utf-8"?>
<p:tagLst xmlns:a="http://schemas.openxmlformats.org/drawingml/2006/main" xmlns:r="http://schemas.openxmlformats.org/officeDocument/2006/relationships" xmlns:p="http://schemas.openxmlformats.org/presentationml/2006/main">
  <p:tag name="1LEVEL" val="8"/>
  <p:tag name="2LEVEL" val="4"/>
  <p:tag name="3LEVEL" val="2"/>
  <p:tag name="4LEVEL" val="1"/>
  <p:tag name="5LEVEL" val="0.5"/>
</p:tagLst>
</file>

<file path=ppt/tags/tag952.xml><?xml version="1.0" encoding="utf-8"?>
<p:tagLst xmlns:a="http://schemas.openxmlformats.org/drawingml/2006/main" xmlns:r="http://schemas.openxmlformats.org/officeDocument/2006/relationships" xmlns:p="http://schemas.openxmlformats.org/presentationml/2006/main">
  <p:tag name="1LEVEL" val="8"/>
  <p:tag name="2LEVEL" val="4"/>
  <p:tag name="3LEVEL" val="2"/>
  <p:tag name="4LEVEL" val="1"/>
  <p:tag name="5LEVEL" val="0.5"/>
</p:tagLst>
</file>

<file path=ppt/tags/tag9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55.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956.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957.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958.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959.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9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1.xml><?xml version="1.0" encoding="utf-8"?>
<p:tagLst xmlns:a="http://schemas.openxmlformats.org/drawingml/2006/main" xmlns:r="http://schemas.openxmlformats.org/officeDocument/2006/relationships" xmlns:p="http://schemas.openxmlformats.org/presentationml/2006/main">
  <p:tag name="THINKCELLSHAPEDONOTDELETE" val="tdLDpqxisetKckVnqdHtDCg"/>
</p:tagLst>
</file>

<file path=ppt/tags/tag962.xml><?xml version="1.0" encoding="utf-8"?>
<p:tagLst xmlns:a="http://schemas.openxmlformats.org/drawingml/2006/main" xmlns:r="http://schemas.openxmlformats.org/officeDocument/2006/relationships" xmlns:p="http://schemas.openxmlformats.org/presentationml/2006/main">
  <p:tag name="THINKCELLSHAPEDONOTDELETE" val="pembGvgeoV0eN9Ov5spjxdQ"/>
  <p:tag name="SHAPENAME" val="2. Slide Title"/>
</p:tagLst>
</file>

<file path=ppt/tags/tag96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64.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6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6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67.xml><?xml version="1.0" encoding="utf-8"?>
<p:tagLst xmlns:a="http://schemas.openxmlformats.org/drawingml/2006/main" xmlns:r="http://schemas.openxmlformats.org/officeDocument/2006/relationships" xmlns:p="http://schemas.openxmlformats.org/presentationml/2006/main">
  <p:tag name="NAME" val="TrackerNumBlue"/>
</p:tagLst>
</file>

<file path=ppt/tags/tag968.xml><?xml version="1.0" encoding="utf-8"?>
<p:tagLst xmlns:a="http://schemas.openxmlformats.org/drawingml/2006/main" xmlns:r="http://schemas.openxmlformats.org/officeDocument/2006/relationships" xmlns:p="http://schemas.openxmlformats.org/presentationml/2006/main">
  <p:tag name="NAME" val="TrackerNumBlue"/>
</p:tagLst>
</file>

<file path=ppt/tags/tag969.xml><?xml version="1.0" encoding="utf-8"?>
<p:tagLst xmlns:a="http://schemas.openxmlformats.org/drawingml/2006/main" xmlns:r="http://schemas.openxmlformats.org/officeDocument/2006/relationships" xmlns:p="http://schemas.openxmlformats.org/presentationml/2006/main">
  <p:tag name="NAME" val="TrackerNumBlue"/>
</p:tagLst>
</file>

<file path=ppt/tags/tag970.xml><?xml version="1.0" encoding="utf-8"?>
<p:tagLst xmlns:a="http://schemas.openxmlformats.org/drawingml/2006/main" xmlns:r="http://schemas.openxmlformats.org/officeDocument/2006/relationships" xmlns:p="http://schemas.openxmlformats.org/presentationml/2006/main">
  <p:tag name="NAME" val="TrackerNumBlue"/>
</p:tagLst>
</file>

<file path=ppt/tags/tag9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6.xml><?xml version="1.0" encoding="utf-8"?>
<p:tagLst xmlns:a="http://schemas.openxmlformats.org/drawingml/2006/main" xmlns:r="http://schemas.openxmlformats.org/officeDocument/2006/relationships" xmlns:p="http://schemas.openxmlformats.org/presentationml/2006/main">
  <p:tag name="NAME" val="CustomIcon"/>
</p:tagLst>
</file>

<file path=ppt/tags/tag977.xml><?xml version="1.0" encoding="utf-8"?>
<p:tagLst xmlns:a="http://schemas.openxmlformats.org/drawingml/2006/main" xmlns:r="http://schemas.openxmlformats.org/officeDocument/2006/relationships" xmlns:p="http://schemas.openxmlformats.org/presentationml/2006/main">
  <p:tag name="NAME" val="CustomIcon"/>
</p:tagLst>
</file>

<file path=ppt/tags/tag978.xml><?xml version="1.0" encoding="utf-8"?>
<p:tagLst xmlns:a="http://schemas.openxmlformats.org/drawingml/2006/main" xmlns:r="http://schemas.openxmlformats.org/officeDocument/2006/relationships" xmlns:p="http://schemas.openxmlformats.org/presentationml/2006/main">
  <p:tag name="NAME" val="CustomIcon"/>
</p:tagLst>
</file>

<file path=ppt/tags/tag979.xml><?xml version="1.0" encoding="utf-8"?>
<p:tagLst xmlns:a="http://schemas.openxmlformats.org/drawingml/2006/main" xmlns:r="http://schemas.openxmlformats.org/officeDocument/2006/relationships" xmlns:p="http://schemas.openxmlformats.org/presentationml/2006/main">
  <p:tag name="NAME" val="CustomIcon"/>
</p:tagLst>
</file>

<file path=ppt/tags/tag9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1.xml><?xml version="1.0" encoding="utf-8"?>
<p:tagLst xmlns:a="http://schemas.openxmlformats.org/drawingml/2006/main" xmlns:r="http://schemas.openxmlformats.org/officeDocument/2006/relationships" xmlns:p="http://schemas.openxmlformats.org/presentationml/2006/main">
  <p:tag name="THINKCELLSHAPEDONOTDELETE" val="t.GQe1rGec.bKDSWesshH_Q"/>
</p:tagLst>
</file>

<file path=ppt/tags/tag982.xml><?xml version="1.0" encoding="utf-8"?>
<p:tagLst xmlns:a="http://schemas.openxmlformats.org/drawingml/2006/main" xmlns:r="http://schemas.openxmlformats.org/officeDocument/2006/relationships" xmlns:p="http://schemas.openxmlformats.org/presentationml/2006/main">
  <p:tag name="THINKCELLSHAPEDONOTDELETE" val="tpwzDZDENoPuMruqn5897FQ"/>
</p:tagLst>
</file>

<file path=ppt/tags/tag983.xml><?xml version="1.0" encoding="utf-8"?>
<p:tagLst xmlns:a="http://schemas.openxmlformats.org/drawingml/2006/main" xmlns:r="http://schemas.openxmlformats.org/officeDocument/2006/relationships" xmlns:p="http://schemas.openxmlformats.org/presentationml/2006/main">
  <p:tag name="THINKCELLSHAPEDONOTDELETE" val="tCGnqNTlf8imUlw4m4uTcvA"/>
</p:tagLst>
</file>

<file path=ppt/tags/tag984.xml><?xml version="1.0" encoding="utf-8"?>
<p:tagLst xmlns:a="http://schemas.openxmlformats.org/drawingml/2006/main" xmlns:r="http://schemas.openxmlformats.org/officeDocument/2006/relationships" xmlns:p="http://schemas.openxmlformats.org/presentationml/2006/main">
  <p:tag name="THINKCELLSHAPEDONOTDELETE" val="tdHZRQfQmbLGxwdV1yfUi7g"/>
</p:tagLst>
</file>

<file path=ppt/tags/tag9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6.xml><?xml version="1.0" encoding="utf-8"?>
<p:tagLst xmlns:a="http://schemas.openxmlformats.org/drawingml/2006/main" xmlns:r="http://schemas.openxmlformats.org/officeDocument/2006/relationships" xmlns:p="http://schemas.openxmlformats.org/presentationml/2006/main">
  <p:tag name="SHAPENAME" val="5. Source"/>
</p:tagLst>
</file>

<file path=ppt/tags/tag987.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98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989.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990.xml><?xml version="1.0" encoding="utf-8"?>
<p:tagLst xmlns:a="http://schemas.openxmlformats.org/drawingml/2006/main" xmlns:r="http://schemas.openxmlformats.org/officeDocument/2006/relationships" xmlns:p="http://schemas.openxmlformats.org/presentationml/2006/main">
  <p:tag name="NAME" val="Flow"/>
</p:tagLst>
</file>

<file path=ppt/tags/tag991.xml><?xml version="1.0" encoding="utf-8"?>
<p:tagLst xmlns:a="http://schemas.openxmlformats.org/drawingml/2006/main" xmlns:r="http://schemas.openxmlformats.org/officeDocument/2006/relationships" xmlns:p="http://schemas.openxmlformats.org/presentationml/2006/main">
  <p:tag name="NAME" val="Flow"/>
</p:tagLst>
</file>

<file path=ppt/tags/tag992.xml><?xml version="1.0" encoding="utf-8"?>
<p:tagLst xmlns:a="http://schemas.openxmlformats.org/drawingml/2006/main" xmlns:r="http://schemas.openxmlformats.org/officeDocument/2006/relationships" xmlns:p="http://schemas.openxmlformats.org/presentationml/2006/main">
  <p:tag name="NAME" val="Flow"/>
</p:tagLst>
</file>

<file path=ppt/tags/tag993.xml><?xml version="1.0" encoding="utf-8"?>
<p:tagLst xmlns:a="http://schemas.openxmlformats.org/drawingml/2006/main" xmlns:r="http://schemas.openxmlformats.org/officeDocument/2006/relationships" xmlns:p="http://schemas.openxmlformats.org/presentationml/2006/main">
  <p:tag name="NAME" val="Flow"/>
</p:tagLst>
</file>

<file path=ppt/tags/tag994.xml><?xml version="1.0" encoding="utf-8"?>
<p:tagLst xmlns:a="http://schemas.openxmlformats.org/drawingml/2006/main" xmlns:r="http://schemas.openxmlformats.org/officeDocument/2006/relationships" xmlns:p="http://schemas.openxmlformats.org/presentationml/2006/main">
  <p:tag name="NAME" val="Flow"/>
</p:tagLst>
</file>

<file path=ppt/tags/tag995.xml><?xml version="1.0" encoding="utf-8"?>
<p:tagLst xmlns:a="http://schemas.openxmlformats.org/drawingml/2006/main" xmlns:r="http://schemas.openxmlformats.org/officeDocument/2006/relationships" xmlns:p="http://schemas.openxmlformats.org/presentationml/2006/main">
  <p:tag name="NAME" val="Flow"/>
</p:tagLst>
</file>

<file path=ppt/tags/tag996.xml><?xml version="1.0" encoding="utf-8"?>
<p:tagLst xmlns:a="http://schemas.openxmlformats.org/drawingml/2006/main" xmlns:r="http://schemas.openxmlformats.org/officeDocument/2006/relationships" xmlns:p="http://schemas.openxmlformats.org/presentationml/2006/main">
  <p:tag name="NAME" val="CustomIcon"/>
</p:tagLst>
</file>

<file path=ppt/tags/tag997.xml><?xml version="1.0" encoding="utf-8"?>
<p:tagLst xmlns:a="http://schemas.openxmlformats.org/drawingml/2006/main" xmlns:r="http://schemas.openxmlformats.org/officeDocument/2006/relationships" xmlns:p="http://schemas.openxmlformats.org/presentationml/2006/main">
  <p:tag name="NAME" val="CustomIcon"/>
</p:tagLst>
</file>

<file path=ppt/tags/tag998.xml><?xml version="1.0" encoding="utf-8"?>
<p:tagLst xmlns:a="http://schemas.openxmlformats.org/drawingml/2006/main" xmlns:r="http://schemas.openxmlformats.org/officeDocument/2006/relationships" xmlns:p="http://schemas.openxmlformats.org/presentationml/2006/main">
  <p:tag name="NAME" val="CustomIcon"/>
</p:tagLst>
</file>

<file path=ppt/tags/tag999.xml><?xml version="1.0" encoding="utf-8"?>
<p:tagLst xmlns:a="http://schemas.openxmlformats.org/drawingml/2006/main" xmlns:r="http://schemas.openxmlformats.org/officeDocument/2006/relationships" xmlns:p="http://schemas.openxmlformats.org/presentationml/2006/main">
  <p:tag name="NAME" val="CustomIcon"/>
</p:tagLst>
</file>

<file path=ppt/tags/tag1000.xml><?xml version="1.0" encoding="utf-8"?>
<p:tagLst xmlns:a="http://schemas.openxmlformats.org/drawingml/2006/main" xmlns:r="http://schemas.openxmlformats.org/officeDocument/2006/relationships" xmlns:p="http://schemas.openxmlformats.org/presentationml/2006/main">
  <p:tag name="NAME" val="CustomIcon"/>
</p:tagLst>
</file>

<file path=ppt/tags/tag1001.xml><?xml version="1.0" encoding="utf-8"?>
<p:tagLst xmlns:a="http://schemas.openxmlformats.org/drawingml/2006/main" xmlns:r="http://schemas.openxmlformats.org/officeDocument/2006/relationships" xmlns:p="http://schemas.openxmlformats.org/presentationml/2006/main">
  <p:tag name="NAME" val="CustomIcon"/>
</p:tagLst>
</file>

<file path=ppt/tags/tag100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10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4.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05.xml><?xml version="1.0" encoding="utf-8"?>
<p:tagLst xmlns:a="http://schemas.openxmlformats.org/drawingml/2006/main" xmlns:r="http://schemas.openxmlformats.org/officeDocument/2006/relationships" xmlns:p="http://schemas.openxmlformats.org/presentationml/2006/main">
  <p:tag name="NAME" val="SingleBoatText"/>
</p:tagLst>
</file>

<file path=ppt/tags/tag1006.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07.xml><?xml version="1.0" encoding="utf-8"?>
<p:tagLst xmlns:a="http://schemas.openxmlformats.org/drawingml/2006/main" xmlns:r="http://schemas.openxmlformats.org/officeDocument/2006/relationships" xmlns:p="http://schemas.openxmlformats.org/presentationml/2006/main">
  <p:tag name="NAME" val="SingleBoatText"/>
</p:tagLst>
</file>

<file path=ppt/tags/tag1008.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09.xml><?xml version="1.0" encoding="utf-8"?>
<p:tagLst xmlns:a="http://schemas.openxmlformats.org/drawingml/2006/main" xmlns:r="http://schemas.openxmlformats.org/officeDocument/2006/relationships" xmlns:p="http://schemas.openxmlformats.org/presentationml/2006/main">
  <p:tag name="NAME" val="SingleBoatText"/>
</p:tagLst>
</file>

<file path=ppt/tags/tag1010.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11.xml><?xml version="1.0" encoding="utf-8"?>
<p:tagLst xmlns:a="http://schemas.openxmlformats.org/drawingml/2006/main" xmlns:r="http://schemas.openxmlformats.org/officeDocument/2006/relationships" xmlns:p="http://schemas.openxmlformats.org/presentationml/2006/main">
  <p:tag name="NAME" val="SingleBoatText"/>
</p:tagLst>
</file>

<file path=ppt/tags/tag1012.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13.xml><?xml version="1.0" encoding="utf-8"?>
<p:tagLst xmlns:a="http://schemas.openxmlformats.org/drawingml/2006/main" xmlns:r="http://schemas.openxmlformats.org/officeDocument/2006/relationships" xmlns:p="http://schemas.openxmlformats.org/presentationml/2006/main">
  <p:tag name="NAME" val="SingleBoatText"/>
</p:tagLst>
</file>

<file path=ppt/tags/tag1014.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15.xml><?xml version="1.0" encoding="utf-8"?>
<p:tagLst xmlns:a="http://schemas.openxmlformats.org/drawingml/2006/main" xmlns:r="http://schemas.openxmlformats.org/officeDocument/2006/relationships" xmlns:p="http://schemas.openxmlformats.org/presentationml/2006/main">
  <p:tag name="NAME" val="SingleBoatText"/>
</p:tagLst>
</file>

<file path=ppt/tags/tag10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18.xml><?xml version="1.0" encoding="utf-8"?>
<p:tagLst xmlns:a="http://schemas.openxmlformats.org/drawingml/2006/main" xmlns:r="http://schemas.openxmlformats.org/officeDocument/2006/relationships" xmlns:p="http://schemas.openxmlformats.org/presentationml/2006/main">
  <p:tag name="THINKCELLSHAPEDONOTDELETE" val="tTKJHPVBYIxXrUagYWpl_1Q"/>
</p:tagLst>
</file>

<file path=ppt/tags/tag1019.xml><?xml version="1.0" encoding="utf-8"?>
<p:tagLst xmlns:a="http://schemas.openxmlformats.org/drawingml/2006/main" xmlns:r="http://schemas.openxmlformats.org/officeDocument/2006/relationships" xmlns:p="http://schemas.openxmlformats.org/presentationml/2006/main">
  <p:tag name="THINKCELLSHAPEDONOTDELETE" val="txAgJ3tBtTlOdGj3cMI3hsw"/>
</p:tagLst>
</file>

<file path=ppt/tags/tag1020.xml><?xml version="1.0" encoding="utf-8"?>
<p:tagLst xmlns:a="http://schemas.openxmlformats.org/drawingml/2006/main" xmlns:r="http://schemas.openxmlformats.org/officeDocument/2006/relationships" xmlns:p="http://schemas.openxmlformats.org/presentationml/2006/main">
  <p:tag name="THINKCELLSHAPEDONOTDELETE" val="tD07sIH4Ss1yq_VTPzICjlg"/>
</p:tagLst>
</file>

<file path=ppt/tags/tag1021.xml><?xml version="1.0" encoding="utf-8"?>
<p:tagLst xmlns:a="http://schemas.openxmlformats.org/drawingml/2006/main" xmlns:r="http://schemas.openxmlformats.org/officeDocument/2006/relationships" xmlns:p="http://schemas.openxmlformats.org/presentationml/2006/main">
  <p:tag name="THINKCELLSHAPEDONOTDELETE" val="tQ1qTeYT_7GE5QUu5vZ5JFg"/>
</p:tagLst>
</file>

<file path=ppt/tags/tag1022.xml><?xml version="1.0" encoding="utf-8"?>
<p:tagLst xmlns:a="http://schemas.openxmlformats.org/drawingml/2006/main" xmlns:r="http://schemas.openxmlformats.org/officeDocument/2006/relationships" xmlns:p="http://schemas.openxmlformats.org/presentationml/2006/main">
  <p:tag name="THINKCELLSHAPEDONOTDELETE" val="to_Vd5mhEnG9gIZR3uOWgDg"/>
</p:tagLst>
</file>

<file path=ppt/tags/tag1023.xml><?xml version="1.0" encoding="utf-8"?>
<p:tagLst xmlns:a="http://schemas.openxmlformats.org/drawingml/2006/main" xmlns:r="http://schemas.openxmlformats.org/officeDocument/2006/relationships" xmlns:p="http://schemas.openxmlformats.org/presentationml/2006/main">
  <p:tag name="THINKCELLSHAPEDONOTDELETE" val="t.QlWBPjuU9L_vanx1zTCig"/>
</p:tagLst>
</file>

<file path=ppt/tags/tag1024.xml><?xml version="1.0" encoding="utf-8"?>
<p:tagLst xmlns:a="http://schemas.openxmlformats.org/drawingml/2006/main" xmlns:r="http://schemas.openxmlformats.org/officeDocument/2006/relationships" xmlns:p="http://schemas.openxmlformats.org/presentationml/2006/main">
  <p:tag name="THINKCELLSHAPEDONOTDELETE" val="tYucWvZTzvXORw1LzJaZt2g"/>
</p:tagLst>
</file>

<file path=ppt/tags/tag1025.xml><?xml version="1.0" encoding="utf-8"?>
<p:tagLst xmlns:a="http://schemas.openxmlformats.org/drawingml/2006/main" xmlns:r="http://schemas.openxmlformats.org/officeDocument/2006/relationships" xmlns:p="http://schemas.openxmlformats.org/presentationml/2006/main">
  <p:tag name="THINKCELLSHAPEDONOTDELETE" val="ttA8yv1C4rYdPEwBx1I7.bg"/>
</p:tagLst>
</file>

<file path=ppt/tags/tag1026.xml><?xml version="1.0" encoding="utf-8"?>
<p:tagLst xmlns:a="http://schemas.openxmlformats.org/drawingml/2006/main" xmlns:r="http://schemas.openxmlformats.org/officeDocument/2006/relationships" xmlns:p="http://schemas.openxmlformats.org/presentationml/2006/main">
  <p:tag name="THINKCELLSHAPEDONOTDELETE" val="taxCo4iBeoPwfTWWDJi9rhA"/>
</p:tagLst>
</file>

<file path=ppt/tags/tag1027.xml><?xml version="1.0" encoding="utf-8"?>
<p:tagLst xmlns:a="http://schemas.openxmlformats.org/drawingml/2006/main" xmlns:r="http://schemas.openxmlformats.org/officeDocument/2006/relationships" xmlns:p="http://schemas.openxmlformats.org/presentationml/2006/main">
  <p:tag name="THINKCELLSHAPEDONOTDELETE" val="t5dN3Oufg44tSnBKkW_bpIA"/>
</p:tagLst>
</file>

<file path=ppt/tags/tag1028.xml><?xml version="1.0" encoding="utf-8"?>
<p:tagLst xmlns:a="http://schemas.openxmlformats.org/drawingml/2006/main" xmlns:r="http://schemas.openxmlformats.org/officeDocument/2006/relationships" xmlns:p="http://schemas.openxmlformats.org/presentationml/2006/main">
  <p:tag name="THINKCELLSHAPEDONOTDELETE" val="tdA_mQa5O8kzPG.o4DYBUMA"/>
</p:tagLst>
</file>

<file path=ppt/tags/tag1029.xml><?xml version="1.0" encoding="utf-8"?>
<p:tagLst xmlns:a="http://schemas.openxmlformats.org/drawingml/2006/main" xmlns:r="http://schemas.openxmlformats.org/officeDocument/2006/relationships" xmlns:p="http://schemas.openxmlformats.org/presentationml/2006/main">
  <p:tag name="THINKCELLSHAPEDONOTDELETE" val="txXcKJ4sPnAe9uhzs1ceP2A"/>
</p:tagLst>
</file>

<file path=ppt/tags/tag1030.xml><?xml version="1.0" encoding="utf-8"?>
<p:tagLst xmlns:a="http://schemas.openxmlformats.org/drawingml/2006/main" xmlns:r="http://schemas.openxmlformats.org/officeDocument/2006/relationships" xmlns:p="http://schemas.openxmlformats.org/presentationml/2006/main">
  <p:tag name="THINKCELLSHAPEDONOTDELETE" val="tvK.sVK0OD7IXS0Blj72SZA"/>
</p:tagLst>
</file>

<file path=ppt/tags/tag1031.xml><?xml version="1.0" encoding="utf-8"?>
<p:tagLst xmlns:a="http://schemas.openxmlformats.org/drawingml/2006/main" xmlns:r="http://schemas.openxmlformats.org/officeDocument/2006/relationships" xmlns:p="http://schemas.openxmlformats.org/presentationml/2006/main">
  <p:tag name="THINKCELLSHAPEDONOTDELETE" val="tAxYXgN.9oobr3dBGyO9yqQ"/>
</p:tagLst>
</file>

<file path=ppt/tags/tag1032.xml><?xml version="1.0" encoding="utf-8"?>
<p:tagLst xmlns:a="http://schemas.openxmlformats.org/drawingml/2006/main" xmlns:r="http://schemas.openxmlformats.org/officeDocument/2006/relationships" xmlns:p="http://schemas.openxmlformats.org/presentationml/2006/main">
  <p:tag name="THINKCELLSHAPEDONOTDELETE" val="tegifDrCcuQ4Kel2uDIr4og"/>
</p:tagLst>
</file>

<file path=ppt/tags/tag1033.xml><?xml version="1.0" encoding="utf-8"?>
<p:tagLst xmlns:a="http://schemas.openxmlformats.org/drawingml/2006/main" xmlns:r="http://schemas.openxmlformats.org/officeDocument/2006/relationships" xmlns:p="http://schemas.openxmlformats.org/presentationml/2006/main">
  <p:tag name="THINKCELLSHAPEDONOTDELETE" val="tkmgyO28n_1tkXZOcBsuAdw"/>
</p:tagLst>
</file>

<file path=ppt/tags/tag1034.xml><?xml version="1.0" encoding="utf-8"?>
<p:tagLst xmlns:a="http://schemas.openxmlformats.org/drawingml/2006/main" xmlns:r="http://schemas.openxmlformats.org/officeDocument/2006/relationships" xmlns:p="http://schemas.openxmlformats.org/presentationml/2006/main">
  <p:tag name="THINKCELLSHAPEDONOTDELETE" val="trc0sZi4miWL48DtlSUObjg"/>
</p:tagLst>
</file>

<file path=ppt/tags/tag1035.xml><?xml version="1.0" encoding="utf-8"?>
<p:tagLst xmlns:a="http://schemas.openxmlformats.org/drawingml/2006/main" xmlns:r="http://schemas.openxmlformats.org/officeDocument/2006/relationships" xmlns:p="http://schemas.openxmlformats.org/presentationml/2006/main">
  <p:tag name="THINKCELLSHAPEDONOTDELETE" val="tQgTx2sXl58EE9VUPtd7k7Q"/>
</p:tagLst>
</file>

<file path=ppt/tags/tag1036.xml><?xml version="1.0" encoding="utf-8"?>
<p:tagLst xmlns:a="http://schemas.openxmlformats.org/drawingml/2006/main" xmlns:r="http://schemas.openxmlformats.org/officeDocument/2006/relationships" xmlns:p="http://schemas.openxmlformats.org/presentationml/2006/main">
  <p:tag name="THINKCELLSHAPEDONOTDELETE" val="tnjyH7m.H6RriUbKGo.WM0w"/>
</p:tagLst>
</file>

<file path=ppt/tags/tag1037.xml><?xml version="1.0" encoding="utf-8"?>
<p:tagLst xmlns:a="http://schemas.openxmlformats.org/drawingml/2006/main" xmlns:r="http://schemas.openxmlformats.org/officeDocument/2006/relationships" xmlns:p="http://schemas.openxmlformats.org/presentationml/2006/main">
  <p:tag name="THINKCELLSHAPEDONOTDELETE" val="tuJaL37f55k_I.xdl6htOdw"/>
</p:tagLst>
</file>

<file path=ppt/tags/tag1038.xml><?xml version="1.0" encoding="utf-8"?>
<p:tagLst xmlns:a="http://schemas.openxmlformats.org/drawingml/2006/main" xmlns:r="http://schemas.openxmlformats.org/officeDocument/2006/relationships" xmlns:p="http://schemas.openxmlformats.org/presentationml/2006/main">
  <p:tag name="THINKCELLSHAPEDONOTDELETE" val="tqwNWP1L67up4NG7vs64VOg"/>
</p:tagLst>
</file>

<file path=ppt/tags/tag1039.xml><?xml version="1.0" encoding="utf-8"?>
<p:tagLst xmlns:a="http://schemas.openxmlformats.org/drawingml/2006/main" xmlns:r="http://schemas.openxmlformats.org/officeDocument/2006/relationships" xmlns:p="http://schemas.openxmlformats.org/presentationml/2006/main">
  <p:tag name="THINKCELLSHAPEDONOTDELETE" val="t.HHAD9A3g4PvhlKL2vLlQw"/>
</p:tagLst>
</file>

<file path=ppt/tags/tag10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1.xml><?xml version="1.0" encoding="utf-8"?>
<p:tagLst xmlns:a="http://schemas.openxmlformats.org/drawingml/2006/main" xmlns:r="http://schemas.openxmlformats.org/officeDocument/2006/relationships" xmlns:p="http://schemas.openxmlformats.org/presentationml/2006/main">
  <p:tag name="THINKCELLSHAPEDONOTDELETE" val="t7MFbrWPuL89PiobpEhgiXw"/>
</p:tagLst>
</file>

<file path=ppt/tags/tag1042.xml><?xml version="1.0" encoding="utf-8"?>
<p:tagLst xmlns:a="http://schemas.openxmlformats.org/drawingml/2006/main" xmlns:r="http://schemas.openxmlformats.org/officeDocument/2006/relationships" xmlns:p="http://schemas.openxmlformats.org/presentationml/2006/main">
  <p:tag name="THINKCELLSHAPEDONOTDELETE" val="trLfIPO3s2orJEqJFeVHCcQ"/>
</p:tagLst>
</file>

<file path=ppt/tags/tag1043.xml><?xml version="1.0" encoding="utf-8"?>
<p:tagLst xmlns:a="http://schemas.openxmlformats.org/drawingml/2006/main" xmlns:r="http://schemas.openxmlformats.org/officeDocument/2006/relationships" xmlns:p="http://schemas.openxmlformats.org/presentationml/2006/main">
  <p:tag name="THINKCELLSHAPEDONOTDELETE" val="t5UScYef1fnpJ2ebfj2hoxg"/>
</p:tagLst>
</file>

<file path=ppt/tags/tag1044.xml><?xml version="1.0" encoding="utf-8"?>
<p:tagLst xmlns:a="http://schemas.openxmlformats.org/drawingml/2006/main" xmlns:r="http://schemas.openxmlformats.org/officeDocument/2006/relationships" xmlns:p="http://schemas.openxmlformats.org/presentationml/2006/main">
  <p:tag name="THINKCELLSHAPEDONOTDELETE" val="tTJaGJ0rwVFZp7wVV5W.K3w"/>
</p:tagLst>
</file>

<file path=ppt/tags/tag1045.xml><?xml version="1.0" encoding="utf-8"?>
<p:tagLst xmlns:a="http://schemas.openxmlformats.org/drawingml/2006/main" xmlns:r="http://schemas.openxmlformats.org/officeDocument/2006/relationships" xmlns:p="http://schemas.openxmlformats.org/presentationml/2006/main">
  <p:tag name="THINKCELLSHAPEDONOTDELETE" val="tzbhU1QMRM8jr4yjwJAnnew"/>
</p:tagLst>
</file>

<file path=ppt/tags/tag1046.xml><?xml version="1.0" encoding="utf-8"?>
<p:tagLst xmlns:a="http://schemas.openxmlformats.org/drawingml/2006/main" xmlns:r="http://schemas.openxmlformats.org/officeDocument/2006/relationships" xmlns:p="http://schemas.openxmlformats.org/presentationml/2006/main">
  <p:tag name="THINKCELLSHAPEDONOTDELETE" val="tmQQW9ff1NLAc7alFT8STlA"/>
</p:tagLst>
</file>

<file path=ppt/tags/tag1047.xml><?xml version="1.0" encoding="utf-8"?>
<p:tagLst xmlns:a="http://schemas.openxmlformats.org/drawingml/2006/main" xmlns:r="http://schemas.openxmlformats.org/officeDocument/2006/relationships" xmlns:p="http://schemas.openxmlformats.org/presentationml/2006/main">
  <p:tag name="THINKCELLSHAPEDONOTDELETE" val="tx0XPYRwm7mPKLjDdV5Conw"/>
</p:tagLst>
</file>

<file path=ppt/tags/tag1048.xml><?xml version="1.0" encoding="utf-8"?>
<p:tagLst xmlns:a="http://schemas.openxmlformats.org/drawingml/2006/main" xmlns:r="http://schemas.openxmlformats.org/officeDocument/2006/relationships" xmlns:p="http://schemas.openxmlformats.org/presentationml/2006/main">
  <p:tag name="THINKCELLSHAPEDONOTDELETE" val="tGwdRV1u4xq1aXz2Kw2iyoQ"/>
</p:tagLst>
</file>

<file path=ppt/tags/tag1049.xml><?xml version="1.0" encoding="utf-8"?>
<p:tagLst xmlns:a="http://schemas.openxmlformats.org/drawingml/2006/main" xmlns:r="http://schemas.openxmlformats.org/officeDocument/2006/relationships" xmlns:p="http://schemas.openxmlformats.org/presentationml/2006/main">
  <p:tag name="THINKCELLSHAPEDONOTDELETE" val="tg5HVPlyQRInHd49TLsbveA"/>
</p:tagLst>
</file>

<file path=ppt/tags/tag1050.xml><?xml version="1.0" encoding="utf-8"?>
<p:tagLst xmlns:a="http://schemas.openxmlformats.org/drawingml/2006/main" xmlns:r="http://schemas.openxmlformats.org/officeDocument/2006/relationships" xmlns:p="http://schemas.openxmlformats.org/presentationml/2006/main">
  <p:tag name="THINKCELLSHAPEDONOTDELETE" val="t_2YqQENImjR6mjD.S9jwiQ"/>
</p:tagLst>
</file>

<file path=ppt/tags/tag1051.xml><?xml version="1.0" encoding="utf-8"?>
<p:tagLst xmlns:a="http://schemas.openxmlformats.org/drawingml/2006/main" xmlns:r="http://schemas.openxmlformats.org/officeDocument/2006/relationships" xmlns:p="http://schemas.openxmlformats.org/presentationml/2006/main">
  <p:tag name="THINKCELLSHAPEDONOTDELETE" val="tzNOUJqX.YDst0mZd3w6KwA"/>
</p:tagLst>
</file>

<file path=ppt/tags/tag1052.xml><?xml version="1.0" encoding="utf-8"?>
<p:tagLst xmlns:a="http://schemas.openxmlformats.org/drawingml/2006/main" xmlns:r="http://schemas.openxmlformats.org/officeDocument/2006/relationships" xmlns:p="http://schemas.openxmlformats.org/presentationml/2006/main">
  <p:tag name="THINKCELLSHAPEDONOTDELETE" val="tcvViC12oej35etpl6OTNeA"/>
</p:tagLst>
</file>

<file path=ppt/tags/tag1053.xml><?xml version="1.0" encoding="utf-8"?>
<p:tagLst xmlns:a="http://schemas.openxmlformats.org/drawingml/2006/main" xmlns:r="http://schemas.openxmlformats.org/officeDocument/2006/relationships" xmlns:p="http://schemas.openxmlformats.org/presentationml/2006/main">
  <p:tag name="THINKCELLSHAPEDONOTDELETE" val="tPk0j0ZQPzv_XxGk3a1UbSg"/>
</p:tagLst>
</file>

<file path=ppt/tags/tag1054.xml><?xml version="1.0" encoding="utf-8"?>
<p:tagLst xmlns:a="http://schemas.openxmlformats.org/drawingml/2006/main" xmlns:r="http://schemas.openxmlformats.org/officeDocument/2006/relationships" xmlns:p="http://schemas.openxmlformats.org/presentationml/2006/main">
  <p:tag name="THINKCELLSHAPEDONOTDELETE" val="tcf3NxHLrxI0Ktc4RIZEI.g"/>
</p:tagLst>
</file>

<file path=ppt/tags/tag1055.xml><?xml version="1.0" encoding="utf-8"?>
<p:tagLst xmlns:a="http://schemas.openxmlformats.org/drawingml/2006/main" xmlns:r="http://schemas.openxmlformats.org/officeDocument/2006/relationships" xmlns:p="http://schemas.openxmlformats.org/presentationml/2006/main">
  <p:tag name="THINKCELLSHAPEDONOTDELETE" val="tPJd_QshtRwRBxhOcEUKPXw"/>
</p:tagLst>
</file>

<file path=ppt/tags/tag1056.xml><?xml version="1.0" encoding="utf-8"?>
<p:tagLst xmlns:a="http://schemas.openxmlformats.org/drawingml/2006/main" xmlns:r="http://schemas.openxmlformats.org/officeDocument/2006/relationships" xmlns:p="http://schemas.openxmlformats.org/presentationml/2006/main">
  <p:tag name="THINKCELLSHAPEDONOTDELETE" val="tYxhPH4EjcroQFrhUil6Nvg"/>
</p:tagLst>
</file>

<file path=ppt/tags/tag1057.xml><?xml version="1.0" encoding="utf-8"?>
<p:tagLst xmlns:a="http://schemas.openxmlformats.org/drawingml/2006/main" xmlns:r="http://schemas.openxmlformats.org/officeDocument/2006/relationships" xmlns:p="http://schemas.openxmlformats.org/presentationml/2006/main">
  <p:tag name="THINKCELLSHAPEDONOTDELETE" val="tPaXEsTMDLA7oszM.pt2LHQ"/>
</p:tagLst>
</file>

<file path=ppt/tags/tag1058.xml><?xml version="1.0" encoding="utf-8"?>
<p:tagLst xmlns:a="http://schemas.openxmlformats.org/drawingml/2006/main" xmlns:r="http://schemas.openxmlformats.org/officeDocument/2006/relationships" xmlns:p="http://schemas.openxmlformats.org/presentationml/2006/main">
  <p:tag name="THINKCELLSHAPEDONOTDELETE" val="tTpT20gnYVu3fbJE.Z_q.XA"/>
</p:tagLst>
</file>

<file path=ppt/tags/tag1059.xml><?xml version="1.0" encoding="utf-8"?>
<p:tagLst xmlns:a="http://schemas.openxmlformats.org/drawingml/2006/main" xmlns:r="http://schemas.openxmlformats.org/officeDocument/2006/relationships" xmlns:p="http://schemas.openxmlformats.org/presentationml/2006/main">
  <p:tag name="THINKCELLSHAPEDONOTDELETE" val="tgXcY2rMu6ndnFkhQeMKUYg"/>
</p:tagLst>
</file>

<file path=ppt/tags/tag1060.xml><?xml version="1.0" encoding="utf-8"?>
<p:tagLst xmlns:a="http://schemas.openxmlformats.org/drawingml/2006/main" xmlns:r="http://schemas.openxmlformats.org/officeDocument/2006/relationships" xmlns:p="http://schemas.openxmlformats.org/presentationml/2006/main">
  <p:tag name="THINKCELLSHAPEDONOTDELETE" val="tBcmInu9556ivNTXEgmWSaA"/>
</p:tagLst>
</file>

<file path=ppt/tags/tag1061.xml><?xml version="1.0" encoding="utf-8"?>
<p:tagLst xmlns:a="http://schemas.openxmlformats.org/drawingml/2006/main" xmlns:r="http://schemas.openxmlformats.org/officeDocument/2006/relationships" xmlns:p="http://schemas.openxmlformats.org/presentationml/2006/main">
  <p:tag name="THINKCELLSHAPEDONOTDELETE" val="t5uAOfmUsmVZpSMNfPgDvFQ"/>
</p:tagLst>
</file>

<file path=ppt/tags/tag1062.xml><?xml version="1.0" encoding="utf-8"?>
<p:tagLst xmlns:a="http://schemas.openxmlformats.org/drawingml/2006/main" xmlns:r="http://schemas.openxmlformats.org/officeDocument/2006/relationships" xmlns:p="http://schemas.openxmlformats.org/presentationml/2006/main">
  <p:tag name="THINKCELLSHAPEDONOTDELETE" val="t_47_zGRfjV0BeRvVBGt1FA"/>
</p:tagLst>
</file>

<file path=ppt/tags/tag1063.xml><?xml version="1.0" encoding="utf-8"?>
<p:tagLst xmlns:a="http://schemas.openxmlformats.org/drawingml/2006/main" xmlns:r="http://schemas.openxmlformats.org/officeDocument/2006/relationships" xmlns:p="http://schemas.openxmlformats.org/presentationml/2006/main">
  <p:tag name="THINKCELLSHAPEDONOTDELETE" val="tTxoDGdWYCLKWSU4CJTOHvw"/>
</p:tagLst>
</file>

<file path=ppt/tags/tag1064.xml><?xml version="1.0" encoding="utf-8"?>
<p:tagLst xmlns:a="http://schemas.openxmlformats.org/drawingml/2006/main" xmlns:r="http://schemas.openxmlformats.org/officeDocument/2006/relationships" xmlns:p="http://schemas.openxmlformats.org/presentationml/2006/main">
  <p:tag name="THINKCELLSHAPEDONOTDELETE" val="tCCxj1pAZRGGvXnnKszlL1A"/>
</p:tagLst>
</file>

<file path=ppt/tags/tag1065.xml><?xml version="1.0" encoding="utf-8"?>
<p:tagLst xmlns:a="http://schemas.openxmlformats.org/drawingml/2006/main" xmlns:r="http://schemas.openxmlformats.org/officeDocument/2006/relationships" xmlns:p="http://schemas.openxmlformats.org/presentationml/2006/main">
  <p:tag name="THINKCELLSHAPEDONOTDELETE" val="tU3gQ0eHOz3hjUfHzbevwsQ"/>
</p:tagLst>
</file>

<file path=ppt/tags/tag1066.xml><?xml version="1.0" encoding="utf-8"?>
<p:tagLst xmlns:a="http://schemas.openxmlformats.org/drawingml/2006/main" xmlns:r="http://schemas.openxmlformats.org/officeDocument/2006/relationships" xmlns:p="http://schemas.openxmlformats.org/presentationml/2006/main">
  <p:tag name="THINKCELLSHAPEDONOTDELETE" val="tFKrMR3Pj1SwBlqZLbtg5IQ"/>
</p:tagLst>
</file>

<file path=ppt/tags/tag1067.xml><?xml version="1.0" encoding="utf-8"?>
<p:tagLst xmlns:a="http://schemas.openxmlformats.org/drawingml/2006/main" xmlns:r="http://schemas.openxmlformats.org/officeDocument/2006/relationships" xmlns:p="http://schemas.openxmlformats.org/presentationml/2006/main">
  <p:tag name="THINKCELLSHAPEDONOTDELETE" val="trOBL49TM38eoFRfQxS2LpA"/>
</p:tagLst>
</file>

<file path=ppt/tags/tag1068.xml><?xml version="1.0" encoding="utf-8"?>
<p:tagLst xmlns:a="http://schemas.openxmlformats.org/drawingml/2006/main" xmlns:r="http://schemas.openxmlformats.org/officeDocument/2006/relationships" xmlns:p="http://schemas.openxmlformats.org/presentationml/2006/main">
  <p:tag name="THINKCELLSHAPEDONOTDELETE" val="tg9K3xtgb6LNFmfuAG9QdlA"/>
</p:tagLst>
</file>

<file path=ppt/tags/tag1069.xml><?xml version="1.0" encoding="utf-8"?>
<p:tagLst xmlns:a="http://schemas.openxmlformats.org/drawingml/2006/main" xmlns:r="http://schemas.openxmlformats.org/officeDocument/2006/relationships" xmlns:p="http://schemas.openxmlformats.org/presentationml/2006/main">
  <p:tag name="THINKCELLSHAPEDONOTDELETE" val="tdW17TcPIlTulXRQN6V1pmg"/>
</p:tagLst>
</file>

<file path=ppt/tags/tag1070.xml><?xml version="1.0" encoding="utf-8"?>
<p:tagLst xmlns:a="http://schemas.openxmlformats.org/drawingml/2006/main" xmlns:r="http://schemas.openxmlformats.org/officeDocument/2006/relationships" xmlns:p="http://schemas.openxmlformats.org/presentationml/2006/main">
  <p:tag name="THINKCELLSHAPEDONOTDELETE" val="tdsw5J73D69l5neZwc1bKOw"/>
</p:tagLst>
</file>

<file path=ppt/tags/tag1071.xml><?xml version="1.0" encoding="utf-8"?>
<p:tagLst xmlns:a="http://schemas.openxmlformats.org/drawingml/2006/main" xmlns:r="http://schemas.openxmlformats.org/officeDocument/2006/relationships" xmlns:p="http://schemas.openxmlformats.org/presentationml/2006/main">
  <p:tag name="THINKCELLSHAPEDONOTDELETE" val="tixRpDZOASDyihTExdHpalA"/>
</p:tagLst>
</file>

<file path=ppt/tags/tag1072.xml><?xml version="1.0" encoding="utf-8"?>
<p:tagLst xmlns:a="http://schemas.openxmlformats.org/drawingml/2006/main" xmlns:r="http://schemas.openxmlformats.org/officeDocument/2006/relationships" xmlns:p="http://schemas.openxmlformats.org/presentationml/2006/main">
  <p:tag name="THINKCELLSHAPEDONOTDELETE" val="tykAaBUh9z3CXn2ugz2eEQg"/>
</p:tagLst>
</file>

<file path=ppt/tags/tag1073.xml><?xml version="1.0" encoding="utf-8"?>
<p:tagLst xmlns:a="http://schemas.openxmlformats.org/drawingml/2006/main" xmlns:r="http://schemas.openxmlformats.org/officeDocument/2006/relationships" xmlns:p="http://schemas.openxmlformats.org/presentationml/2006/main">
  <p:tag name="THINKCELLSHAPEDONOTDELETE" val="tfrqMUAf5hZBhd0WdBWYqcQ"/>
</p:tagLst>
</file>

<file path=ppt/tags/tag1074.xml><?xml version="1.0" encoding="utf-8"?>
<p:tagLst xmlns:a="http://schemas.openxmlformats.org/drawingml/2006/main" xmlns:r="http://schemas.openxmlformats.org/officeDocument/2006/relationships" xmlns:p="http://schemas.openxmlformats.org/presentationml/2006/main">
  <p:tag name="THINKCELLSHAPEDONOTDELETE" val="trhzmNl14G5C0bIGIDT6xOA"/>
</p:tagLst>
</file>

<file path=ppt/tags/tag1075.xml><?xml version="1.0" encoding="utf-8"?>
<p:tagLst xmlns:a="http://schemas.openxmlformats.org/drawingml/2006/main" xmlns:r="http://schemas.openxmlformats.org/officeDocument/2006/relationships" xmlns:p="http://schemas.openxmlformats.org/presentationml/2006/main">
  <p:tag name="THINKCELLSHAPEDONOTDELETE" val="trPnzOOJV8yNe328gGNPc8w"/>
</p:tagLst>
</file>

<file path=ppt/tags/tag1076.xml><?xml version="1.0" encoding="utf-8"?>
<p:tagLst xmlns:a="http://schemas.openxmlformats.org/drawingml/2006/main" xmlns:r="http://schemas.openxmlformats.org/officeDocument/2006/relationships" xmlns:p="http://schemas.openxmlformats.org/presentationml/2006/main">
  <p:tag name="THINKCELLSHAPEDONOTDELETE" val="tUaHtYg4R200bMrz0Hkp82Q"/>
</p:tagLst>
</file>

<file path=ppt/tags/tag1077.xml><?xml version="1.0" encoding="utf-8"?>
<p:tagLst xmlns:a="http://schemas.openxmlformats.org/drawingml/2006/main" xmlns:r="http://schemas.openxmlformats.org/officeDocument/2006/relationships" xmlns:p="http://schemas.openxmlformats.org/presentationml/2006/main">
  <p:tag name="THINKCELLSHAPEDONOTDELETE" val="t_CqUekRbwbZKlWmF8wkdhg"/>
</p:tagLst>
</file>

<file path=ppt/tags/tag1078.xml><?xml version="1.0" encoding="utf-8"?>
<p:tagLst xmlns:a="http://schemas.openxmlformats.org/drawingml/2006/main" xmlns:r="http://schemas.openxmlformats.org/officeDocument/2006/relationships" xmlns:p="http://schemas.openxmlformats.org/presentationml/2006/main">
  <p:tag name="THINKCELLSHAPEDONOTDELETE" val="tzg9OgZ4qpWSbkiyW98uj9g"/>
</p:tagLst>
</file>

<file path=ppt/tags/tag1079.xml><?xml version="1.0" encoding="utf-8"?>
<p:tagLst xmlns:a="http://schemas.openxmlformats.org/drawingml/2006/main" xmlns:r="http://schemas.openxmlformats.org/officeDocument/2006/relationships" xmlns:p="http://schemas.openxmlformats.org/presentationml/2006/main">
  <p:tag name="THINKCELLSHAPEDONOTDELETE" val="tZ0MgGE1dY5pDTRU6Wh.uMg"/>
</p:tagLst>
</file>

<file path=ppt/tags/tag1080.xml><?xml version="1.0" encoding="utf-8"?>
<p:tagLst xmlns:a="http://schemas.openxmlformats.org/drawingml/2006/main" xmlns:r="http://schemas.openxmlformats.org/officeDocument/2006/relationships" xmlns:p="http://schemas.openxmlformats.org/presentationml/2006/main">
  <p:tag name="THINKCELLSHAPEDONOTDELETE" val="tDmzBt_J_GjCuaElkE0kPEg"/>
</p:tagLst>
</file>

<file path=ppt/tags/tag1081.xml><?xml version="1.0" encoding="utf-8"?>
<p:tagLst xmlns:a="http://schemas.openxmlformats.org/drawingml/2006/main" xmlns:r="http://schemas.openxmlformats.org/officeDocument/2006/relationships" xmlns:p="http://schemas.openxmlformats.org/presentationml/2006/main">
  <p:tag name="THINKCELLSHAPEDONOTDELETE" val="tPsYLpxz0qGun1i9uI0QjHQ"/>
</p:tagLst>
</file>

<file path=ppt/tags/tag1082.xml><?xml version="1.0" encoding="utf-8"?>
<p:tagLst xmlns:a="http://schemas.openxmlformats.org/drawingml/2006/main" xmlns:r="http://schemas.openxmlformats.org/officeDocument/2006/relationships" xmlns:p="http://schemas.openxmlformats.org/presentationml/2006/main">
  <p:tag name="SHAPENAME" val="5. Source"/>
</p:tagLst>
</file>

<file path=ppt/tags/tag10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4.xml><?xml version="1.0" encoding="utf-8"?>
<p:tagLst xmlns:a="http://schemas.openxmlformats.org/drawingml/2006/main" xmlns:r="http://schemas.openxmlformats.org/officeDocument/2006/relationships" xmlns:p="http://schemas.openxmlformats.org/presentationml/2006/main">
  <p:tag name="THINKCELLSHAPEDONOTDELETE" val="tz_TtfCCQ8Z13HLSE3TQLrA"/>
</p:tagLst>
</file>

<file path=ppt/tags/tag1085.xml><?xml version="1.0" encoding="utf-8"?>
<p:tagLst xmlns:a="http://schemas.openxmlformats.org/drawingml/2006/main" xmlns:r="http://schemas.openxmlformats.org/officeDocument/2006/relationships" xmlns:p="http://schemas.openxmlformats.org/presentationml/2006/main">
  <p:tag name="THINKCELLSHAPEDONOTDELETE" val="tkxmyjmr.0gwzB20K4lblqQ"/>
</p:tagLst>
</file>

<file path=ppt/tags/tag1086.xml><?xml version="1.0" encoding="utf-8"?>
<p:tagLst xmlns:a="http://schemas.openxmlformats.org/drawingml/2006/main" xmlns:r="http://schemas.openxmlformats.org/officeDocument/2006/relationships" xmlns:p="http://schemas.openxmlformats.org/presentationml/2006/main">
  <p:tag name="THINKCELLSHAPEDONOTDELETE" val="the55rhDMQVhTJMQ9SW47Jg"/>
</p:tagLst>
</file>

<file path=ppt/tags/tag1087.xml><?xml version="1.0" encoding="utf-8"?>
<p:tagLst xmlns:a="http://schemas.openxmlformats.org/drawingml/2006/main" xmlns:r="http://schemas.openxmlformats.org/officeDocument/2006/relationships" xmlns:p="http://schemas.openxmlformats.org/presentationml/2006/main">
  <p:tag name="THINKCELLSHAPEDONOTDELETE" val="tkCS8lCezPZVMz9Vxb0b3ig"/>
</p:tagLst>
</file>

<file path=ppt/tags/tag1088.xml><?xml version="1.0" encoding="utf-8"?>
<p:tagLst xmlns:a="http://schemas.openxmlformats.org/drawingml/2006/main" xmlns:r="http://schemas.openxmlformats.org/officeDocument/2006/relationships" xmlns:p="http://schemas.openxmlformats.org/presentationml/2006/main">
  <p:tag name="THINKCELLSHAPEDONOTDELETE" val="th41hvlWi8cmpprvjw5qsVA"/>
</p:tagLst>
</file>

<file path=ppt/tags/tag1089.xml><?xml version="1.0" encoding="utf-8"?>
<p:tagLst xmlns:a="http://schemas.openxmlformats.org/drawingml/2006/main" xmlns:r="http://schemas.openxmlformats.org/officeDocument/2006/relationships" xmlns:p="http://schemas.openxmlformats.org/presentationml/2006/main">
  <p:tag name="THINKCELLSHAPEDONOTDELETE" val="t261PL8rC9JpoaXpnOy_ilw"/>
</p:tagLst>
</file>

<file path=ppt/tags/tag1090.xml><?xml version="1.0" encoding="utf-8"?>
<p:tagLst xmlns:a="http://schemas.openxmlformats.org/drawingml/2006/main" xmlns:r="http://schemas.openxmlformats.org/officeDocument/2006/relationships" xmlns:p="http://schemas.openxmlformats.org/presentationml/2006/main">
  <p:tag name="THINKCELLSHAPEDONOTDELETE" val="tXUOY8Z4fIE2.f3HQMqv6Mw"/>
</p:tagLst>
</file>

<file path=ppt/tags/tag1091.xml><?xml version="1.0" encoding="utf-8"?>
<p:tagLst xmlns:a="http://schemas.openxmlformats.org/drawingml/2006/main" xmlns:r="http://schemas.openxmlformats.org/officeDocument/2006/relationships" xmlns:p="http://schemas.openxmlformats.org/presentationml/2006/main">
  <p:tag name="THINKCELLSHAPEDONOTDELETE" val="t5xMl63q9N1iC1NXukNgaEg"/>
</p:tagLst>
</file>

<file path=ppt/tags/tag1092.xml><?xml version="1.0" encoding="utf-8"?>
<p:tagLst xmlns:a="http://schemas.openxmlformats.org/drawingml/2006/main" xmlns:r="http://schemas.openxmlformats.org/officeDocument/2006/relationships" xmlns:p="http://schemas.openxmlformats.org/presentationml/2006/main">
  <p:tag name="THINKCELLSHAPEDONOTDELETE" val="tEVSihD9lNyWpxBUHbfY2Tw"/>
</p:tagLst>
</file>

<file path=ppt/tags/tag1093.xml><?xml version="1.0" encoding="utf-8"?>
<p:tagLst xmlns:a="http://schemas.openxmlformats.org/drawingml/2006/main" xmlns:r="http://schemas.openxmlformats.org/officeDocument/2006/relationships" xmlns:p="http://schemas.openxmlformats.org/presentationml/2006/main">
  <p:tag name="THINKCELLSHAPEDONOTDELETE" val="tu5dvHFpVvv7vzFj.X4nyew"/>
</p:tagLst>
</file>

<file path=ppt/tags/tag1094.xml><?xml version="1.0" encoding="utf-8"?>
<p:tagLst xmlns:a="http://schemas.openxmlformats.org/drawingml/2006/main" xmlns:r="http://schemas.openxmlformats.org/officeDocument/2006/relationships" xmlns:p="http://schemas.openxmlformats.org/presentationml/2006/main">
  <p:tag name="THINKCELLSHAPEDONOTDELETE" val="ttG7QUw48hqUPCUrvQamLOA"/>
</p:tagLst>
</file>

<file path=ppt/tags/tag1095.xml><?xml version="1.0" encoding="utf-8"?>
<p:tagLst xmlns:a="http://schemas.openxmlformats.org/drawingml/2006/main" xmlns:r="http://schemas.openxmlformats.org/officeDocument/2006/relationships" xmlns:p="http://schemas.openxmlformats.org/presentationml/2006/main">
  <p:tag name="THINKCELLSHAPEDONOTDELETE" val="tjWn0.hl5wh3qtwklWzF8hw"/>
</p:tagLst>
</file>

<file path=ppt/tags/tag1096.xml><?xml version="1.0" encoding="utf-8"?>
<p:tagLst xmlns:a="http://schemas.openxmlformats.org/drawingml/2006/main" xmlns:r="http://schemas.openxmlformats.org/officeDocument/2006/relationships" xmlns:p="http://schemas.openxmlformats.org/presentationml/2006/main">
  <p:tag name="THINKCELLSHAPEDONOTDELETE" val="tXY11ysTR6V9No.4vPwPFww"/>
</p:tagLst>
</file>

<file path=ppt/tags/tag1097.xml><?xml version="1.0" encoding="utf-8"?>
<p:tagLst xmlns:a="http://schemas.openxmlformats.org/drawingml/2006/main" xmlns:r="http://schemas.openxmlformats.org/officeDocument/2006/relationships" xmlns:p="http://schemas.openxmlformats.org/presentationml/2006/main">
  <p:tag name="THINKCELLSHAPEDONOTDELETE" val="tmH1LZx9Rj612cS0wAp4MkA"/>
</p:tagLst>
</file>

<file path=ppt/tags/tag1098.xml><?xml version="1.0" encoding="utf-8"?>
<p:tagLst xmlns:a="http://schemas.openxmlformats.org/drawingml/2006/main" xmlns:r="http://schemas.openxmlformats.org/officeDocument/2006/relationships" xmlns:p="http://schemas.openxmlformats.org/presentationml/2006/main">
  <p:tag name="THINKCELLSHAPEDONOTDELETE" val="t1fQwA.cJJoETSlRrG6sDXQ"/>
</p:tagLst>
</file>

<file path=ppt/tags/tag1099.xml><?xml version="1.0" encoding="utf-8"?>
<p:tagLst xmlns:a="http://schemas.openxmlformats.org/drawingml/2006/main" xmlns:r="http://schemas.openxmlformats.org/officeDocument/2006/relationships" xmlns:p="http://schemas.openxmlformats.org/presentationml/2006/main">
  <p:tag name="THINKCELLSHAPEDONOTDELETE" val="tqEDS85mPRj4giOCgTxzS1g"/>
</p:tagLst>
</file>

<file path=ppt/tags/tag1100.xml><?xml version="1.0" encoding="utf-8"?>
<p:tagLst xmlns:a="http://schemas.openxmlformats.org/drawingml/2006/main" xmlns:r="http://schemas.openxmlformats.org/officeDocument/2006/relationships" xmlns:p="http://schemas.openxmlformats.org/presentationml/2006/main">
  <p:tag name="THINKCELLSHAPEDONOTDELETE" val="tFYcLuHdfKdcy8CJ5g7jypw"/>
</p:tagLst>
</file>

<file path=ppt/tags/tag1101.xml><?xml version="1.0" encoding="utf-8"?>
<p:tagLst xmlns:a="http://schemas.openxmlformats.org/drawingml/2006/main" xmlns:r="http://schemas.openxmlformats.org/officeDocument/2006/relationships" xmlns:p="http://schemas.openxmlformats.org/presentationml/2006/main">
  <p:tag name="THINKCELLSHAPEDONOTDELETE" val="tonRPlhtL8KJsSswke1jf5g"/>
</p:tagLst>
</file>

<file path=ppt/tags/tag1102.xml><?xml version="1.0" encoding="utf-8"?>
<p:tagLst xmlns:a="http://schemas.openxmlformats.org/drawingml/2006/main" xmlns:r="http://schemas.openxmlformats.org/officeDocument/2006/relationships" xmlns:p="http://schemas.openxmlformats.org/presentationml/2006/main">
  <p:tag name="THINKCELLSHAPEDONOTDELETE" val="tLQvr1vq8Y8W2JGKf17exmw"/>
</p:tagLst>
</file>

<file path=ppt/tags/tag1103.xml><?xml version="1.0" encoding="utf-8"?>
<p:tagLst xmlns:a="http://schemas.openxmlformats.org/drawingml/2006/main" xmlns:r="http://schemas.openxmlformats.org/officeDocument/2006/relationships" xmlns:p="http://schemas.openxmlformats.org/presentationml/2006/main">
  <p:tag name="THINKCELLSHAPEDONOTDELETE" val="tBnBFr.rki8fIkNJ7eL1z1A"/>
</p:tagLst>
</file>

<file path=ppt/tags/tag1104.xml><?xml version="1.0" encoding="utf-8"?>
<p:tagLst xmlns:a="http://schemas.openxmlformats.org/drawingml/2006/main" xmlns:r="http://schemas.openxmlformats.org/officeDocument/2006/relationships" xmlns:p="http://schemas.openxmlformats.org/presentationml/2006/main">
  <p:tag name="THINKCELLSHAPEDONOTDELETE" val="tonp1ecCDLRmggwu6eXtmeQ"/>
</p:tagLst>
</file>

<file path=ppt/tags/tag1105.xml><?xml version="1.0" encoding="utf-8"?>
<p:tagLst xmlns:a="http://schemas.openxmlformats.org/drawingml/2006/main" xmlns:r="http://schemas.openxmlformats.org/officeDocument/2006/relationships" xmlns:p="http://schemas.openxmlformats.org/presentationml/2006/main">
  <p:tag name="THINKCELLSHAPEDONOTDELETE" val="t7CI.E1JAnDbdpR.sfifCCg"/>
</p:tagLst>
</file>

<file path=ppt/tags/tag1106.xml><?xml version="1.0" encoding="utf-8"?>
<p:tagLst xmlns:a="http://schemas.openxmlformats.org/drawingml/2006/main" xmlns:r="http://schemas.openxmlformats.org/officeDocument/2006/relationships" xmlns:p="http://schemas.openxmlformats.org/presentationml/2006/main">
  <p:tag name="THINKCELLSHAPEDONOTDELETE" val="tS3vrNT3fNgSgyzGlcr8wBQ"/>
</p:tagLst>
</file>

<file path=ppt/tags/tag1107.xml><?xml version="1.0" encoding="utf-8"?>
<p:tagLst xmlns:a="http://schemas.openxmlformats.org/drawingml/2006/main" xmlns:r="http://schemas.openxmlformats.org/officeDocument/2006/relationships" xmlns:p="http://schemas.openxmlformats.org/presentationml/2006/main">
  <p:tag name="THINKCELLSHAPEDONOTDELETE" val="t79stjH1OAlTA2vr1pQR1LQ"/>
</p:tagLst>
</file>

<file path=ppt/tags/tag1108.xml><?xml version="1.0" encoding="utf-8"?>
<p:tagLst xmlns:a="http://schemas.openxmlformats.org/drawingml/2006/main" xmlns:r="http://schemas.openxmlformats.org/officeDocument/2006/relationships" xmlns:p="http://schemas.openxmlformats.org/presentationml/2006/main">
  <p:tag name="THINKCELLSHAPEDONOTDELETE" val="tWGmUt2AC_fC_FMr7fQ3IpA"/>
</p:tagLst>
</file>

<file path=ppt/tags/tag1109.xml><?xml version="1.0" encoding="utf-8"?>
<p:tagLst xmlns:a="http://schemas.openxmlformats.org/drawingml/2006/main" xmlns:r="http://schemas.openxmlformats.org/officeDocument/2006/relationships" xmlns:p="http://schemas.openxmlformats.org/presentationml/2006/main">
  <p:tag name="THINKCELLSHAPEDONOTDELETE" val="tjrEXK0mL8xizecqE4UfFig"/>
</p:tagLst>
</file>

<file path=ppt/tags/tag1110.xml><?xml version="1.0" encoding="utf-8"?>
<p:tagLst xmlns:a="http://schemas.openxmlformats.org/drawingml/2006/main" xmlns:r="http://schemas.openxmlformats.org/officeDocument/2006/relationships" xmlns:p="http://schemas.openxmlformats.org/presentationml/2006/main">
  <p:tag name="THINKCELLSHAPEDONOTDELETE" val="taM53gN8Zv1fCCJnNHPDxVw"/>
</p:tagLst>
</file>

<file path=ppt/tags/tag1111.xml><?xml version="1.0" encoding="utf-8"?>
<p:tagLst xmlns:a="http://schemas.openxmlformats.org/drawingml/2006/main" xmlns:r="http://schemas.openxmlformats.org/officeDocument/2006/relationships" xmlns:p="http://schemas.openxmlformats.org/presentationml/2006/main">
  <p:tag name="THINKCELLSHAPEDONOTDELETE" val="teZOauG8cwJqmmc45hVO.jw"/>
</p:tagLst>
</file>

<file path=ppt/tags/tag1112.xml><?xml version="1.0" encoding="utf-8"?>
<p:tagLst xmlns:a="http://schemas.openxmlformats.org/drawingml/2006/main" xmlns:r="http://schemas.openxmlformats.org/officeDocument/2006/relationships" xmlns:p="http://schemas.openxmlformats.org/presentationml/2006/main">
  <p:tag name="THINKCELLSHAPEDONOTDELETE" val="tB9eR.rONB01ii2RhA3i59A"/>
</p:tagLst>
</file>

<file path=ppt/tags/tag1113.xml><?xml version="1.0" encoding="utf-8"?>
<p:tagLst xmlns:a="http://schemas.openxmlformats.org/drawingml/2006/main" xmlns:r="http://schemas.openxmlformats.org/officeDocument/2006/relationships" xmlns:p="http://schemas.openxmlformats.org/presentationml/2006/main">
  <p:tag name="THINKCELLSHAPEDONOTDELETE" val="txzs7BZ7jV5FZ4FjPLRy0ng"/>
</p:tagLst>
</file>

<file path=ppt/tags/tag1114.xml><?xml version="1.0" encoding="utf-8"?>
<p:tagLst xmlns:a="http://schemas.openxmlformats.org/drawingml/2006/main" xmlns:r="http://schemas.openxmlformats.org/officeDocument/2006/relationships" xmlns:p="http://schemas.openxmlformats.org/presentationml/2006/main">
  <p:tag name="THINKCELLSHAPEDONOTDELETE" val="tI_Wnmel6eg89Xul.CjJ5RA"/>
</p:tagLst>
</file>

<file path=ppt/tags/tag1115.xml><?xml version="1.0" encoding="utf-8"?>
<p:tagLst xmlns:a="http://schemas.openxmlformats.org/drawingml/2006/main" xmlns:r="http://schemas.openxmlformats.org/officeDocument/2006/relationships" xmlns:p="http://schemas.openxmlformats.org/presentationml/2006/main">
  <p:tag name="THINKCELLSHAPEDONOTDELETE" val="tfrCEXr7Q_WQkJTebEa5Jaw"/>
</p:tagLst>
</file>

<file path=ppt/tags/tag1116.xml><?xml version="1.0" encoding="utf-8"?>
<p:tagLst xmlns:a="http://schemas.openxmlformats.org/drawingml/2006/main" xmlns:r="http://schemas.openxmlformats.org/officeDocument/2006/relationships" xmlns:p="http://schemas.openxmlformats.org/presentationml/2006/main">
  <p:tag name="THINKCELLSHAPEDONOTDELETE" val="tnTnpQ0iBoWL7cLgVFPV_vw"/>
</p:tagLst>
</file>

<file path=ppt/tags/tag1117.xml><?xml version="1.0" encoding="utf-8"?>
<p:tagLst xmlns:a="http://schemas.openxmlformats.org/drawingml/2006/main" xmlns:r="http://schemas.openxmlformats.org/officeDocument/2006/relationships" xmlns:p="http://schemas.openxmlformats.org/presentationml/2006/main">
  <p:tag name="THINKCELLSHAPEDONOTDELETE" val="ttUFBLIxVqvgIyv9PPjFmpA"/>
</p:tagLst>
</file>

<file path=ppt/tags/tag1118.xml><?xml version="1.0" encoding="utf-8"?>
<p:tagLst xmlns:a="http://schemas.openxmlformats.org/drawingml/2006/main" xmlns:r="http://schemas.openxmlformats.org/officeDocument/2006/relationships" xmlns:p="http://schemas.openxmlformats.org/presentationml/2006/main">
  <p:tag name="THINKCELLSHAPEDONOTDELETE" val="tTi4xBDzL2T4SuxX7rWQpLA"/>
</p:tagLst>
</file>

<file path=ppt/tags/tag1119.xml><?xml version="1.0" encoding="utf-8"?>
<p:tagLst xmlns:a="http://schemas.openxmlformats.org/drawingml/2006/main" xmlns:r="http://schemas.openxmlformats.org/officeDocument/2006/relationships" xmlns:p="http://schemas.openxmlformats.org/presentationml/2006/main">
  <p:tag name="THINKCELLSHAPEDONOTDELETE" val="tbCvqjxncSt6Hv8ZnLWtL1w"/>
</p:tagLst>
</file>

<file path=ppt/tags/tag1120.xml><?xml version="1.0" encoding="utf-8"?>
<p:tagLst xmlns:a="http://schemas.openxmlformats.org/drawingml/2006/main" xmlns:r="http://schemas.openxmlformats.org/officeDocument/2006/relationships" xmlns:p="http://schemas.openxmlformats.org/presentationml/2006/main">
  <p:tag name="THINKCELLSHAPEDONOTDELETE" val="tt4aqTQ_ogiGag29SkBr6_A"/>
</p:tagLst>
</file>

<file path=ppt/tags/tag1121.xml><?xml version="1.0" encoding="utf-8"?>
<p:tagLst xmlns:a="http://schemas.openxmlformats.org/drawingml/2006/main" xmlns:r="http://schemas.openxmlformats.org/officeDocument/2006/relationships" xmlns:p="http://schemas.openxmlformats.org/presentationml/2006/main">
  <p:tag name="THINKCELLSHAPEDONOTDELETE" val="tVBIo2NGQ4hg0QEsVP0fs.g"/>
</p:tagLst>
</file>

<file path=ppt/tags/tag1122.xml><?xml version="1.0" encoding="utf-8"?>
<p:tagLst xmlns:a="http://schemas.openxmlformats.org/drawingml/2006/main" xmlns:r="http://schemas.openxmlformats.org/officeDocument/2006/relationships" xmlns:p="http://schemas.openxmlformats.org/presentationml/2006/main">
  <p:tag name="THINKCELLSHAPEDONOTDELETE" val="tIZ.miOFdUDz7F0a1q6IMTA"/>
</p:tagLst>
</file>

<file path=ppt/tags/tag1123.xml><?xml version="1.0" encoding="utf-8"?>
<p:tagLst xmlns:a="http://schemas.openxmlformats.org/drawingml/2006/main" xmlns:r="http://schemas.openxmlformats.org/officeDocument/2006/relationships" xmlns:p="http://schemas.openxmlformats.org/presentationml/2006/main">
  <p:tag name="THINKCELLSHAPEDONOTDELETE" val="tABtiHrmuPhA0fpqQET_jnQ"/>
</p:tagLst>
</file>

<file path=ppt/tags/tag1124.xml><?xml version="1.0" encoding="utf-8"?>
<p:tagLst xmlns:a="http://schemas.openxmlformats.org/drawingml/2006/main" xmlns:r="http://schemas.openxmlformats.org/officeDocument/2006/relationships" xmlns:p="http://schemas.openxmlformats.org/presentationml/2006/main">
  <p:tag name="THINKCELLSHAPEDONOTDELETE" val="t7tzeIu.l4vch1apo.71.Cw"/>
</p:tagLst>
</file>

<file path=ppt/tags/tag1125.xml><?xml version="1.0" encoding="utf-8"?>
<p:tagLst xmlns:a="http://schemas.openxmlformats.org/drawingml/2006/main" xmlns:r="http://schemas.openxmlformats.org/officeDocument/2006/relationships" xmlns:p="http://schemas.openxmlformats.org/presentationml/2006/main">
  <p:tag name="THINKCELLSHAPEDONOTDELETE" val="t0jd4924WsVX2qJRRX4NN0g"/>
</p:tagLst>
</file>

<file path=ppt/tags/tag1126.xml><?xml version="1.0" encoding="utf-8"?>
<p:tagLst xmlns:a="http://schemas.openxmlformats.org/drawingml/2006/main" xmlns:r="http://schemas.openxmlformats.org/officeDocument/2006/relationships" xmlns:p="http://schemas.openxmlformats.org/presentationml/2006/main">
  <p:tag name="THINKCELLSHAPEDONOTDELETE" val="tSYl_xrxX1aC105ulKwTQtA"/>
</p:tagLst>
</file>

<file path=ppt/tags/tag1127.xml><?xml version="1.0" encoding="utf-8"?>
<p:tagLst xmlns:a="http://schemas.openxmlformats.org/drawingml/2006/main" xmlns:r="http://schemas.openxmlformats.org/officeDocument/2006/relationships" xmlns:p="http://schemas.openxmlformats.org/presentationml/2006/main">
  <p:tag name="THINKCELLSHAPEDONOTDELETE" val="t_kREQp8CotQWshqtzDtkSA"/>
</p:tagLst>
</file>

<file path=ppt/tags/tag1128.xml><?xml version="1.0" encoding="utf-8"?>
<p:tagLst xmlns:a="http://schemas.openxmlformats.org/drawingml/2006/main" xmlns:r="http://schemas.openxmlformats.org/officeDocument/2006/relationships" xmlns:p="http://schemas.openxmlformats.org/presentationml/2006/main">
  <p:tag name="THINKCELLSHAPEDONOTDELETE" val="tINTY5PgwgHb32E4INJXOeA"/>
</p:tagLst>
</file>

<file path=ppt/tags/tag1129.xml><?xml version="1.0" encoding="utf-8"?>
<p:tagLst xmlns:a="http://schemas.openxmlformats.org/drawingml/2006/main" xmlns:r="http://schemas.openxmlformats.org/officeDocument/2006/relationships" xmlns:p="http://schemas.openxmlformats.org/presentationml/2006/main">
  <p:tag name="THINKCELLSHAPEDONOTDELETE" val="t2PO1st7ItJqJ1iuWcuZMuA"/>
</p:tagLst>
</file>

<file path=ppt/tags/tag1130.xml><?xml version="1.0" encoding="utf-8"?>
<p:tagLst xmlns:a="http://schemas.openxmlformats.org/drawingml/2006/main" xmlns:r="http://schemas.openxmlformats.org/officeDocument/2006/relationships" xmlns:p="http://schemas.openxmlformats.org/presentationml/2006/main">
  <p:tag name="THINKCELLSHAPEDONOTDELETE" val="tsXLniPDQv9pVQdJ1LJYeqA"/>
</p:tagLst>
</file>

<file path=ppt/tags/tag1131.xml><?xml version="1.0" encoding="utf-8"?>
<p:tagLst xmlns:a="http://schemas.openxmlformats.org/drawingml/2006/main" xmlns:r="http://schemas.openxmlformats.org/officeDocument/2006/relationships" xmlns:p="http://schemas.openxmlformats.org/presentationml/2006/main">
  <p:tag name="THINKCELLSHAPEDONOTDELETE" val="tGpFI7XjiZsGDqj3tebLhig"/>
</p:tagLst>
</file>

<file path=ppt/tags/tag1132.xml><?xml version="1.0" encoding="utf-8"?>
<p:tagLst xmlns:a="http://schemas.openxmlformats.org/drawingml/2006/main" xmlns:r="http://schemas.openxmlformats.org/officeDocument/2006/relationships" xmlns:p="http://schemas.openxmlformats.org/presentationml/2006/main">
  <p:tag name="THINKCELLSHAPEDONOTDELETE" val="tLHz.PxCTyNay10jdDXXTIg"/>
</p:tagLst>
</file>

<file path=ppt/tags/tag1133.xml><?xml version="1.0" encoding="utf-8"?>
<p:tagLst xmlns:a="http://schemas.openxmlformats.org/drawingml/2006/main" xmlns:r="http://schemas.openxmlformats.org/officeDocument/2006/relationships" xmlns:p="http://schemas.openxmlformats.org/presentationml/2006/main">
  <p:tag name="THINKCELLSHAPEDONOTDELETE" val="tWyfC_E5NmQGchXrp9wMk3g"/>
</p:tagLst>
</file>

<file path=ppt/tags/tag1134.xml><?xml version="1.0" encoding="utf-8"?>
<p:tagLst xmlns:a="http://schemas.openxmlformats.org/drawingml/2006/main" xmlns:r="http://schemas.openxmlformats.org/officeDocument/2006/relationships" xmlns:p="http://schemas.openxmlformats.org/presentationml/2006/main">
  <p:tag name="THINKCELLSHAPEDONOTDELETE" val="t1v9gwsUe40gqwIYCIxXX2w"/>
</p:tagLst>
</file>

<file path=ppt/tags/tag1135.xml><?xml version="1.0" encoding="utf-8"?>
<p:tagLst xmlns:a="http://schemas.openxmlformats.org/drawingml/2006/main" xmlns:r="http://schemas.openxmlformats.org/officeDocument/2006/relationships" xmlns:p="http://schemas.openxmlformats.org/presentationml/2006/main">
  <p:tag name="THINKCELLSHAPEDONOTDELETE" val="tY9tymk.rMgbueSjEBagmSQ"/>
</p:tagLst>
</file>

<file path=ppt/tags/tag1136.xml><?xml version="1.0" encoding="utf-8"?>
<p:tagLst xmlns:a="http://schemas.openxmlformats.org/drawingml/2006/main" xmlns:r="http://schemas.openxmlformats.org/officeDocument/2006/relationships" xmlns:p="http://schemas.openxmlformats.org/presentationml/2006/main">
  <p:tag name="THINKCELLSHAPEDONOTDELETE" val="p0Ct0h4FQG93z5AQNxFMCDw"/>
</p:tagLst>
</file>

<file path=ppt/tags/tag1137.xml><?xml version="1.0" encoding="utf-8"?>
<p:tagLst xmlns:a="http://schemas.openxmlformats.org/drawingml/2006/main" xmlns:r="http://schemas.openxmlformats.org/officeDocument/2006/relationships" xmlns:p="http://schemas.openxmlformats.org/presentationml/2006/main">
  <p:tag name="SOURCE_FEATURE" val="SlidePro_NTS_18ca909f-b993-4551-bf44-c1f373ca07b9_v1"/>
  <p:tag name="MCK_SOURCE_MASTER_NAME" val="Default Theme"/>
  <p:tag name="MCK_SOURCE_LAYOUT_NAME" val="Default"/>
</p:tagLst>
</file>

<file path=ppt/tags/tag1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0.xml><?xml version="1.0" encoding="utf-8"?>
<p:tagLst xmlns:a="http://schemas.openxmlformats.org/drawingml/2006/main" xmlns:r="http://schemas.openxmlformats.org/officeDocument/2006/relationships" xmlns:p="http://schemas.openxmlformats.org/presentationml/2006/main">
  <p:tag name="NAME" val="CustomIcon"/>
</p:tagLst>
</file>

<file path=ppt/tags/tag1141.xml><?xml version="1.0" encoding="utf-8"?>
<p:tagLst xmlns:a="http://schemas.openxmlformats.org/drawingml/2006/main" xmlns:r="http://schemas.openxmlformats.org/officeDocument/2006/relationships" xmlns:p="http://schemas.openxmlformats.org/presentationml/2006/main">
  <p:tag name="NAME" val="CustomIcon"/>
</p:tagLst>
</file>

<file path=ppt/tags/tag1142.xml><?xml version="1.0" encoding="utf-8"?>
<p:tagLst xmlns:a="http://schemas.openxmlformats.org/drawingml/2006/main" xmlns:r="http://schemas.openxmlformats.org/officeDocument/2006/relationships" xmlns:p="http://schemas.openxmlformats.org/presentationml/2006/main">
  <p:tag name="NAME" val="CustomIcon"/>
</p:tagLst>
</file>

<file path=ppt/tags/tag1143.xml><?xml version="1.0" encoding="utf-8"?>
<p:tagLst xmlns:a="http://schemas.openxmlformats.org/drawingml/2006/main" xmlns:r="http://schemas.openxmlformats.org/officeDocument/2006/relationships" xmlns:p="http://schemas.openxmlformats.org/presentationml/2006/main">
  <p:tag name="NAME" val="CustomIcon"/>
</p:tagLst>
</file>

<file path=ppt/tags/tag1144.xml><?xml version="1.0" encoding="utf-8"?>
<p:tagLst xmlns:a="http://schemas.openxmlformats.org/drawingml/2006/main" xmlns:r="http://schemas.openxmlformats.org/officeDocument/2006/relationships" xmlns:p="http://schemas.openxmlformats.org/presentationml/2006/main">
  <p:tag name="NAME" val="CustomIcon"/>
</p:tagLst>
</file>

<file path=ppt/tags/tag1145.xml><?xml version="1.0" encoding="utf-8"?>
<p:tagLst xmlns:a="http://schemas.openxmlformats.org/drawingml/2006/main" xmlns:r="http://schemas.openxmlformats.org/officeDocument/2006/relationships" xmlns:p="http://schemas.openxmlformats.org/presentationml/2006/main">
  <p:tag name="NAME" val="CustomIcon"/>
</p:tagLst>
</file>

<file path=ppt/tags/tag1146.xml><?xml version="1.0" encoding="utf-8"?>
<p:tagLst xmlns:a="http://schemas.openxmlformats.org/drawingml/2006/main" xmlns:r="http://schemas.openxmlformats.org/officeDocument/2006/relationships" xmlns:p="http://schemas.openxmlformats.org/presentationml/2006/main">
  <p:tag name="NAME" val="CustomIcon"/>
</p:tagLst>
</file>

<file path=ppt/tags/tag1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9.xml><?xml version="1.0" encoding="utf-8"?>
<p:tagLst xmlns:a="http://schemas.openxmlformats.org/drawingml/2006/main" xmlns:r="http://schemas.openxmlformats.org/officeDocument/2006/relationships" xmlns:p="http://schemas.openxmlformats.org/presentationml/2006/main">
  <p:tag name="NAME" val="TrackerAlphaBlue"/>
</p:tagLst>
</file>

<file path=ppt/tags/tag1150.xml><?xml version="1.0" encoding="utf-8"?>
<p:tagLst xmlns:a="http://schemas.openxmlformats.org/drawingml/2006/main" xmlns:r="http://schemas.openxmlformats.org/officeDocument/2006/relationships" xmlns:p="http://schemas.openxmlformats.org/presentationml/2006/main">
  <p:tag name="NAME" val="TrackerAlphaBlue"/>
</p:tagLst>
</file>

<file path=ppt/tags/tag1151.xml><?xml version="1.0" encoding="utf-8"?>
<p:tagLst xmlns:a="http://schemas.openxmlformats.org/drawingml/2006/main" xmlns:r="http://schemas.openxmlformats.org/officeDocument/2006/relationships" xmlns:p="http://schemas.openxmlformats.org/presentationml/2006/main">
  <p:tag name="NAME" val="TrackerAlphaBlue"/>
</p:tagLst>
</file>

<file path=ppt/tags/tag115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6.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7.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8.xml><?xml version="1.0" encoding="utf-8"?>
<p:tagLst xmlns:a="http://schemas.openxmlformats.org/drawingml/2006/main" xmlns:r="http://schemas.openxmlformats.org/officeDocument/2006/relationships" xmlns:p="http://schemas.openxmlformats.org/presentationml/2006/main">
  <p:tag name="NAME" val="TrackerNumWhite"/>
</p:tagLst>
</file>

<file path=ppt/tags/tag1159.xml><?xml version="1.0" encoding="utf-8"?>
<p:tagLst xmlns:a="http://schemas.openxmlformats.org/drawingml/2006/main" xmlns:r="http://schemas.openxmlformats.org/officeDocument/2006/relationships" xmlns:p="http://schemas.openxmlformats.org/presentationml/2006/main">
  <p:tag name="NAME" val="CustomIcon"/>
</p:tagLst>
</file>

<file path=ppt/tags/tag1160.xml><?xml version="1.0" encoding="utf-8"?>
<p:tagLst xmlns:a="http://schemas.openxmlformats.org/drawingml/2006/main" xmlns:r="http://schemas.openxmlformats.org/officeDocument/2006/relationships" xmlns:p="http://schemas.openxmlformats.org/presentationml/2006/main">
  <p:tag name="NAME" val="CustomIcon"/>
</p:tagLst>
</file>

<file path=ppt/tags/tag1161.xml><?xml version="1.0" encoding="utf-8"?>
<p:tagLst xmlns:a="http://schemas.openxmlformats.org/drawingml/2006/main" xmlns:r="http://schemas.openxmlformats.org/officeDocument/2006/relationships" xmlns:p="http://schemas.openxmlformats.org/presentationml/2006/main">
  <p:tag name="NAME" val="CustomIcon"/>
</p:tagLst>
</file>

<file path=ppt/tags/tag1162.xml><?xml version="1.0" encoding="utf-8"?>
<p:tagLst xmlns:a="http://schemas.openxmlformats.org/drawingml/2006/main" xmlns:r="http://schemas.openxmlformats.org/officeDocument/2006/relationships" xmlns:p="http://schemas.openxmlformats.org/presentationml/2006/main">
  <p:tag name="NAME" val="CustomIcon"/>
</p:tagLst>
</file>

<file path=ppt/tags/tag1163.xml><?xml version="1.0" encoding="utf-8"?>
<p:tagLst xmlns:a="http://schemas.openxmlformats.org/drawingml/2006/main" xmlns:r="http://schemas.openxmlformats.org/officeDocument/2006/relationships" xmlns:p="http://schemas.openxmlformats.org/presentationml/2006/main">
  <p:tag name="NAME" val="CustomIcon"/>
</p:tagLst>
</file>

<file path=ppt/tags/tag1164.xml><?xml version="1.0" encoding="utf-8"?>
<p:tagLst xmlns:a="http://schemas.openxmlformats.org/drawingml/2006/main" xmlns:r="http://schemas.openxmlformats.org/officeDocument/2006/relationships" xmlns:p="http://schemas.openxmlformats.org/presentationml/2006/main">
  <p:tag name="NAME" val="CustomIcon"/>
</p:tagLst>
</file>

<file path=ppt/tags/tag1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67.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45"/>
  <p:tag name="TOP" val="110"/>
  <p:tag name="POSITION" val="0,0"/>
  <p:tag name="MTNUMBER" val="0.5384084642067526"/>
</p:tagLst>
</file>

<file path=ppt/tags/tag1168.xml><?xml version="1.0" encoding="utf-8"?>
<p:tagLst xmlns:a="http://schemas.openxmlformats.org/drawingml/2006/main" xmlns:r="http://schemas.openxmlformats.org/officeDocument/2006/relationships" xmlns:p="http://schemas.openxmlformats.org/presentationml/2006/main">
  <p:tag name="MTTABLE" val="HTitleDiv"/>
  <p:tag name="MTNUMBER" val="0.5384084642067526"/>
</p:tagLst>
</file>

<file path=ppt/tags/tag1169.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153"/>
  <p:tag name="POSITION" val="1,0"/>
  <p:tag name="MTNUMBER" val="0.9656979264292831"/>
</p:tagLst>
</file>

<file path=ppt/tags/tag1170.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576"/>
  <p:tag name="POSITION" val="7,0"/>
  <p:tag name="MTNUMBER" val="0.9656979264292831"/>
</p:tagLst>
</file>

<file path=ppt/tags/tag1171.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1000"/>
  <p:tag name="POSITION" val="13,0"/>
  <p:tag name="MTNUMBER" val="0.9656979264292831"/>
</p:tagLst>
</file>

<file path=ppt/tags/tag1172.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3.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4.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5.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6.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7.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8.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79.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0.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1.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2.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3.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4.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5.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6.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187.xml><?xml version="1.0" encoding="utf-8"?>
<p:tagLst xmlns:a="http://schemas.openxmlformats.org/drawingml/2006/main" xmlns:r="http://schemas.openxmlformats.org/officeDocument/2006/relationships" xmlns:p="http://schemas.openxmlformats.org/presentationml/2006/main">
  <p:tag name="NAME" val="CustomIcon"/>
</p:tagLst>
</file>

<file path=ppt/tags/tag1188.xml><?xml version="1.0" encoding="utf-8"?>
<p:tagLst xmlns:a="http://schemas.openxmlformats.org/drawingml/2006/main" xmlns:r="http://schemas.openxmlformats.org/officeDocument/2006/relationships" xmlns:p="http://schemas.openxmlformats.org/presentationml/2006/main">
  <p:tag name="NAME" val="CustomIcon"/>
</p:tagLst>
</file>

<file path=ppt/tags/tag118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53"/>
  <p:tag name="POSITION" val="1,2"/>
  <p:tag name="MTNUMBER" val="0.9656979264292831"/>
</p:tagLst>
</file>

<file path=ppt/tags/tag119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223"/>
  <p:tag name="POSITION" val="2,2"/>
  <p:tag name="MTNUMBER" val="0.9656979264292831"/>
</p:tagLst>
</file>

<file path=ppt/tags/tag119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294"/>
  <p:tag name="POSITION" val="3,2"/>
  <p:tag name="MTNUMBER" val="0.9656979264292831"/>
</p:tagLst>
</file>

<file path=ppt/tags/tag119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364"/>
  <p:tag name="POSITION" val="4,2"/>
  <p:tag name="MTNUMBER" val="0.9656979264292831"/>
</p:tagLst>
</file>

<file path=ppt/tags/tag119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435"/>
  <p:tag name="POSITION" val="5,2"/>
  <p:tag name="MTNUMBER" val="0.9656979264292831"/>
</p:tagLst>
</file>

<file path=ppt/tags/tag119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506"/>
  <p:tag name="POSITION" val="6,2"/>
  <p:tag name="MTNUMBER" val="0.9656979264292831"/>
</p:tagLst>
</file>

<file path=ppt/tags/tag119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576"/>
  <p:tag name="POSITION" val="7,2"/>
  <p:tag name="MTNUMBER" val="0.9656979264292831"/>
</p:tagLst>
</file>

<file path=ppt/tags/tag119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647"/>
  <p:tag name="POSITION" val="8,2"/>
  <p:tag name="MTNUMBER" val="0.9656979264292831"/>
</p:tagLst>
</file>

<file path=ppt/tags/tag119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718"/>
  <p:tag name="POSITION" val="9,2"/>
  <p:tag name="MTNUMBER" val="0.9656979264292831"/>
</p:tagLst>
</file>

<file path=ppt/tags/tag119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788"/>
  <p:tag name="POSITION" val="10,2"/>
  <p:tag name="MTNUMBER" val="0.9656979264292831"/>
</p:tagLst>
</file>

<file path=ppt/tags/tag119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859"/>
  <p:tag name="POSITION" val="11,2"/>
  <p:tag name="MTNUMBER" val="0.9656979264292831"/>
</p:tagLst>
</file>

<file path=ppt/tags/tag120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930"/>
  <p:tag name="POSITION" val="12,2"/>
  <p:tag name="MTNUMBER" val="0.9656979264292831"/>
</p:tagLst>
</file>

<file path=ppt/tags/tag120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000"/>
  <p:tag name="POSITION" val="13,2"/>
  <p:tag name="MTNUMBER" val="0.9656979264292831"/>
</p:tagLst>
</file>

<file path=ppt/tags/tag120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77.55"/>
  <p:tag name="WIDTH" val="252"/>
  <p:tag name="LEFT" val="599"/>
  <p:tag name="TOP" val="1071"/>
  <p:tag name="POSITION" val="14,2"/>
  <p:tag name="MTNUMBER" val="0.9656979264292831"/>
</p:tagLst>
</file>

<file path=ppt/tags/tag120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161"/>
  <p:tag name="POSITION" val="15,2"/>
  <p:tag name="MTNUMBER" val="0.9656979264292831"/>
</p:tagLst>
</file>

<file path=ppt/tags/tag120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232"/>
  <p:tag name="POSITION" val="16,2"/>
  <p:tag name="MTNUMBER" val="0.9656979264292831"/>
</p:tagLst>
</file>

<file path=ppt/tags/tag1205.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322"/>
  <p:tag name="TOP" val="110"/>
  <p:tag name="POSITION" val="0,1"/>
  <p:tag name="MTNUMBER" val="0.5384084642067526"/>
</p:tagLst>
</file>

<file path=ppt/tags/tag120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223"/>
  <p:tag name="POSITION" val="2,1"/>
  <p:tag name="MTNUMBER" val="0.9656979264292831"/>
</p:tagLst>
</file>

<file path=ppt/tags/tag120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294"/>
  <p:tag name="POSITION" val="3,1"/>
  <p:tag name="MTNUMBER" val="0.9656979264292831"/>
</p:tagLst>
</file>

<file path=ppt/tags/tag120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364"/>
  <p:tag name="POSITION" val="4,1"/>
  <p:tag name="MTNUMBER" val="0.9656979264292831"/>
</p:tagLst>
</file>

<file path=ppt/tags/tag120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435"/>
  <p:tag name="POSITION" val="5,1"/>
  <p:tag name="MTNUMBER" val="0.9656979264292831"/>
</p:tagLst>
</file>

<file path=ppt/tags/tag121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506"/>
  <p:tag name="POSITION" val="6,1"/>
  <p:tag name="MTNUMBER" val="0.9656979264292831"/>
</p:tagLst>
</file>

<file path=ppt/tags/tag121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576"/>
  <p:tag name="POSITION" val="7,1"/>
  <p:tag name="MTNUMBER" val="0.9656979264292831"/>
</p:tagLst>
</file>

<file path=ppt/tags/tag121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647"/>
  <p:tag name="POSITION" val="8,1"/>
  <p:tag name="MTNUMBER" val="0.9656979264292831"/>
</p:tagLst>
</file>

<file path=ppt/tags/tag121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718"/>
  <p:tag name="POSITION" val="9,1"/>
  <p:tag name="MTNUMBER" val="0.9656979264292831"/>
</p:tagLst>
</file>

<file path=ppt/tags/tag121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788"/>
  <p:tag name="POSITION" val="10,1"/>
  <p:tag name="MTNUMBER" val="0.9656979264292831"/>
</p:tagLst>
</file>

<file path=ppt/tags/tag121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859"/>
  <p:tag name="POSITION" val="11,1"/>
  <p:tag name="MTNUMBER" val="0.9656979264292831"/>
</p:tagLst>
</file>

<file path=ppt/tags/tag121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930"/>
  <p:tag name="POSITION" val="12,1"/>
  <p:tag name="MTNUMBER" val="0.9656979264292831"/>
</p:tagLst>
</file>

<file path=ppt/tags/tag121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000"/>
  <p:tag name="POSITION" val="13,1"/>
  <p:tag name="MTNUMBER" val="0.9656979264292831"/>
</p:tagLst>
</file>

<file path=ppt/tags/tag121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77.55"/>
  <p:tag name="WIDTH" val="252"/>
  <p:tag name="LEFT" val="322"/>
  <p:tag name="TOP" val="1071"/>
  <p:tag name="POSITION" val="14,1"/>
  <p:tag name="MTNUMBER" val="0.9656979264292831"/>
</p:tagLst>
</file>

<file path=ppt/tags/tag121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161"/>
  <p:tag name="POSITION" val="15,1"/>
  <p:tag name="MTNUMBER" val="0.9656979264292831"/>
</p:tagLst>
</file>

<file path=ppt/tags/tag122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232"/>
  <p:tag name="POSITION" val="16,1"/>
  <p:tag name="MTNUMBER" val="0.9656979264292831"/>
</p:tagLst>
</file>

<file path=ppt/tags/tag122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53"/>
  <p:tag name="POSITION" val="1,1"/>
  <p:tag name="MTNUMBER" val="0.9656979264292831"/>
</p:tagLst>
</file>

<file path=ppt/tags/tag122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6.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7.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8.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29.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0.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1.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6.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599"/>
  <p:tag name="TOP" val="110"/>
  <p:tag name="POSITION" val="0,2"/>
  <p:tag name="MTNUMBER" val="0.5384084642067526"/>
</p:tagLst>
</file>

<file path=ppt/tags/tag1237.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8.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41.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153"/>
  <p:tag name="POSITION" val="1,0"/>
  <p:tag name="MTNUMBER" val="0.4258334207987392"/>
</p:tagLst>
</file>

<file path=ppt/tags/tag1242.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981"/>
  <p:tag name="POSITION" val="13,0"/>
  <p:tag name="MTNUMBER" val="0.4258334207987392"/>
</p:tagLst>
</file>

<file path=ppt/tags/tag1243.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45"/>
  <p:tag name="TOP" val="110"/>
  <p:tag name="POSITION" val="0,0"/>
  <p:tag name="MTNUMBER" val="0.5384084642067526"/>
</p:tagLst>
</file>

<file path=ppt/tags/tag1244.xml><?xml version="1.0" encoding="utf-8"?>
<p:tagLst xmlns:a="http://schemas.openxmlformats.org/drawingml/2006/main" xmlns:r="http://schemas.openxmlformats.org/officeDocument/2006/relationships" xmlns:p="http://schemas.openxmlformats.org/presentationml/2006/main">
  <p:tag name="MTTABLE" val="HTitleDiv"/>
  <p:tag name="MTNUMBER" val="0.5384084642067526"/>
</p:tagLst>
</file>

<file path=ppt/tags/tag1245.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46.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47.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48.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49.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0.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1.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2.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3.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4.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5.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6.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257.xml><?xml version="1.0" encoding="utf-8"?>
<p:tagLst xmlns:a="http://schemas.openxmlformats.org/drawingml/2006/main" xmlns:r="http://schemas.openxmlformats.org/officeDocument/2006/relationships" xmlns:p="http://schemas.openxmlformats.org/presentationml/2006/main">
  <p:tag name="NAME" val="CustomIcon"/>
</p:tagLst>
</file>

<file path=ppt/tags/tag1258.xml><?xml version="1.0" encoding="utf-8"?>
<p:tagLst xmlns:a="http://schemas.openxmlformats.org/drawingml/2006/main" xmlns:r="http://schemas.openxmlformats.org/officeDocument/2006/relationships" xmlns:p="http://schemas.openxmlformats.org/presentationml/2006/main">
  <p:tag name="NAME" val="CustomIcon"/>
</p:tagLst>
</file>

<file path=ppt/tags/tag125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53"/>
  <p:tag name="POSITION" val="1,2"/>
  <p:tag name="MTNUMBER" val="0.4258334207987392"/>
</p:tagLst>
</file>

<file path=ppt/tags/tag126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223"/>
  <p:tag name="POSITION" val="2,2"/>
  <p:tag name="MTNUMBER" val="0.4258334207987392"/>
</p:tagLst>
</file>

<file path=ppt/tags/tag126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294"/>
  <p:tag name="POSITION" val="3,2"/>
  <p:tag name="MTNUMBER" val="0.4258334207987392"/>
</p:tagLst>
</file>

<file path=ppt/tags/tag126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364"/>
  <p:tag name="POSITION" val="4,2"/>
  <p:tag name="MTNUMBER" val="0.4258334207987392"/>
</p:tagLst>
</file>

<file path=ppt/tags/tag126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435"/>
  <p:tag name="POSITION" val="5,2"/>
  <p:tag name="MTNUMBER" val="0.4258334207987392"/>
</p:tagLst>
</file>

<file path=ppt/tags/tag126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506"/>
  <p:tag name="POSITION" val="6,2"/>
  <p:tag name="MTNUMBER" val="0.4258334207987392"/>
</p:tagLst>
</file>

<file path=ppt/tags/tag126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38.7750393700787"/>
  <p:tag name="WIDTH" val="252"/>
  <p:tag name="LEFT" val="599"/>
  <p:tag name="TOP" val="576"/>
  <p:tag name="POSITION" val="7,2"/>
  <p:tag name="MTNUMBER" val="0.4258334207987392"/>
</p:tagLst>
</file>

<file path=ppt/tags/tag126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628"/>
  <p:tag name="POSITION" val="8,2"/>
  <p:tag name="MTNUMBER" val="0.4258334207987392"/>
</p:tagLst>
</file>

<file path=ppt/tags/tag126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698"/>
  <p:tag name="POSITION" val="9,2"/>
  <p:tag name="MTNUMBER" val="0.4258334207987392"/>
</p:tagLst>
</file>

<file path=ppt/tags/tag126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769"/>
  <p:tag name="POSITION" val="10,2"/>
  <p:tag name="MTNUMBER" val="0.4258334207987392"/>
</p:tagLst>
</file>

<file path=ppt/tags/tag126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840"/>
  <p:tag name="POSITION" val="11,2"/>
  <p:tag name="MTNUMBER" val="0.4258334207987392"/>
</p:tagLst>
</file>

<file path=ppt/tags/tag127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910"/>
  <p:tag name="POSITION" val="12,2"/>
  <p:tag name="MTNUMBER" val="0.4258334207987392"/>
</p:tagLst>
</file>

<file path=ppt/tags/tag127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981"/>
  <p:tag name="POSITION" val="13,2"/>
  <p:tag name="MTNUMBER" val="0.4258334207987392"/>
</p:tagLst>
</file>

<file path=ppt/tags/tag127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052"/>
  <p:tag name="POSITION" val="14,2"/>
  <p:tag name="MTNUMBER" val="0.4258334207987392"/>
</p:tagLst>
</file>

<file path=ppt/tags/tag127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122"/>
  <p:tag name="POSITION" val="15,2"/>
  <p:tag name="MTNUMBER" val="0.4258334207987392"/>
</p:tagLst>
</file>

<file path=ppt/tags/tag127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53"/>
  <p:tag name="POSITION" val="1,1"/>
  <p:tag name="MTNUMBER" val="0.4258334207987392"/>
</p:tagLst>
</file>

<file path=ppt/tags/tag127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223"/>
  <p:tag name="POSITION" val="2,1"/>
  <p:tag name="MTNUMBER" val="0.4258334207987392"/>
</p:tagLst>
</file>

<file path=ppt/tags/tag127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294"/>
  <p:tag name="POSITION" val="3,1"/>
  <p:tag name="MTNUMBER" val="0.4258334207987392"/>
</p:tagLst>
</file>

<file path=ppt/tags/tag127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364"/>
  <p:tag name="POSITION" val="4,1"/>
  <p:tag name="MTNUMBER" val="0.4258334207987392"/>
</p:tagLst>
</file>

<file path=ppt/tags/tag127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435"/>
  <p:tag name="POSITION" val="5,1"/>
  <p:tag name="MTNUMBER" val="0.4258334207987392"/>
</p:tagLst>
</file>

<file path=ppt/tags/tag127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506"/>
  <p:tag name="POSITION" val="6,1"/>
  <p:tag name="MTNUMBER" val="0.4258334207987392"/>
</p:tagLst>
</file>

<file path=ppt/tags/tag128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38.7750393700787"/>
  <p:tag name="WIDTH" val="252"/>
  <p:tag name="LEFT" val="322"/>
  <p:tag name="TOP" val="576"/>
  <p:tag name="POSITION" val="7,1"/>
  <p:tag name="MTNUMBER" val="0.4258334207987392"/>
</p:tagLst>
</file>

<file path=ppt/tags/tag128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628"/>
  <p:tag name="POSITION" val="8,1"/>
  <p:tag name="MTNUMBER" val="0.4258334207987392"/>
</p:tagLst>
</file>

<file path=ppt/tags/tag128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698"/>
  <p:tag name="POSITION" val="9,1"/>
  <p:tag name="MTNUMBER" val="0.4258334207987392"/>
</p:tagLst>
</file>

<file path=ppt/tags/tag128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769"/>
  <p:tag name="POSITION" val="10,1"/>
  <p:tag name="MTNUMBER" val="0.4258334207987392"/>
</p:tagLst>
</file>

<file path=ppt/tags/tag128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840"/>
  <p:tag name="POSITION" val="11,1"/>
  <p:tag name="MTNUMBER" val="0.4258334207987392"/>
</p:tagLst>
</file>

<file path=ppt/tags/tag128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910"/>
  <p:tag name="POSITION" val="12,1"/>
  <p:tag name="MTNUMBER" val="0.4258334207987392"/>
</p:tagLst>
</file>

<file path=ppt/tags/tag128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981"/>
  <p:tag name="POSITION" val="13,1"/>
  <p:tag name="MTNUMBER" val="0.4258334207987392"/>
</p:tagLst>
</file>

<file path=ppt/tags/tag128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052"/>
  <p:tag name="POSITION" val="14,1"/>
  <p:tag name="MTNUMBER" val="0.4258334207987392"/>
</p:tagLst>
</file>

<file path=ppt/tags/tag128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122"/>
  <p:tag name="POSITION" val="15,1"/>
  <p:tag name="MTNUMBER" val="0.4258334207987392"/>
</p:tagLst>
</file>

<file path=ppt/tags/tag12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1.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6.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7.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8.xml><?xml version="1.0" encoding="utf-8"?>
<p:tagLst xmlns:a="http://schemas.openxmlformats.org/drawingml/2006/main" xmlns:r="http://schemas.openxmlformats.org/officeDocument/2006/relationships" xmlns:p="http://schemas.openxmlformats.org/presentationml/2006/main">
  <p:tag name="NAME" val="TrackerNumWhite"/>
</p:tagLst>
</file>

<file path=ppt/tags/tag1299.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00.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01.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0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0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04.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599"/>
  <p:tag name="TOP" val="110"/>
  <p:tag name="POSITION" val="0,2"/>
  <p:tag name="MTNUMBER" val="0.5384084642067526"/>
</p:tagLst>
</file>

<file path=ppt/tags/tag1305.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322"/>
  <p:tag name="TOP" val="110"/>
  <p:tag name="POSITION" val="0,1"/>
  <p:tag name="MTNUMBER" val="0.5384084642067526"/>
</p:tagLst>
</file>

<file path=ppt/tags/tag1306.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307.xml><?xml version="1.0" encoding="utf-8"?>
<p:tagLst xmlns:a="http://schemas.openxmlformats.org/drawingml/2006/main" xmlns:r="http://schemas.openxmlformats.org/officeDocument/2006/relationships" xmlns:p="http://schemas.openxmlformats.org/presentationml/2006/main">
  <p:tag name="MTTABLE" val="HDiv"/>
  <p:tag name="MTNUMBER" val="0.9656979264292831"/>
</p:tagLst>
</file>

<file path=ppt/tags/tag1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10.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153"/>
  <p:tag name="POSITION" val="1,0"/>
  <p:tag name="MTNUMBER" val="0.5384084642067526"/>
</p:tagLst>
</file>

<file path=ppt/tags/tag1311.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455"/>
  <p:tag name="POSITION" val="5,0"/>
  <p:tag name="MTNUMBER" val="0.5384084642067526"/>
</p:tagLst>
</file>

<file path=ppt/tags/tag1312.xml><?xml version="1.0" encoding="utf-8"?>
<p:tagLst xmlns:a="http://schemas.openxmlformats.org/drawingml/2006/main" xmlns:r="http://schemas.openxmlformats.org/officeDocument/2006/relationships" xmlns:p="http://schemas.openxmlformats.org/presentationml/2006/main">
  <p:tag name="MTTABLE" val="Cell"/>
  <p:tag name="SHAPETYPE" val="TitleColumn"/>
  <p:tag name="HEIGHT" val="58.1625196850394"/>
  <p:tag name="WIDTH" val="252"/>
  <p:tag name="LEFT" val="45"/>
  <p:tag name="TOP" val="596"/>
  <p:tag name="POSITION" val="7,0"/>
  <p:tag name="MTNUMBER" val="0.5384084642067526"/>
</p:tagLst>
</file>

<file path=ppt/tags/tag1313.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14.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15.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45"/>
  <p:tag name="TOP" val="110"/>
  <p:tag name="POSITION" val="0,0"/>
  <p:tag name="MTNUMBER" val="0.5384084642067526"/>
</p:tagLst>
</file>

<file path=ppt/tags/tag1316.xml><?xml version="1.0" encoding="utf-8"?>
<p:tagLst xmlns:a="http://schemas.openxmlformats.org/drawingml/2006/main" xmlns:r="http://schemas.openxmlformats.org/officeDocument/2006/relationships" xmlns:p="http://schemas.openxmlformats.org/presentationml/2006/main">
  <p:tag name="MTTABLE" val="HTitleDiv"/>
  <p:tag name="MTNUMBER" val="0.5384084642067526"/>
</p:tagLst>
</file>

<file path=ppt/tags/tag1317.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18.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19.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0.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1.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2.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3.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4.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5.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6.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7.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8.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29.xml><?xml version="1.0" encoding="utf-8"?>
<p:tagLst xmlns:a="http://schemas.openxmlformats.org/drawingml/2006/main" xmlns:r="http://schemas.openxmlformats.org/officeDocument/2006/relationships" xmlns:p="http://schemas.openxmlformats.org/presentationml/2006/main">
  <p:tag name="NAME" val="CustomIcon"/>
</p:tagLst>
</file>

<file path=ppt/tags/tag1330.xml><?xml version="1.0" encoding="utf-8"?>
<p:tagLst xmlns:a="http://schemas.openxmlformats.org/drawingml/2006/main" xmlns:r="http://schemas.openxmlformats.org/officeDocument/2006/relationships" xmlns:p="http://schemas.openxmlformats.org/presentationml/2006/main">
  <p:tag name="NAME" val="CustomIcon"/>
</p:tagLst>
</file>

<file path=ppt/tags/tag1331.xml><?xml version="1.0" encoding="utf-8"?>
<p:tagLst xmlns:a="http://schemas.openxmlformats.org/drawingml/2006/main" xmlns:r="http://schemas.openxmlformats.org/officeDocument/2006/relationships" xmlns:p="http://schemas.openxmlformats.org/presentationml/2006/main">
  <p:tag name="NAME" val="CustomIcon"/>
</p:tagLst>
</file>

<file path=ppt/tags/tag133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53"/>
  <p:tag name="POSITION" val="1,1"/>
  <p:tag name="MTNUMBER" val="0.5384084642067526"/>
</p:tagLst>
</file>

<file path=ppt/tags/tag133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77.55"/>
  <p:tag name="WIDTH" val="252"/>
  <p:tag name="LEFT" val="322"/>
  <p:tag name="TOP" val="223"/>
  <p:tag name="POSITION" val="2,1"/>
  <p:tag name="MTNUMBER" val="0.5384084642067526"/>
</p:tagLst>
</file>

<file path=ppt/tags/tag133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313"/>
  <p:tag name="POSITION" val="3,1"/>
  <p:tag name="MTNUMBER" val="0.5384084642067526"/>
</p:tagLst>
</file>

<file path=ppt/tags/tag133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384"/>
  <p:tag name="POSITION" val="4,1"/>
  <p:tag name="MTNUMBER" val="0.5384084642067526"/>
</p:tagLst>
</file>

<file path=ppt/tags/tag133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455"/>
  <p:tag name="POSITION" val="5,1"/>
  <p:tag name="MTNUMBER" val="0.5384084642067526"/>
</p:tagLst>
</file>

<file path=ppt/tags/tag133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525"/>
  <p:tag name="POSITION" val="6,1"/>
  <p:tag name="MTNUMBER" val="0.5384084642067526"/>
</p:tagLst>
</file>

<file path=ppt/tags/tag133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596"/>
  <p:tag name="POSITION" val="7,1"/>
  <p:tag name="MTNUMBER" val="0.5384084642067526"/>
</p:tagLst>
</file>

<file path=ppt/tags/tag133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667"/>
  <p:tag name="POSITION" val="8,1"/>
  <p:tag name="MTNUMBER" val="0.5384084642067526"/>
</p:tagLst>
</file>

<file path=ppt/tags/tag134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38.7750393700787"/>
  <p:tag name="WIDTH" val="252"/>
  <p:tag name="LEFT" val="322"/>
  <p:tag name="TOP" val="737"/>
  <p:tag name="POSITION" val="9,1"/>
  <p:tag name="MTNUMBER" val="0.5384084642067526"/>
</p:tagLst>
</file>

<file path=ppt/tags/tag134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788"/>
  <p:tag name="POSITION" val="10,1"/>
  <p:tag name="MTNUMBER" val="0.5384084642067526"/>
</p:tagLst>
</file>

<file path=ppt/tags/tag134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859"/>
  <p:tag name="POSITION" val="11,1"/>
  <p:tag name="MTNUMBER" val="0.5384084642067526"/>
</p:tagLst>
</file>

<file path=ppt/tags/tag134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930"/>
  <p:tag name="POSITION" val="12,1"/>
  <p:tag name="MTNUMBER" val="0.5384084642067526"/>
</p:tagLst>
</file>

<file path=ppt/tags/tag134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000"/>
  <p:tag name="POSITION" val="13,1"/>
  <p:tag name="MTNUMBER" val="0.5384084642067526"/>
</p:tagLst>
</file>

<file path=ppt/tags/tag134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071"/>
  <p:tag name="POSITION" val="14,1"/>
  <p:tag name="MTNUMBER" val="0.5384084642067526"/>
</p:tagLst>
</file>

<file path=ppt/tags/tag134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142"/>
  <p:tag name="POSITION" val="15,1"/>
  <p:tag name="MTNUMBER" val="0.5384084642067526"/>
</p:tagLst>
</file>

<file path=ppt/tags/tag134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212"/>
  <p:tag name="POSITION" val="16,1"/>
  <p:tag name="MTNUMBER" val="0.5384084642067526"/>
</p:tagLst>
</file>

<file path=ppt/tags/tag134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322"/>
  <p:tag name="TOP" val="1283"/>
  <p:tag name="POSITION" val="17,1"/>
  <p:tag name="MTNUMBER" val="0.5384084642067526"/>
</p:tagLst>
</file>

<file path=ppt/tags/tag1349.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0.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1.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6.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7.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8.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59.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0.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1.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2.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3.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4.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5.xml><?xml version="1.0" encoding="utf-8"?>
<p:tagLst xmlns:a="http://schemas.openxmlformats.org/drawingml/2006/main" xmlns:r="http://schemas.openxmlformats.org/officeDocument/2006/relationships" xmlns:p="http://schemas.openxmlformats.org/presentationml/2006/main">
  <p:tag name="NAME" val="TrackerNumWhite"/>
</p:tagLst>
</file>

<file path=ppt/tags/tag136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53"/>
  <p:tag name="POSITION" val="1,2"/>
  <p:tag name="MTNUMBER" val="0.5384084642067526"/>
</p:tagLst>
</file>

<file path=ppt/tags/tag136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77.55"/>
  <p:tag name="WIDTH" val="252"/>
  <p:tag name="LEFT" val="599"/>
  <p:tag name="TOP" val="223"/>
  <p:tag name="POSITION" val="2,2"/>
  <p:tag name="MTNUMBER" val="0.5384084642067526"/>
</p:tagLst>
</file>

<file path=ppt/tags/tag136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313"/>
  <p:tag name="POSITION" val="3,2"/>
  <p:tag name="MTNUMBER" val="0.5384084642067526"/>
</p:tagLst>
</file>

<file path=ppt/tags/tag136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384"/>
  <p:tag name="POSITION" val="4,2"/>
  <p:tag name="MTNUMBER" val="0.5384084642067526"/>
</p:tagLst>
</file>

<file path=ppt/tags/tag137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455"/>
  <p:tag name="POSITION" val="5,2"/>
  <p:tag name="MTNUMBER" val="0.5384084642067526"/>
</p:tagLst>
</file>

<file path=ppt/tags/tag137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525"/>
  <p:tag name="POSITION" val="6,2"/>
  <p:tag name="MTNUMBER" val="0.5384084642067526"/>
</p:tagLst>
</file>

<file path=ppt/tags/tag137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596"/>
  <p:tag name="POSITION" val="7,2"/>
  <p:tag name="MTNUMBER" val="0.5384084642067526"/>
</p:tagLst>
</file>

<file path=ppt/tags/tag1373.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667"/>
  <p:tag name="POSITION" val="8,2"/>
  <p:tag name="MTNUMBER" val="0.5384084642067526"/>
</p:tagLst>
</file>

<file path=ppt/tags/tag1374.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38.7750393700787"/>
  <p:tag name="WIDTH" val="252"/>
  <p:tag name="LEFT" val="599"/>
  <p:tag name="TOP" val="737"/>
  <p:tag name="POSITION" val="9,2"/>
  <p:tag name="MTNUMBER" val="0.5384084642067526"/>
</p:tagLst>
</file>

<file path=ppt/tags/tag1375.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788"/>
  <p:tag name="POSITION" val="10,2"/>
  <p:tag name="MTNUMBER" val="0.5384084642067526"/>
</p:tagLst>
</file>

<file path=ppt/tags/tag1376.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859"/>
  <p:tag name="POSITION" val="11,2"/>
  <p:tag name="MTNUMBER" val="0.5384084642067526"/>
</p:tagLst>
</file>

<file path=ppt/tags/tag1377.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930"/>
  <p:tag name="POSITION" val="12,2"/>
  <p:tag name="MTNUMBER" val="0.5384084642067526"/>
</p:tagLst>
</file>

<file path=ppt/tags/tag1378.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000"/>
  <p:tag name="POSITION" val="13,2"/>
  <p:tag name="MTNUMBER" val="0.5384084642067526"/>
</p:tagLst>
</file>

<file path=ppt/tags/tag1379.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071"/>
  <p:tag name="POSITION" val="14,2"/>
  <p:tag name="MTNUMBER" val="0.5384084642067526"/>
</p:tagLst>
</file>

<file path=ppt/tags/tag1380.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142"/>
  <p:tag name="POSITION" val="15,2"/>
  <p:tag name="MTNUMBER" val="0.5384084642067526"/>
</p:tagLst>
</file>

<file path=ppt/tags/tag1381.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212"/>
  <p:tag name="POSITION" val="16,2"/>
  <p:tag name="MTNUMBER" val="0.5384084642067526"/>
</p:tagLst>
</file>

<file path=ppt/tags/tag1382.xml><?xml version="1.0" encoding="utf-8"?>
<p:tagLst xmlns:a="http://schemas.openxmlformats.org/drawingml/2006/main" xmlns:r="http://schemas.openxmlformats.org/officeDocument/2006/relationships" xmlns:p="http://schemas.openxmlformats.org/presentationml/2006/main">
  <p:tag name="MTTABLE" val="Cell"/>
  <p:tag name="SHAPETYPE" val="Cell"/>
  <p:tag name="HEIGHT" val="58.1625196850394"/>
  <p:tag name="WIDTH" val="252"/>
  <p:tag name="LEFT" val="599"/>
  <p:tag name="TOP" val="1283"/>
  <p:tag name="POSITION" val="17,2"/>
  <p:tag name="MTNUMBER" val="0.5384084642067526"/>
</p:tagLst>
</file>

<file path=ppt/tags/tag1383.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599"/>
  <p:tag name="TOP" val="110"/>
  <p:tag name="POSITION" val="0,2"/>
  <p:tag name="MTNUMBER" val="0.5384084642067526"/>
</p:tagLst>
</file>

<file path=ppt/tags/tag1384.xml><?xml version="1.0" encoding="utf-8"?>
<p:tagLst xmlns:a="http://schemas.openxmlformats.org/drawingml/2006/main" xmlns:r="http://schemas.openxmlformats.org/officeDocument/2006/relationships" xmlns:p="http://schemas.openxmlformats.org/presentationml/2006/main">
  <p:tag name="MTTABLE" val="Cell"/>
  <p:tag name="SHAPETYPE" val="TitleRow"/>
  <p:tag name="HEIGHT" val="30"/>
  <p:tag name="WIDTH" val="252"/>
  <p:tag name="LEFT" val="322"/>
  <p:tag name="TOP" val="110"/>
  <p:tag name="POSITION" val="0,1"/>
  <p:tag name="MTNUMBER" val="0.5384084642067526"/>
</p:tagLst>
</file>

<file path=ppt/tags/tag1385.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86.xml><?xml version="1.0" encoding="utf-8"?>
<p:tagLst xmlns:a="http://schemas.openxmlformats.org/drawingml/2006/main" xmlns:r="http://schemas.openxmlformats.org/officeDocument/2006/relationships" xmlns:p="http://schemas.openxmlformats.org/presentationml/2006/main">
  <p:tag name="MTTABLE" val="HDiv"/>
  <p:tag name="MTNUMBER" val="0.5384084642067526"/>
</p:tagLst>
</file>

<file path=ppt/tags/tag13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8.xml><?xml version="1.0" encoding="utf-8"?>
<p:tagLst xmlns:a="http://schemas.openxmlformats.org/drawingml/2006/main" xmlns:r="http://schemas.openxmlformats.org/officeDocument/2006/relationships" xmlns:p="http://schemas.openxmlformats.org/presentationml/2006/main">
  <p:tag name="THINKCELLSHAPEDONOTDELETE" val="teB4pRTf599xwUKM21SyDbg"/>
</p:tagLst>
</file>

<file path=ppt/tags/tag1389.xml><?xml version="1.0" encoding="utf-8"?>
<p:tagLst xmlns:a="http://schemas.openxmlformats.org/drawingml/2006/main" xmlns:r="http://schemas.openxmlformats.org/officeDocument/2006/relationships" xmlns:p="http://schemas.openxmlformats.org/presentationml/2006/main">
  <p:tag name="THINKCELLSHAPEDONOTDELETE" val="tT22ptZoF1ikFb3bYZsxWrA"/>
</p:tagLst>
</file>

<file path=ppt/tags/tag1390.xml><?xml version="1.0" encoding="utf-8"?>
<p:tagLst xmlns:a="http://schemas.openxmlformats.org/drawingml/2006/main" xmlns:r="http://schemas.openxmlformats.org/officeDocument/2006/relationships" xmlns:p="http://schemas.openxmlformats.org/presentationml/2006/main">
  <p:tag name="THINKCELLSHAPEDONOTDELETE" val="t4FRE9c81uOy9BZ0GWdKuqg"/>
</p:tagLst>
</file>

<file path=ppt/tags/tag1391.xml><?xml version="1.0" encoding="utf-8"?>
<p:tagLst xmlns:a="http://schemas.openxmlformats.org/drawingml/2006/main" xmlns:r="http://schemas.openxmlformats.org/officeDocument/2006/relationships" xmlns:p="http://schemas.openxmlformats.org/presentationml/2006/main">
  <p:tag name="THINKCELLSHAPEDONOTDELETE" val="tCGnqNTlf8imUlw4m4uTcvA"/>
</p:tagLst>
</file>

<file path=ppt/tags/tag13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5.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396.xml><?xml version="1.0" encoding="utf-8"?>
<p:tagLst xmlns:a="http://schemas.openxmlformats.org/drawingml/2006/main" xmlns:r="http://schemas.openxmlformats.org/officeDocument/2006/relationships" xmlns:p="http://schemas.openxmlformats.org/presentationml/2006/main">
  <p:tag name="THINKCELLSHAPEDONOTDELETE" val="tjzVRr1ikwRUaotI8G95Vxg"/>
</p:tagLst>
</file>

<file path=ppt/tags/tag1397.xml><?xml version="1.0" encoding="utf-8"?>
<p:tagLst xmlns:a="http://schemas.openxmlformats.org/drawingml/2006/main" xmlns:r="http://schemas.openxmlformats.org/officeDocument/2006/relationships" xmlns:p="http://schemas.openxmlformats.org/presentationml/2006/main">
  <p:tag name="THINKCELLSHAPEDONOTDELETE" val="tz3u56eJxdQgqKI0gmnudBQ"/>
</p:tagLst>
</file>

<file path=ppt/tags/tag1398.xml><?xml version="1.0" encoding="utf-8"?>
<p:tagLst xmlns:a="http://schemas.openxmlformats.org/drawingml/2006/main" xmlns:r="http://schemas.openxmlformats.org/officeDocument/2006/relationships" xmlns:p="http://schemas.openxmlformats.org/presentationml/2006/main">
  <p:tag name="THINKCELLSHAPEDONOTDELETE" val="td.OSVIlzmCI2TIB1DtBgTQ"/>
</p:tagLst>
</file>

<file path=ppt/tags/tag1399.xml><?xml version="1.0" encoding="utf-8"?>
<p:tagLst xmlns:a="http://schemas.openxmlformats.org/drawingml/2006/main" xmlns:r="http://schemas.openxmlformats.org/officeDocument/2006/relationships" xmlns:p="http://schemas.openxmlformats.org/presentationml/2006/main">
  <p:tag name="THINKCELLSHAPEDONOTDELETE" val="tRmyG7LjmPKDdQcYKt.ifwQ"/>
</p:tagLst>
</file>

<file path=ppt/tags/tag1400.xml><?xml version="1.0" encoding="utf-8"?>
<p:tagLst xmlns:a="http://schemas.openxmlformats.org/drawingml/2006/main" xmlns:r="http://schemas.openxmlformats.org/officeDocument/2006/relationships" xmlns:p="http://schemas.openxmlformats.org/presentationml/2006/main">
  <p:tag name="THINKCELLSHAPEDONOTDELETE" val="t70ynpmzz_KtWpvKdhiYNhA"/>
</p:tagLst>
</file>

<file path=ppt/tags/tag1401.xml><?xml version="1.0" encoding="utf-8"?>
<p:tagLst xmlns:a="http://schemas.openxmlformats.org/drawingml/2006/main" xmlns:r="http://schemas.openxmlformats.org/officeDocument/2006/relationships" xmlns:p="http://schemas.openxmlformats.org/presentationml/2006/main">
  <p:tag name="THINKCELLSHAPEDONOTDELETE" val="tiZ87gSAEfEv1bXkwe6TdeA"/>
</p:tagLst>
</file>

<file path=ppt/tags/tag1402.xml><?xml version="1.0" encoding="utf-8"?>
<p:tagLst xmlns:a="http://schemas.openxmlformats.org/drawingml/2006/main" xmlns:r="http://schemas.openxmlformats.org/officeDocument/2006/relationships" xmlns:p="http://schemas.openxmlformats.org/presentationml/2006/main">
  <p:tag name="THINKCELLSHAPEDONOTDELETE" val="tUXklT7eOLr0HN6Sli5xFwA"/>
</p:tagLst>
</file>

<file path=ppt/tags/tag1403.xml><?xml version="1.0" encoding="utf-8"?>
<p:tagLst xmlns:a="http://schemas.openxmlformats.org/drawingml/2006/main" xmlns:r="http://schemas.openxmlformats.org/officeDocument/2006/relationships" xmlns:p="http://schemas.openxmlformats.org/presentationml/2006/main">
  <p:tag name="THINKCELLSHAPEDONOTDELETE" val="tQLpxmEyJTvbIVdpzA8Whjw"/>
</p:tagLst>
</file>

<file path=ppt/tags/tag1404.xml><?xml version="1.0" encoding="utf-8"?>
<p:tagLst xmlns:a="http://schemas.openxmlformats.org/drawingml/2006/main" xmlns:r="http://schemas.openxmlformats.org/officeDocument/2006/relationships" xmlns:p="http://schemas.openxmlformats.org/presentationml/2006/main">
  <p:tag name="THINKCELLSHAPEDONOTDELETE" val="tbqsTccPOWNVITAmxUlwsZg"/>
</p:tagLst>
</file>

<file path=ppt/tags/tag1405.xml><?xml version="1.0" encoding="utf-8"?>
<p:tagLst xmlns:a="http://schemas.openxmlformats.org/drawingml/2006/main" xmlns:r="http://schemas.openxmlformats.org/officeDocument/2006/relationships" xmlns:p="http://schemas.openxmlformats.org/presentationml/2006/main">
  <p:tag name="THINKCELLSHAPEDONOTDELETE" val="tvKKSUi1XKkfg2OFM.LNZoA"/>
</p:tagLst>
</file>

<file path=ppt/tags/tag1406.xml><?xml version="1.0" encoding="utf-8"?>
<p:tagLst xmlns:a="http://schemas.openxmlformats.org/drawingml/2006/main" xmlns:r="http://schemas.openxmlformats.org/officeDocument/2006/relationships" xmlns:p="http://schemas.openxmlformats.org/presentationml/2006/main">
  <p:tag name="THINKCELLSHAPEDONOTDELETE" val="t2_3L_4aPDkM4AzH64gg43Q"/>
</p:tagLst>
</file>

<file path=ppt/tags/tag1407.xml><?xml version="1.0" encoding="utf-8"?>
<p:tagLst xmlns:a="http://schemas.openxmlformats.org/drawingml/2006/main" xmlns:r="http://schemas.openxmlformats.org/officeDocument/2006/relationships" xmlns:p="http://schemas.openxmlformats.org/presentationml/2006/main">
  <p:tag name="THINKCELLSHAPEDONOTDELETE" val="tiy.xMHDNNSIfwsgTqDzY4Q"/>
</p:tagLst>
</file>

<file path=ppt/tags/tag1408.xml><?xml version="1.0" encoding="utf-8"?>
<p:tagLst xmlns:a="http://schemas.openxmlformats.org/drawingml/2006/main" xmlns:r="http://schemas.openxmlformats.org/officeDocument/2006/relationships" xmlns:p="http://schemas.openxmlformats.org/presentationml/2006/main">
  <p:tag name="THINKCELLSHAPEDONOTDELETE" val="tGoFQSBsQsyZmT5zMKemDvg"/>
</p:tagLst>
</file>

<file path=ppt/tags/tag1409.xml><?xml version="1.0" encoding="utf-8"?>
<p:tagLst xmlns:a="http://schemas.openxmlformats.org/drawingml/2006/main" xmlns:r="http://schemas.openxmlformats.org/officeDocument/2006/relationships" xmlns:p="http://schemas.openxmlformats.org/presentationml/2006/main">
  <p:tag name="THINKCELLSHAPEDONOTDELETE" val="tEiulhQidVcmyOlX9D7ZFbA"/>
</p:tagLst>
</file>

<file path=ppt/tags/tag1410.xml><?xml version="1.0" encoding="utf-8"?>
<p:tagLst xmlns:a="http://schemas.openxmlformats.org/drawingml/2006/main" xmlns:r="http://schemas.openxmlformats.org/officeDocument/2006/relationships" xmlns:p="http://schemas.openxmlformats.org/presentationml/2006/main">
  <p:tag name="THINKCELLSHAPEDONOTDELETE" val="tWAcw438Ip9.KQUtWCovztQ"/>
</p:tagLst>
</file>

<file path=ppt/tags/tag1411.xml><?xml version="1.0" encoding="utf-8"?>
<p:tagLst xmlns:a="http://schemas.openxmlformats.org/drawingml/2006/main" xmlns:r="http://schemas.openxmlformats.org/officeDocument/2006/relationships" xmlns:p="http://schemas.openxmlformats.org/presentationml/2006/main">
  <p:tag name="THINKCELLSHAPEDONOTDELETE" val="tpdXYNk86mHYmq.D0EefgVA"/>
</p:tagLst>
</file>

<file path=ppt/tags/tag1412.xml><?xml version="1.0" encoding="utf-8"?>
<p:tagLst xmlns:a="http://schemas.openxmlformats.org/drawingml/2006/main" xmlns:r="http://schemas.openxmlformats.org/officeDocument/2006/relationships" xmlns:p="http://schemas.openxmlformats.org/presentationml/2006/main">
  <p:tag name="THINKCELLSHAPEDONOTDELETE" val="tbhrrf1DaG8Ylt2qpbbGB9A"/>
</p:tagLst>
</file>

<file path=ppt/tags/tag1413.xml><?xml version="1.0" encoding="utf-8"?>
<p:tagLst xmlns:a="http://schemas.openxmlformats.org/drawingml/2006/main" xmlns:r="http://schemas.openxmlformats.org/officeDocument/2006/relationships" xmlns:p="http://schemas.openxmlformats.org/presentationml/2006/main">
  <p:tag name="THINKCELLSHAPEDONOTDELETE" val="tsBS8Z57yMgfffzFyhoQ1yA"/>
</p:tagLst>
</file>

<file path=ppt/tags/tag1414.xml><?xml version="1.0" encoding="utf-8"?>
<p:tagLst xmlns:a="http://schemas.openxmlformats.org/drawingml/2006/main" xmlns:r="http://schemas.openxmlformats.org/officeDocument/2006/relationships" xmlns:p="http://schemas.openxmlformats.org/presentationml/2006/main">
  <p:tag name="THINKCELLSHAPEDONOTDELETE" val="tXBtBZ2XlJksOQRzMFCnxhg"/>
</p:tagLst>
</file>

<file path=ppt/tags/tag1415.xml><?xml version="1.0" encoding="utf-8"?>
<p:tagLst xmlns:a="http://schemas.openxmlformats.org/drawingml/2006/main" xmlns:r="http://schemas.openxmlformats.org/officeDocument/2006/relationships" xmlns:p="http://schemas.openxmlformats.org/presentationml/2006/main">
  <p:tag name="THINKCELLSHAPEDONOTDELETE" val="tovMhlddvjxZ2dFUEvsJrMw"/>
</p:tagLst>
</file>

<file path=ppt/tags/tag1416.xml><?xml version="1.0" encoding="utf-8"?>
<p:tagLst xmlns:a="http://schemas.openxmlformats.org/drawingml/2006/main" xmlns:r="http://schemas.openxmlformats.org/officeDocument/2006/relationships" xmlns:p="http://schemas.openxmlformats.org/presentationml/2006/main">
  <p:tag name="THINKCELLSHAPEDONOTDELETE" val="t2E_kSgi0i4iXU1JpG9PKqA"/>
</p:tagLst>
</file>

<file path=ppt/tags/tag1417.xml><?xml version="1.0" encoding="utf-8"?>
<p:tagLst xmlns:a="http://schemas.openxmlformats.org/drawingml/2006/main" xmlns:r="http://schemas.openxmlformats.org/officeDocument/2006/relationships" xmlns:p="http://schemas.openxmlformats.org/presentationml/2006/main">
  <p:tag name="THINKCELLSHAPEDONOTDELETE" val="tbbWfxkIY4zQfQBGFGwF29g"/>
</p:tagLst>
</file>

<file path=ppt/tags/tag1418.xml><?xml version="1.0" encoding="utf-8"?>
<p:tagLst xmlns:a="http://schemas.openxmlformats.org/drawingml/2006/main" xmlns:r="http://schemas.openxmlformats.org/officeDocument/2006/relationships" xmlns:p="http://schemas.openxmlformats.org/presentationml/2006/main">
  <p:tag name="THINKCELLSHAPEDONOTDELETE" val="tsGL_2hmcOWzE4s_5FS.QGw"/>
</p:tagLst>
</file>

<file path=ppt/tags/tag1419.xml><?xml version="1.0" encoding="utf-8"?>
<p:tagLst xmlns:a="http://schemas.openxmlformats.org/drawingml/2006/main" xmlns:r="http://schemas.openxmlformats.org/officeDocument/2006/relationships" xmlns:p="http://schemas.openxmlformats.org/presentationml/2006/main">
  <p:tag name="THINKCELLSHAPEDONOTDELETE" val="tp3MeRUpdMLUnHcHKyCKGDg"/>
</p:tagLst>
</file>

<file path=ppt/tags/tag1420.xml><?xml version="1.0" encoding="utf-8"?>
<p:tagLst xmlns:a="http://schemas.openxmlformats.org/drawingml/2006/main" xmlns:r="http://schemas.openxmlformats.org/officeDocument/2006/relationships" xmlns:p="http://schemas.openxmlformats.org/presentationml/2006/main">
  <p:tag name="THINKCELLSHAPEDONOTDELETE" val="t8NTqyHtwb3.5mta3lP74sw"/>
</p:tagLst>
</file>

<file path=ppt/tags/tag1421.xml><?xml version="1.0" encoding="utf-8"?>
<p:tagLst xmlns:a="http://schemas.openxmlformats.org/drawingml/2006/main" xmlns:r="http://schemas.openxmlformats.org/officeDocument/2006/relationships" xmlns:p="http://schemas.openxmlformats.org/presentationml/2006/main">
  <p:tag name="THINKCELLSHAPEDONOTDELETE" val="tHuPKX.I48PPY2VN.gRfDBQ"/>
</p:tagLst>
</file>

<file path=ppt/tags/tag1422.xml><?xml version="1.0" encoding="utf-8"?>
<p:tagLst xmlns:a="http://schemas.openxmlformats.org/drawingml/2006/main" xmlns:r="http://schemas.openxmlformats.org/officeDocument/2006/relationships" xmlns:p="http://schemas.openxmlformats.org/presentationml/2006/main">
  <p:tag name="THINKCELLSHAPEDONOTDELETE" val="tj_XiackhONC_qOG7Z0qq_g"/>
</p:tagLst>
</file>

<file path=ppt/tags/tag1423.xml><?xml version="1.0" encoding="utf-8"?>
<p:tagLst xmlns:a="http://schemas.openxmlformats.org/drawingml/2006/main" xmlns:r="http://schemas.openxmlformats.org/officeDocument/2006/relationships" xmlns:p="http://schemas.openxmlformats.org/presentationml/2006/main">
  <p:tag name="THINKCELLSHAPEDONOTDELETE" val="tdJ3jA64QLL6Kr8mEDv1LxQ"/>
</p:tagLst>
</file>

<file path=ppt/tags/tag1424.xml><?xml version="1.0" encoding="utf-8"?>
<p:tagLst xmlns:a="http://schemas.openxmlformats.org/drawingml/2006/main" xmlns:r="http://schemas.openxmlformats.org/officeDocument/2006/relationships" xmlns:p="http://schemas.openxmlformats.org/presentationml/2006/main">
  <p:tag name="THINKCELLSHAPEDONOTDELETE" val="tL4ygrX3rjNjY5_d6lMfTSg"/>
</p:tagLst>
</file>

<file path=ppt/tags/tag1425.xml><?xml version="1.0" encoding="utf-8"?>
<p:tagLst xmlns:a="http://schemas.openxmlformats.org/drawingml/2006/main" xmlns:r="http://schemas.openxmlformats.org/officeDocument/2006/relationships" xmlns:p="http://schemas.openxmlformats.org/presentationml/2006/main">
  <p:tag name="THINKCELLSHAPEDONOTDELETE" val="tizcQZ1OodnodbCiZgb0pZA"/>
</p:tagLst>
</file>

<file path=ppt/tags/tag1426.xml><?xml version="1.0" encoding="utf-8"?>
<p:tagLst xmlns:a="http://schemas.openxmlformats.org/drawingml/2006/main" xmlns:r="http://schemas.openxmlformats.org/officeDocument/2006/relationships" xmlns:p="http://schemas.openxmlformats.org/presentationml/2006/main">
  <p:tag name="THINKCELLSHAPEDONOTDELETE" val="t2YyVYiYqa2Q25RNF9m0AEg"/>
</p:tagLst>
</file>

<file path=ppt/tags/tag1427.xml><?xml version="1.0" encoding="utf-8"?>
<p:tagLst xmlns:a="http://schemas.openxmlformats.org/drawingml/2006/main" xmlns:r="http://schemas.openxmlformats.org/officeDocument/2006/relationships" xmlns:p="http://schemas.openxmlformats.org/presentationml/2006/main">
  <p:tag name="THINKCELLSHAPEDONOTDELETE" val="tkBWtkLvKiB9c7488Cm2Jyw"/>
</p:tagLst>
</file>

<file path=ppt/tags/tag1428.xml><?xml version="1.0" encoding="utf-8"?>
<p:tagLst xmlns:a="http://schemas.openxmlformats.org/drawingml/2006/main" xmlns:r="http://schemas.openxmlformats.org/officeDocument/2006/relationships" xmlns:p="http://schemas.openxmlformats.org/presentationml/2006/main">
  <p:tag name="SHAPENAME" val="5. Source"/>
</p:tagLst>
</file>

<file path=ppt/tags/tag1429.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30.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31.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34.xml><?xml version="1.0" encoding="utf-8"?>
<p:tagLst xmlns:a="http://schemas.openxmlformats.org/drawingml/2006/main" xmlns:r="http://schemas.openxmlformats.org/officeDocument/2006/relationships" xmlns:p="http://schemas.openxmlformats.org/presentationml/2006/main">
  <p:tag name="SHAPENAME" val="5. Source"/>
</p:tagLst>
</file>

<file path=ppt/tags/tag1435.xml><?xml version="1.0" encoding="utf-8"?>
<p:tagLst xmlns:a="http://schemas.openxmlformats.org/drawingml/2006/main" xmlns:r="http://schemas.openxmlformats.org/officeDocument/2006/relationships" xmlns:p="http://schemas.openxmlformats.org/presentationml/2006/main">
  <p:tag name="THINKCELLSHAPEDONOTDELETE" val="t8BmtZcp8Q0HPaP8RyUupVA"/>
</p:tagLst>
</file>

<file path=ppt/tags/tag1436.xml><?xml version="1.0" encoding="utf-8"?>
<p:tagLst xmlns:a="http://schemas.openxmlformats.org/drawingml/2006/main" xmlns:r="http://schemas.openxmlformats.org/officeDocument/2006/relationships" xmlns:p="http://schemas.openxmlformats.org/presentationml/2006/main">
  <p:tag name="THINKCELLSHAPEDONOTDELETE" val="tgAdC0gF0QOU8NUr9R8_zAA"/>
</p:tagLst>
</file>

<file path=ppt/tags/tag1437.xml><?xml version="1.0" encoding="utf-8"?>
<p:tagLst xmlns:a="http://schemas.openxmlformats.org/drawingml/2006/main" xmlns:r="http://schemas.openxmlformats.org/officeDocument/2006/relationships" xmlns:p="http://schemas.openxmlformats.org/presentationml/2006/main">
  <p:tag name="THINKCELLSHAPEDONOTDELETE" val="t9keK9DN5FUBO5C_iEgo.lA"/>
</p:tagLst>
</file>

<file path=ppt/tags/tag1438.xml><?xml version="1.0" encoding="utf-8"?>
<p:tagLst xmlns:a="http://schemas.openxmlformats.org/drawingml/2006/main" xmlns:r="http://schemas.openxmlformats.org/officeDocument/2006/relationships" xmlns:p="http://schemas.openxmlformats.org/presentationml/2006/main">
  <p:tag name="THINKCELLSHAPEDONOTDELETE" val="tKmsgqV9P5yRAStLB9eGM3A"/>
</p:tagLst>
</file>

<file path=ppt/tags/tag1439.xml><?xml version="1.0" encoding="utf-8"?>
<p:tagLst xmlns:a="http://schemas.openxmlformats.org/drawingml/2006/main" xmlns:r="http://schemas.openxmlformats.org/officeDocument/2006/relationships" xmlns:p="http://schemas.openxmlformats.org/presentationml/2006/main">
  <p:tag name="THINKCELLSHAPEDONOTDELETE" val="tVim3HGfGL2yF.oZZZUeRKQ"/>
</p:tagLst>
</file>

<file path=ppt/tags/tag1440.xml><?xml version="1.0" encoding="utf-8"?>
<p:tagLst xmlns:a="http://schemas.openxmlformats.org/drawingml/2006/main" xmlns:r="http://schemas.openxmlformats.org/officeDocument/2006/relationships" xmlns:p="http://schemas.openxmlformats.org/presentationml/2006/main">
  <p:tag name="THINKCELLSHAPEDONOTDELETE" val="tdTBCXJnqD9K2fLIcvyHN2w"/>
</p:tagLst>
</file>

<file path=ppt/tags/tag1441.xml><?xml version="1.0" encoding="utf-8"?>
<p:tagLst xmlns:a="http://schemas.openxmlformats.org/drawingml/2006/main" xmlns:r="http://schemas.openxmlformats.org/officeDocument/2006/relationships" xmlns:p="http://schemas.openxmlformats.org/presentationml/2006/main">
  <p:tag name="THINKCELLSHAPEDONOTDELETE" val="tnvjh0odbg5aTLn4VeK2EUQ"/>
</p:tagLst>
</file>

<file path=ppt/tags/tag1442.xml><?xml version="1.0" encoding="utf-8"?>
<p:tagLst xmlns:a="http://schemas.openxmlformats.org/drawingml/2006/main" xmlns:r="http://schemas.openxmlformats.org/officeDocument/2006/relationships" xmlns:p="http://schemas.openxmlformats.org/presentationml/2006/main">
  <p:tag name="THINKCELLSHAPEDONOTDELETE" val="twgOGg51B5zw.3l5_grsssA"/>
</p:tagLst>
</file>

<file path=ppt/tags/tag1443.xml><?xml version="1.0" encoding="utf-8"?>
<p:tagLst xmlns:a="http://schemas.openxmlformats.org/drawingml/2006/main" xmlns:r="http://schemas.openxmlformats.org/officeDocument/2006/relationships" xmlns:p="http://schemas.openxmlformats.org/presentationml/2006/main">
  <p:tag name="THINKCELLSHAPEDONOTDELETE" val="thJyiHSYI20QWpp02EvGN8A"/>
</p:tagLst>
</file>

<file path=ppt/tags/tag1444.xml><?xml version="1.0" encoding="utf-8"?>
<p:tagLst xmlns:a="http://schemas.openxmlformats.org/drawingml/2006/main" xmlns:r="http://schemas.openxmlformats.org/officeDocument/2006/relationships" xmlns:p="http://schemas.openxmlformats.org/presentationml/2006/main">
  <p:tag name="THINKCELLSHAPEDONOTDELETE" val="tdy83.gpW1Q_Vf_oQSHaZaw"/>
</p:tagLst>
</file>

<file path=ppt/tags/tag1445.xml><?xml version="1.0" encoding="utf-8"?>
<p:tagLst xmlns:a="http://schemas.openxmlformats.org/drawingml/2006/main" xmlns:r="http://schemas.openxmlformats.org/officeDocument/2006/relationships" xmlns:p="http://schemas.openxmlformats.org/presentationml/2006/main">
  <p:tag name="THINKCELLSHAPEDONOTDELETE" val="tqMGey.VBkuKPR8CQYRZhYA"/>
</p:tagLst>
</file>

<file path=ppt/tags/tag1446.xml><?xml version="1.0" encoding="utf-8"?>
<p:tagLst xmlns:a="http://schemas.openxmlformats.org/drawingml/2006/main" xmlns:r="http://schemas.openxmlformats.org/officeDocument/2006/relationships" xmlns:p="http://schemas.openxmlformats.org/presentationml/2006/main">
  <p:tag name="THINKCELLSHAPEDONOTDELETE" val="tkDdv0b5Pyn4SZZ6W8IiQjA"/>
</p:tagLst>
</file>

<file path=ppt/tags/tag1447.xml><?xml version="1.0" encoding="utf-8"?>
<p:tagLst xmlns:a="http://schemas.openxmlformats.org/drawingml/2006/main" xmlns:r="http://schemas.openxmlformats.org/officeDocument/2006/relationships" xmlns:p="http://schemas.openxmlformats.org/presentationml/2006/main">
  <p:tag name="THINKCELLSHAPEDONOTDELETE" val="tpFL0vMcbdd_6IAJiIW1aSA"/>
</p:tagLst>
</file>

<file path=ppt/tags/tag1448.xml><?xml version="1.0" encoding="utf-8"?>
<p:tagLst xmlns:a="http://schemas.openxmlformats.org/drawingml/2006/main" xmlns:r="http://schemas.openxmlformats.org/officeDocument/2006/relationships" xmlns:p="http://schemas.openxmlformats.org/presentationml/2006/main">
  <p:tag name="THINKCELLSHAPEDONOTDELETE" val="t1rmAyUUgVwPYOWiJRMeCZw"/>
</p:tagLst>
</file>

<file path=ppt/tags/tag1449.xml><?xml version="1.0" encoding="utf-8"?>
<p:tagLst xmlns:a="http://schemas.openxmlformats.org/drawingml/2006/main" xmlns:r="http://schemas.openxmlformats.org/officeDocument/2006/relationships" xmlns:p="http://schemas.openxmlformats.org/presentationml/2006/main">
  <p:tag name="THINKCELLSHAPEDONOTDELETE" val="tCNh1iADwbnxhzceWixPl9A"/>
</p:tagLst>
</file>

<file path=ppt/tags/tag1450.xml><?xml version="1.0" encoding="utf-8"?>
<p:tagLst xmlns:a="http://schemas.openxmlformats.org/drawingml/2006/main" xmlns:r="http://schemas.openxmlformats.org/officeDocument/2006/relationships" xmlns:p="http://schemas.openxmlformats.org/presentationml/2006/main">
  <p:tag name="THINKCELLSHAPEDONOTDELETE" val="tnF1x9zcwmtRGIabYkvxbMg"/>
</p:tagLst>
</file>

<file path=ppt/tags/tag1451.xml><?xml version="1.0" encoding="utf-8"?>
<p:tagLst xmlns:a="http://schemas.openxmlformats.org/drawingml/2006/main" xmlns:r="http://schemas.openxmlformats.org/officeDocument/2006/relationships" xmlns:p="http://schemas.openxmlformats.org/presentationml/2006/main">
  <p:tag name="THINKCELLSHAPEDONOTDELETE" val="tqerAMu3RHUpjMf5Bt9VT0A"/>
</p:tagLst>
</file>

<file path=ppt/tags/tag1452.xml><?xml version="1.0" encoding="utf-8"?>
<p:tagLst xmlns:a="http://schemas.openxmlformats.org/drawingml/2006/main" xmlns:r="http://schemas.openxmlformats.org/officeDocument/2006/relationships" xmlns:p="http://schemas.openxmlformats.org/presentationml/2006/main">
  <p:tag name="THINKCELLSHAPEDONOTDELETE" val="tidMUEfGJyaEriFh92WF6WA"/>
</p:tagLst>
</file>

<file path=ppt/tags/tag1453.xml><?xml version="1.0" encoding="utf-8"?>
<p:tagLst xmlns:a="http://schemas.openxmlformats.org/drawingml/2006/main" xmlns:r="http://schemas.openxmlformats.org/officeDocument/2006/relationships" xmlns:p="http://schemas.openxmlformats.org/presentationml/2006/main">
  <p:tag name="THINKCELLSHAPEDONOTDELETE" val="tujgce8Jvqoc7gTObHBasmw"/>
</p:tagLst>
</file>

<file path=ppt/tags/tag1454.xml><?xml version="1.0" encoding="utf-8"?>
<p:tagLst xmlns:a="http://schemas.openxmlformats.org/drawingml/2006/main" xmlns:r="http://schemas.openxmlformats.org/officeDocument/2006/relationships" xmlns:p="http://schemas.openxmlformats.org/presentationml/2006/main">
  <p:tag name="THINKCELLSHAPEDONOTDELETE" val="taXDHqEAsQpI3lt63AWg1zg"/>
</p:tagLst>
</file>

<file path=ppt/tags/tag1455.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 name="THINKCELLSHAPEDONOTDELETE" val="pBZIFc5o.Il0QNlfpUiuAEg"/>
</p:tagLst>
</file>

<file path=ppt/tags/tag14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58.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59.xml><?xml version="1.0" encoding="utf-8"?>
<p:tagLst xmlns:a="http://schemas.openxmlformats.org/drawingml/2006/main" xmlns:r="http://schemas.openxmlformats.org/officeDocument/2006/relationships" xmlns:p="http://schemas.openxmlformats.org/presentationml/2006/main">
  <p:tag name="SHAPENAME" val="5. Source"/>
</p:tagLst>
</file>

<file path=ppt/tags/tag1460.xml><?xml version="1.0" encoding="utf-8"?>
<p:tagLst xmlns:a="http://schemas.openxmlformats.org/drawingml/2006/main" xmlns:r="http://schemas.openxmlformats.org/officeDocument/2006/relationships" xmlns:p="http://schemas.openxmlformats.org/presentationml/2006/main">
  <p:tag name="THINKCELLSHAPEDONOTDELETE" val="tcdZKrmX7il2So1nXGj1_MQ"/>
</p:tagLst>
</file>

<file path=ppt/tags/tag1461.xml><?xml version="1.0" encoding="utf-8"?>
<p:tagLst xmlns:a="http://schemas.openxmlformats.org/drawingml/2006/main" xmlns:r="http://schemas.openxmlformats.org/officeDocument/2006/relationships" xmlns:p="http://schemas.openxmlformats.org/presentationml/2006/main">
  <p:tag name="THINKCELLSHAPEDONOTDELETE" val="tIslqGm6tEP3JYsy0cTD2zw"/>
</p:tagLst>
</file>

<file path=ppt/tags/tag1462.xml><?xml version="1.0" encoding="utf-8"?>
<p:tagLst xmlns:a="http://schemas.openxmlformats.org/drawingml/2006/main" xmlns:r="http://schemas.openxmlformats.org/officeDocument/2006/relationships" xmlns:p="http://schemas.openxmlformats.org/presentationml/2006/main">
  <p:tag name="THINKCELLSHAPEDONOTDELETE" val="txu8L0FdQVjGwsSjUjUnyKQ"/>
</p:tagLst>
</file>

<file path=ppt/tags/tag1463.xml><?xml version="1.0" encoding="utf-8"?>
<p:tagLst xmlns:a="http://schemas.openxmlformats.org/drawingml/2006/main" xmlns:r="http://schemas.openxmlformats.org/officeDocument/2006/relationships" xmlns:p="http://schemas.openxmlformats.org/presentationml/2006/main">
  <p:tag name="THINKCELLSHAPEDONOTDELETE" val="tS2cJ_2mOj5mtQ2Q22fK5NA"/>
</p:tagLst>
</file>

<file path=ppt/tags/tag1464.xml><?xml version="1.0" encoding="utf-8"?>
<p:tagLst xmlns:a="http://schemas.openxmlformats.org/drawingml/2006/main" xmlns:r="http://schemas.openxmlformats.org/officeDocument/2006/relationships" xmlns:p="http://schemas.openxmlformats.org/presentationml/2006/main">
  <p:tag name="THINKCELLSHAPEDONOTDELETE" val="tw97f267InY_2ZbRvFNILhA"/>
</p:tagLst>
</file>

<file path=ppt/tags/tag1465.xml><?xml version="1.0" encoding="utf-8"?>
<p:tagLst xmlns:a="http://schemas.openxmlformats.org/drawingml/2006/main" xmlns:r="http://schemas.openxmlformats.org/officeDocument/2006/relationships" xmlns:p="http://schemas.openxmlformats.org/presentationml/2006/main">
  <p:tag name="THINKCELLSHAPEDONOTDELETE" val="tzDKSJf1JiedHNDSf1wvB0Q"/>
</p:tagLst>
</file>

<file path=ppt/tags/tag1466.xml><?xml version="1.0" encoding="utf-8"?>
<p:tagLst xmlns:a="http://schemas.openxmlformats.org/drawingml/2006/main" xmlns:r="http://schemas.openxmlformats.org/officeDocument/2006/relationships" xmlns:p="http://schemas.openxmlformats.org/presentationml/2006/main">
  <p:tag name="THINKCELLSHAPEDONOTDELETE" val="t4eTXZdV9YyAu8dxvPGwRCw"/>
</p:tagLst>
</file>

<file path=ppt/tags/tag1467.xml><?xml version="1.0" encoding="utf-8"?>
<p:tagLst xmlns:a="http://schemas.openxmlformats.org/drawingml/2006/main" xmlns:r="http://schemas.openxmlformats.org/officeDocument/2006/relationships" xmlns:p="http://schemas.openxmlformats.org/presentationml/2006/main">
  <p:tag name="THINKCELLSHAPEDONOTDELETE" val="tMJ0yfqiIcRDPV0AjmOSt4A"/>
</p:tagLst>
</file>

<file path=ppt/tags/tag1468.xml><?xml version="1.0" encoding="utf-8"?>
<p:tagLst xmlns:a="http://schemas.openxmlformats.org/drawingml/2006/main" xmlns:r="http://schemas.openxmlformats.org/officeDocument/2006/relationships" xmlns:p="http://schemas.openxmlformats.org/presentationml/2006/main">
  <p:tag name="THINKCELLSHAPEDONOTDELETE" val="tN7zwIOzqNC2m5XmhYedsbg"/>
</p:tagLst>
</file>

<file path=ppt/tags/tag1469.xml><?xml version="1.0" encoding="utf-8"?>
<p:tagLst xmlns:a="http://schemas.openxmlformats.org/drawingml/2006/main" xmlns:r="http://schemas.openxmlformats.org/officeDocument/2006/relationships" xmlns:p="http://schemas.openxmlformats.org/presentationml/2006/main">
  <p:tag name="THINKCELLSHAPEDONOTDELETE" val="tZ.8S1BzEI9b3vthKcWyAxw"/>
</p:tagLst>
</file>

<file path=ppt/tags/tag1470.xml><?xml version="1.0" encoding="utf-8"?>
<p:tagLst xmlns:a="http://schemas.openxmlformats.org/drawingml/2006/main" xmlns:r="http://schemas.openxmlformats.org/officeDocument/2006/relationships" xmlns:p="http://schemas.openxmlformats.org/presentationml/2006/main">
  <p:tag name="THINKCELLSHAPEDONOTDELETE" val="tmgqHbzDj_qmfnsx57CsmbQ"/>
</p:tagLst>
</file>

<file path=ppt/tags/tag1471.xml><?xml version="1.0" encoding="utf-8"?>
<p:tagLst xmlns:a="http://schemas.openxmlformats.org/drawingml/2006/main" xmlns:r="http://schemas.openxmlformats.org/officeDocument/2006/relationships" xmlns:p="http://schemas.openxmlformats.org/presentationml/2006/main">
  <p:tag name="THINKCELLSHAPEDONOTDELETE" val="tAYzzIWCCxic.oe.yixP_lQ"/>
</p:tagLst>
</file>

<file path=ppt/tags/tag1472.xml><?xml version="1.0" encoding="utf-8"?>
<p:tagLst xmlns:a="http://schemas.openxmlformats.org/drawingml/2006/main" xmlns:r="http://schemas.openxmlformats.org/officeDocument/2006/relationships" xmlns:p="http://schemas.openxmlformats.org/presentationml/2006/main">
  <p:tag name="THINKCELLSHAPEDONOTDELETE" val="teSOLiHH97HmCqLBzNTMHfA"/>
</p:tagLst>
</file>

<file path=ppt/tags/tag1473.xml><?xml version="1.0" encoding="utf-8"?>
<p:tagLst xmlns:a="http://schemas.openxmlformats.org/drawingml/2006/main" xmlns:r="http://schemas.openxmlformats.org/officeDocument/2006/relationships" xmlns:p="http://schemas.openxmlformats.org/presentationml/2006/main">
  <p:tag name="THINKCELLSHAPEDONOTDELETE" val="t9sHQWCbsvxOAWl2wSXHAgQ"/>
</p:tagLst>
</file>

<file path=ppt/tags/tag1474.xml><?xml version="1.0" encoding="utf-8"?>
<p:tagLst xmlns:a="http://schemas.openxmlformats.org/drawingml/2006/main" xmlns:r="http://schemas.openxmlformats.org/officeDocument/2006/relationships" xmlns:p="http://schemas.openxmlformats.org/presentationml/2006/main">
  <p:tag name="THINKCELLSHAPEDONOTDELETE" val="tV5nH4.zIgukGgQZytQlisg"/>
</p:tagLst>
</file>

<file path=ppt/tags/tag1475.xml><?xml version="1.0" encoding="utf-8"?>
<p:tagLst xmlns:a="http://schemas.openxmlformats.org/drawingml/2006/main" xmlns:r="http://schemas.openxmlformats.org/officeDocument/2006/relationships" xmlns:p="http://schemas.openxmlformats.org/presentationml/2006/main">
  <p:tag name="THINKCELLSHAPEDONOTDELETE" val="tp_l7oNhBm9HwofoIEIngcg"/>
</p:tagLst>
</file>

<file path=ppt/tags/tag1476.xml><?xml version="1.0" encoding="utf-8"?>
<p:tagLst xmlns:a="http://schemas.openxmlformats.org/drawingml/2006/main" xmlns:r="http://schemas.openxmlformats.org/officeDocument/2006/relationships" xmlns:p="http://schemas.openxmlformats.org/presentationml/2006/main">
  <p:tag name="THINKCELLSHAPEDONOTDELETE" val="tMtqf6Ff0cKDGw1YEL_4Tlw"/>
</p:tagLst>
</file>

<file path=ppt/tags/tag1477.xml><?xml version="1.0" encoding="utf-8"?>
<p:tagLst xmlns:a="http://schemas.openxmlformats.org/drawingml/2006/main" xmlns:r="http://schemas.openxmlformats.org/officeDocument/2006/relationships" xmlns:p="http://schemas.openxmlformats.org/presentationml/2006/main">
  <p:tag name="THINKCELLSHAPEDONOTDELETE" val="t9QbIhckZZu0SFD60vAwM5g"/>
</p:tagLst>
</file>

<file path=ppt/tags/tag1478.xml><?xml version="1.0" encoding="utf-8"?>
<p:tagLst xmlns:a="http://schemas.openxmlformats.org/drawingml/2006/main" xmlns:r="http://schemas.openxmlformats.org/officeDocument/2006/relationships" xmlns:p="http://schemas.openxmlformats.org/presentationml/2006/main">
  <p:tag name="THINKCELLSHAPEDONOTDELETE" val="tfbQ6eN5IRlxRo5VN2ovUJw"/>
</p:tagLst>
</file>

<file path=ppt/tags/tag1479.xml><?xml version="1.0" encoding="utf-8"?>
<p:tagLst xmlns:a="http://schemas.openxmlformats.org/drawingml/2006/main" xmlns:r="http://schemas.openxmlformats.org/officeDocument/2006/relationships" xmlns:p="http://schemas.openxmlformats.org/presentationml/2006/main">
  <p:tag name="THINKCELLSHAPEDONOTDELETE" val="tvavdWkBoFezxuJTMtBkl2Q"/>
</p:tagLst>
</file>

<file path=ppt/tags/tag1480.xml><?xml version="1.0" encoding="utf-8"?>
<p:tagLst xmlns:a="http://schemas.openxmlformats.org/drawingml/2006/main" xmlns:r="http://schemas.openxmlformats.org/officeDocument/2006/relationships" xmlns:p="http://schemas.openxmlformats.org/presentationml/2006/main">
  <p:tag name="THINKCELLSHAPEDONOTDELETE" val="tPz0vPyHTv2EAWAeStRHkPA"/>
</p:tagLst>
</file>

<file path=ppt/tags/tag1481.xml><?xml version="1.0" encoding="utf-8"?>
<p:tagLst xmlns:a="http://schemas.openxmlformats.org/drawingml/2006/main" xmlns:r="http://schemas.openxmlformats.org/officeDocument/2006/relationships" xmlns:p="http://schemas.openxmlformats.org/presentationml/2006/main">
  <p:tag name="THINKCELLSHAPEDONOTDELETE" val="tDltAcRKiHx.kUBeeUlRPUw"/>
</p:tagLst>
</file>

<file path=ppt/tags/tag1482.xml><?xml version="1.0" encoding="utf-8"?>
<p:tagLst xmlns:a="http://schemas.openxmlformats.org/drawingml/2006/main" xmlns:r="http://schemas.openxmlformats.org/officeDocument/2006/relationships" xmlns:p="http://schemas.openxmlformats.org/presentationml/2006/main">
  <p:tag name="THINKCELLSHAPEDONOTDELETE" val="tYEERgVOL_ICAZPeagxuElg"/>
</p:tagLst>
</file>

<file path=ppt/tags/tag1483.xml><?xml version="1.0" encoding="utf-8"?>
<p:tagLst xmlns:a="http://schemas.openxmlformats.org/drawingml/2006/main" xmlns:r="http://schemas.openxmlformats.org/officeDocument/2006/relationships" xmlns:p="http://schemas.openxmlformats.org/presentationml/2006/main">
  <p:tag name="THINKCELLSHAPEDONOTDELETE" val="tJm_P50qvsgrZq8cKQZBiiQ"/>
</p:tagLst>
</file>

<file path=ppt/tags/tag1484.xml><?xml version="1.0" encoding="utf-8"?>
<p:tagLst xmlns:a="http://schemas.openxmlformats.org/drawingml/2006/main" xmlns:r="http://schemas.openxmlformats.org/officeDocument/2006/relationships" xmlns:p="http://schemas.openxmlformats.org/presentationml/2006/main">
  <p:tag name="THINKCELLSHAPEDONOTDELETE" val="t8l3Xxvwch9bXnnrkHY6klg"/>
</p:tagLst>
</file>

<file path=ppt/tags/tag1485.xml><?xml version="1.0" encoding="utf-8"?>
<p:tagLst xmlns:a="http://schemas.openxmlformats.org/drawingml/2006/main" xmlns:r="http://schemas.openxmlformats.org/officeDocument/2006/relationships" xmlns:p="http://schemas.openxmlformats.org/presentationml/2006/main">
  <p:tag name="THINKCELLSHAPEDONOTDELETE" val="t9lLCBxpRctWwe5dEI4E5Dg"/>
</p:tagLst>
</file>

<file path=ppt/tags/tag1486.xml><?xml version="1.0" encoding="utf-8"?>
<p:tagLst xmlns:a="http://schemas.openxmlformats.org/drawingml/2006/main" xmlns:r="http://schemas.openxmlformats.org/officeDocument/2006/relationships" xmlns:p="http://schemas.openxmlformats.org/presentationml/2006/main">
  <p:tag name="THINKCELLSHAPEDONOTDELETE" val="tpKkWzJwW.PoOLeyYEaPGSg"/>
</p:tagLst>
</file>

<file path=ppt/tags/tag1487.xml><?xml version="1.0" encoding="utf-8"?>
<p:tagLst xmlns:a="http://schemas.openxmlformats.org/drawingml/2006/main" xmlns:r="http://schemas.openxmlformats.org/officeDocument/2006/relationships" xmlns:p="http://schemas.openxmlformats.org/presentationml/2006/main">
  <p:tag name="THINKCELLSHAPEDONOTDELETE" val="tHiJSbLSs0VVFnfSuQJfF.A"/>
</p:tagLst>
</file>

<file path=ppt/tags/tag1488.xml><?xml version="1.0" encoding="utf-8"?>
<p:tagLst xmlns:a="http://schemas.openxmlformats.org/drawingml/2006/main" xmlns:r="http://schemas.openxmlformats.org/officeDocument/2006/relationships" xmlns:p="http://schemas.openxmlformats.org/presentationml/2006/main">
  <p:tag name="THINKCELLSHAPEDONOTDELETE" val="tFHjMzzEopgAl3Lni57ZPfg"/>
</p:tagLst>
</file>

<file path=ppt/tags/tag1489.xml><?xml version="1.0" encoding="utf-8"?>
<p:tagLst xmlns:a="http://schemas.openxmlformats.org/drawingml/2006/main" xmlns:r="http://schemas.openxmlformats.org/officeDocument/2006/relationships" xmlns:p="http://schemas.openxmlformats.org/presentationml/2006/main">
  <p:tag name="THINKCELLSHAPEDONOTDELETE" val="tF7Y_fyln7iW3JrrGXXQJAA"/>
</p:tagLst>
</file>

<file path=ppt/tags/tag1490.xml><?xml version="1.0" encoding="utf-8"?>
<p:tagLst xmlns:a="http://schemas.openxmlformats.org/drawingml/2006/main" xmlns:r="http://schemas.openxmlformats.org/officeDocument/2006/relationships" xmlns:p="http://schemas.openxmlformats.org/presentationml/2006/main">
  <p:tag name="THINKCELLSHAPEDONOTDELETE" val="tZC0PXb1Fl9hYqIyZMd77Fg"/>
</p:tagLst>
</file>

<file path=ppt/tags/tag1491.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95.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Lst>
</file>

<file path=ppt/tags/tag1496.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1497.xml><?xml version="1.0" encoding="utf-8"?>
<p:tagLst xmlns:a="http://schemas.openxmlformats.org/drawingml/2006/main" xmlns:r="http://schemas.openxmlformats.org/officeDocument/2006/relationships" xmlns:p="http://schemas.openxmlformats.org/presentationml/2006/main">
  <p:tag name="THINKCELLSHAPEDONOTDELETE" val="t7vamRFo8aEFCnD154_7Aag"/>
</p:tagLst>
</file>

<file path=ppt/tags/tag1498.xml><?xml version="1.0" encoding="utf-8"?>
<p:tagLst xmlns:a="http://schemas.openxmlformats.org/drawingml/2006/main" xmlns:r="http://schemas.openxmlformats.org/officeDocument/2006/relationships" xmlns:p="http://schemas.openxmlformats.org/presentationml/2006/main">
  <p:tag name="THINKCELLSHAPEDONOTDELETE" val="tcmDCqS75Dolz1xw8baPpgg"/>
</p:tagLst>
</file>

<file path=ppt/tags/tag1499.xml><?xml version="1.0" encoding="utf-8"?>
<p:tagLst xmlns:a="http://schemas.openxmlformats.org/drawingml/2006/main" xmlns:r="http://schemas.openxmlformats.org/officeDocument/2006/relationships" xmlns:p="http://schemas.openxmlformats.org/presentationml/2006/main">
  <p:tag name="THINKCELLSHAPEDONOTDELETE" val="toZ3CJvxRshq4HMNGenK3cA"/>
</p:tagLst>
</file>

<file path=ppt/tags/tag1500.xml><?xml version="1.0" encoding="utf-8"?>
<p:tagLst xmlns:a="http://schemas.openxmlformats.org/drawingml/2006/main" xmlns:r="http://schemas.openxmlformats.org/officeDocument/2006/relationships" xmlns:p="http://schemas.openxmlformats.org/presentationml/2006/main">
  <p:tag name="THINKCELLSHAPEDONOTDELETE" val="tA8tCIrlpJD4HYl7lNiEedQ"/>
</p:tagLst>
</file>

<file path=ppt/tags/tag1501.xml><?xml version="1.0" encoding="utf-8"?>
<p:tagLst xmlns:a="http://schemas.openxmlformats.org/drawingml/2006/main" xmlns:r="http://schemas.openxmlformats.org/officeDocument/2006/relationships" xmlns:p="http://schemas.openxmlformats.org/presentationml/2006/main">
  <p:tag name="THINKCELLSHAPEDONOTDELETE" val="tv94WY3Yfgb8KxrP.1NnOTA"/>
</p:tagLst>
</file>

<file path=ppt/tags/tag1502.xml><?xml version="1.0" encoding="utf-8"?>
<p:tagLst xmlns:a="http://schemas.openxmlformats.org/drawingml/2006/main" xmlns:r="http://schemas.openxmlformats.org/officeDocument/2006/relationships" xmlns:p="http://schemas.openxmlformats.org/presentationml/2006/main">
  <p:tag name="THINKCELLSHAPEDONOTDELETE" val="tgiEFMJLq1k6EY0XEW.3Omw"/>
</p:tagLst>
</file>

<file path=ppt/tags/tag1503.xml><?xml version="1.0" encoding="utf-8"?>
<p:tagLst xmlns:a="http://schemas.openxmlformats.org/drawingml/2006/main" xmlns:r="http://schemas.openxmlformats.org/officeDocument/2006/relationships" xmlns:p="http://schemas.openxmlformats.org/presentationml/2006/main">
  <p:tag name="THINKCELLSHAPEDONOTDELETE" val="tR2K2fSgRbkrddVoQGoX5uA"/>
</p:tagLst>
</file>

<file path=ppt/tags/tag1504.xml><?xml version="1.0" encoding="utf-8"?>
<p:tagLst xmlns:a="http://schemas.openxmlformats.org/drawingml/2006/main" xmlns:r="http://schemas.openxmlformats.org/officeDocument/2006/relationships" xmlns:p="http://schemas.openxmlformats.org/presentationml/2006/main">
  <p:tag name="THINKCELLSHAPEDONOTDELETE" val="tOqs5n6hXJc2Tg_WK30SmHQ"/>
</p:tagLst>
</file>

<file path=ppt/tags/tag1505.xml><?xml version="1.0" encoding="utf-8"?>
<p:tagLst xmlns:a="http://schemas.openxmlformats.org/drawingml/2006/main" xmlns:r="http://schemas.openxmlformats.org/officeDocument/2006/relationships" xmlns:p="http://schemas.openxmlformats.org/presentationml/2006/main">
  <p:tag name="THINKCELLSHAPEDONOTDELETE" val="toh9W8U0Yb72x5EqRX5W0WQ"/>
</p:tagLst>
</file>

<file path=ppt/tags/tag1506.xml><?xml version="1.0" encoding="utf-8"?>
<p:tagLst xmlns:a="http://schemas.openxmlformats.org/drawingml/2006/main" xmlns:r="http://schemas.openxmlformats.org/officeDocument/2006/relationships" xmlns:p="http://schemas.openxmlformats.org/presentationml/2006/main">
  <p:tag name="THINKCELLSHAPEDONOTDELETE" val="tkarwg_8CDb8AynGbUPxhag"/>
</p:tagLst>
</file>

<file path=ppt/tags/tag1507.xml><?xml version="1.0" encoding="utf-8"?>
<p:tagLst xmlns:a="http://schemas.openxmlformats.org/drawingml/2006/main" xmlns:r="http://schemas.openxmlformats.org/officeDocument/2006/relationships" xmlns:p="http://schemas.openxmlformats.org/presentationml/2006/main">
  <p:tag name="THINKCELLSHAPEDONOTDELETE" val="tgHHqXUXLDljRONn.luOakQ"/>
</p:tagLst>
</file>

<file path=ppt/tags/tag1508.xml><?xml version="1.0" encoding="utf-8"?>
<p:tagLst xmlns:a="http://schemas.openxmlformats.org/drawingml/2006/main" xmlns:r="http://schemas.openxmlformats.org/officeDocument/2006/relationships" xmlns:p="http://schemas.openxmlformats.org/presentationml/2006/main">
  <p:tag name="THINKCELLSHAPEDONOTDELETE" val="tx6jS5sYQGR.OskGwE1idTg"/>
</p:tagLst>
</file>

<file path=ppt/tags/tag1509.xml><?xml version="1.0" encoding="utf-8"?>
<p:tagLst xmlns:a="http://schemas.openxmlformats.org/drawingml/2006/main" xmlns:r="http://schemas.openxmlformats.org/officeDocument/2006/relationships" xmlns:p="http://schemas.openxmlformats.org/presentationml/2006/main">
  <p:tag name="THINKCELLSHAPEDONOTDELETE" val="tGAFl3HhsxmrXcokJYE3XJQ"/>
</p:tagLst>
</file>

<file path=ppt/tags/tag1510.xml><?xml version="1.0" encoding="utf-8"?>
<p:tagLst xmlns:a="http://schemas.openxmlformats.org/drawingml/2006/main" xmlns:r="http://schemas.openxmlformats.org/officeDocument/2006/relationships" xmlns:p="http://schemas.openxmlformats.org/presentationml/2006/main">
  <p:tag name="THINKCELLSHAPEDONOTDELETE" val="tom7rXN5LesY9xlBLFDLJjA"/>
</p:tagLst>
</file>

<file path=ppt/tags/tag1511.xml><?xml version="1.0" encoding="utf-8"?>
<p:tagLst xmlns:a="http://schemas.openxmlformats.org/drawingml/2006/main" xmlns:r="http://schemas.openxmlformats.org/officeDocument/2006/relationships" xmlns:p="http://schemas.openxmlformats.org/presentationml/2006/main">
  <p:tag name="THINKCELLSHAPEDONOTDELETE" val="tqWUhlHFT.B_40SaD79gPiQ"/>
</p:tagLst>
</file>

<file path=ppt/tags/tag1512.xml><?xml version="1.0" encoding="utf-8"?>
<p:tagLst xmlns:a="http://schemas.openxmlformats.org/drawingml/2006/main" xmlns:r="http://schemas.openxmlformats.org/officeDocument/2006/relationships" xmlns:p="http://schemas.openxmlformats.org/presentationml/2006/main">
  <p:tag name="THINKCELLSHAPEDONOTDELETE" val="tf3EsC4mYx0pdkiI8xCloyQ"/>
</p:tagLst>
</file>

<file path=ppt/tags/tag1513.xml><?xml version="1.0" encoding="utf-8"?>
<p:tagLst xmlns:a="http://schemas.openxmlformats.org/drawingml/2006/main" xmlns:r="http://schemas.openxmlformats.org/officeDocument/2006/relationships" xmlns:p="http://schemas.openxmlformats.org/presentationml/2006/main">
  <p:tag name="THINKCELLSHAPEDONOTDELETE" val="t3GBDyDOLx4qb8crhScwksA"/>
</p:tagLst>
</file>

<file path=ppt/tags/tag1514.xml><?xml version="1.0" encoding="utf-8"?>
<p:tagLst xmlns:a="http://schemas.openxmlformats.org/drawingml/2006/main" xmlns:r="http://schemas.openxmlformats.org/officeDocument/2006/relationships" xmlns:p="http://schemas.openxmlformats.org/presentationml/2006/main">
  <p:tag name="THINKCELLSHAPEDONOTDELETE" val="tnwHdSKrx2YfPA07Td6nZsg"/>
</p:tagLst>
</file>

<file path=ppt/tags/tag1515.xml><?xml version="1.0" encoding="utf-8"?>
<p:tagLst xmlns:a="http://schemas.openxmlformats.org/drawingml/2006/main" xmlns:r="http://schemas.openxmlformats.org/officeDocument/2006/relationships" xmlns:p="http://schemas.openxmlformats.org/presentationml/2006/main">
  <p:tag name="THINKCELLSHAPEDONOTDELETE" val="tbtBl30KJ31Eet8Vl91GdfQ"/>
</p:tagLst>
</file>

<file path=ppt/tags/tag1516.xml><?xml version="1.0" encoding="utf-8"?>
<p:tagLst xmlns:a="http://schemas.openxmlformats.org/drawingml/2006/main" xmlns:r="http://schemas.openxmlformats.org/officeDocument/2006/relationships" xmlns:p="http://schemas.openxmlformats.org/presentationml/2006/main">
  <p:tag name="THINKCELLSHAPEDONOTDELETE" val="tAQvIkJ6Ix3KCLj.34IH6dg"/>
</p:tagLst>
</file>

<file path=ppt/tags/tag1517.xml><?xml version="1.0" encoding="utf-8"?>
<p:tagLst xmlns:a="http://schemas.openxmlformats.org/drawingml/2006/main" xmlns:r="http://schemas.openxmlformats.org/officeDocument/2006/relationships" xmlns:p="http://schemas.openxmlformats.org/presentationml/2006/main">
  <p:tag name="THINKCELLSHAPEDONOTDELETE" val="t43BD0C15YNH4qPyX3oEI.A"/>
</p:tagLst>
</file>

<file path=ppt/tags/tag1518.xml><?xml version="1.0" encoding="utf-8"?>
<p:tagLst xmlns:a="http://schemas.openxmlformats.org/drawingml/2006/main" xmlns:r="http://schemas.openxmlformats.org/officeDocument/2006/relationships" xmlns:p="http://schemas.openxmlformats.org/presentationml/2006/main">
  <p:tag name="THINKCELLSHAPEDONOTDELETE" val="t9b3IB7mpqyES6IQQr9YNdA"/>
</p:tagLst>
</file>

<file path=ppt/tags/tag1519.xml><?xml version="1.0" encoding="utf-8"?>
<p:tagLst xmlns:a="http://schemas.openxmlformats.org/drawingml/2006/main" xmlns:r="http://schemas.openxmlformats.org/officeDocument/2006/relationships" xmlns:p="http://schemas.openxmlformats.org/presentationml/2006/main">
  <p:tag name="THINKCELLSHAPEDONOTDELETE" val="tiupAmxyMIObwLzoolXOSxA"/>
</p:tagLst>
</file>

<file path=ppt/tags/tag1520.xml><?xml version="1.0" encoding="utf-8"?>
<p:tagLst xmlns:a="http://schemas.openxmlformats.org/drawingml/2006/main" xmlns:r="http://schemas.openxmlformats.org/officeDocument/2006/relationships" xmlns:p="http://schemas.openxmlformats.org/presentationml/2006/main">
  <p:tag name="THINKCELLSHAPEDONOTDELETE" val="t4bQBWnb4OOfk6kmBMySGQA"/>
</p:tagLst>
</file>

<file path=ppt/tags/tag1521.xml><?xml version="1.0" encoding="utf-8"?>
<p:tagLst xmlns:a="http://schemas.openxmlformats.org/drawingml/2006/main" xmlns:r="http://schemas.openxmlformats.org/officeDocument/2006/relationships" xmlns:p="http://schemas.openxmlformats.org/presentationml/2006/main">
  <p:tag name="THINKCELLSHAPEDONOTDELETE" val="tdxV4mLNhpMNmLnLqJJZyoQ"/>
</p:tagLst>
</file>

<file path=ppt/tags/tag1522.xml><?xml version="1.0" encoding="utf-8"?>
<p:tagLst xmlns:a="http://schemas.openxmlformats.org/drawingml/2006/main" xmlns:r="http://schemas.openxmlformats.org/officeDocument/2006/relationships" xmlns:p="http://schemas.openxmlformats.org/presentationml/2006/main">
  <p:tag name="THINKCELLSHAPEDONOTDELETE" val="t93.y3fDBl1ngIedu8_mCiQ"/>
</p:tagLst>
</file>

<file path=ppt/tags/tag1523.xml><?xml version="1.0" encoding="utf-8"?>
<p:tagLst xmlns:a="http://schemas.openxmlformats.org/drawingml/2006/main" xmlns:r="http://schemas.openxmlformats.org/officeDocument/2006/relationships" xmlns:p="http://schemas.openxmlformats.org/presentationml/2006/main">
  <p:tag name="THINKCELLSHAPEDONOTDELETE" val="t_PDzVB.Wb_mqoMX0WL3b4w"/>
</p:tagLst>
</file>

<file path=ppt/tags/tag1524.xml><?xml version="1.0" encoding="utf-8"?>
<p:tagLst xmlns:a="http://schemas.openxmlformats.org/drawingml/2006/main" xmlns:r="http://schemas.openxmlformats.org/officeDocument/2006/relationships" xmlns:p="http://schemas.openxmlformats.org/presentationml/2006/main">
  <p:tag name="THINKCELLSHAPEDONOTDELETE" val="toHUFv4dU9FB6rOusMKWULQ"/>
</p:tagLst>
</file>

<file path=ppt/tags/tag1525.xml><?xml version="1.0" encoding="utf-8"?>
<p:tagLst xmlns:a="http://schemas.openxmlformats.org/drawingml/2006/main" xmlns:r="http://schemas.openxmlformats.org/officeDocument/2006/relationships" xmlns:p="http://schemas.openxmlformats.org/presentationml/2006/main">
  <p:tag name="THINKCELLSHAPEDONOTDELETE" val="tsWgUlBR5OrrlpDl8QUJOIA"/>
</p:tagLst>
</file>

<file path=ppt/tags/tag1526.xml><?xml version="1.0" encoding="utf-8"?>
<p:tagLst xmlns:a="http://schemas.openxmlformats.org/drawingml/2006/main" xmlns:r="http://schemas.openxmlformats.org/officeDocument/2006/relationships" xmlns:p="http://schemas.openxmlformats.org/presentationml/2006/main">
  <p:tag name="THINKCELLSHAPEDONOTDELETE" val="th6fvyeftjaePc2KwpG8lkQ"/>
</p:tagLst>
</file>

<file path=ppt/tags/tag1527.xml><?xml version="1.0" encoding="utf-8"?>
<p:tagLst xmlns:a="http://schemas.openxmlformats.org/drawingml/2006/main" xmlns:r="http://schemas.openxmlformats.org/officeDocument/2006/relationships" xmlns:p="http://schemas.openxmlformats.org/presentationml/2006/main">
  <p:tag name="THINKCELLSHAPEDONOTDELETE" val="tcVVkjGdmpIBne2zyel1ljw"/>
</p:tagLst>
</file>

<file path=ppt/tags/tag1528.xml><?xml version="1.0" encoding="utf-8"?>
<p:tagLst xmlns:a="http://schemas.openxmlformats.org/drawingml/2006/main" xmlns:r="http://schemas.openxmlformats.org/officeDocument/2006/relationships" xmlns:p="http://schemas.openxmlformats.org/presentationml/2006/main">
  <p:tag name="THINKCELLSHAPEDONOTDELETE" val="tFfBHUBl7Nt_KYv2Q.iqzIw"/>
</p:tagLst>
</file>

<file path=ppt/tags/tag1529.xml><?xml version="1.0" encoding="utf-8"?>
<p:tagLst xmlns:a="http://schemas.openxmlformats.org/drawingml/2006/main" xmlns:r="http://schemas.openxmlformats.org/officeDocument/2006/relationships" xmlns:p="http://schemas.openxmlformats.org/presentationml/2006/main">
  <p:tag name="THINKCELLSHAPEDONOTDELETE" val="tMt1gNmvSIoEbZJwCkkFJNg"/>
</p:tagLst>
</file>

<file path=ppt/tags/tag1530.xml><?xml version="1.0" encoding="utf-8"?>
<p:tagLst xmlns:a="http://schemas.openxmlformats.org/drawingml/2006/main" xmlns:r="http://schemas.openxmlformats.org/officeDocument/2006/relationships" xmlns:p="http://schemas.openxmlformats.org/presentationml/2006/main">
  <p:tag name="THINKCELLSHAPEDONOTDELETE" val="t4JcJItJICOu3dESvxuXsAA"/>
</p:tagLst>
</file>

<file path=ppt/tags/tag1531.xml><?xml version="1.0" encoding="utf-8"?>
<p:tagLst xmlns:a="http://schemas.openxmlformats.org/drawingml/2006/main" xmlns:r="http://schemas.openxmlformats.org/officeDocument/2006/relationships" xmlns:p="http://schemas.openxmlformats.org/presentationml/2006/main">
  <p:tag name="THINKCELLSHAPEDONOTDELETE" val="tvc3JFj.MLBgdb0SNkVoDvQ"/>
</p:tagLst>
</file>

<file path=ppt/tags/tag1532.xml><?xml version="1.0" encoding="utf-8"?>
<p:tagLst xmlns:a="http://schemas.openxmlformats.org/drawingml/2006/main" xmlns:r="http://schemas.openxmlformats.org/officeDocument/2006/relationships" xmlns:p="http://schemas.openxmlformats.org/presentationml/2006/main">
  <p:tag name="THINKCELLSHAPEDONOTDELETE" val="tpQ7pGII49nNU4mRttxKxfQ"/>
</p:tagLst>
</file>

<file path=ppt/tags/tag1533.xml><?xml version="1.0" encoding="utf-8"?>
<p:tagLst xmlns:a="http://schemas.openxmlformats.org/drawingml/2006/main" xmlns:r="http://schemas.openxmlformats.org/officeDocument/2006/relationships" xmlns:p="http://schemas.openxmlformats.org/presentationml/2006/main">
  <p:tag name="THINKCELLSHAPEDONOTDELETE" val="t7MtNoFGfSy8GJTeulX74NQ"/>
</p:tagLst>
</file>

<file path=ppt/tags/tag1534.xml><?xml version="1.0" encoding="utf-8"?>
<p:tagLst xmlns:a="http://schemas.openxmlformats.org/drawingml/2006/main" xmlns:r="http://schemas.openxmlformats.org/officeDocument/2006/relationships" xmlns:p="http://schemas.openxmlformats.org/presentationml/2006/main">
  <p:tag name="THINKCELLSHAPEDONOTDELETE" val="tPkV2zyf0B1NO7N8EbvLUPQ"/>
</p:tagLst>
</file>

<file path=ppt/tags/tag1535.xml><?xml version="1.0" encoding="utf-8"?>
<p:tagLst xmlns:a="http://schemas.openxmlformats.org/drawingml/2006/main" xmlns:r="http://schemas.openxmlformats.org/officeDocument/2006/relationships" xmlns:p="http://schemas.openxmlformats.org/presentationml/2006/main">
  <p:tag name="THINKCELLSHAPEDONOTDELETE" val="tYKIi5P9wE_C1hEUS.1kDyg"/>
</p:tagLst>
</file>

<file path=ppt/tags/tag1536.xml><?xml version="1.0" encoding="utf-8"?>
<p:tagLst xmlns:a="http://schemas.openxmlformats.org/drawingml/2006/main" xmlns:r="http://schemas.openxmlformats.org/officeDocument/2006/relationships" xmlns:p="http://schemas.openxmlformats.org/presentationml/2006/main">
  <p:tag name="THINKCELLSHAPEDONOTDELETE" val="t8BPyjg4RUSDU.avpWejV6w"/>
</p:tagLst>
</file>

<file path=ppt/tags/tag1537.xml><?xml version="1.0" encoding="utf-8"?>
<p:tagLst xmlns:a="http://schemas.openxmlformats.org/drawingml/2006/main" xmlns:r="http://schemas.openxmlformats.org/officeDocument/2006/relationships" xmlns:p="http://schemas.openxmlformats.org/presentationml/2006/main">
  <p:tag name="THINKCELLSHAPEDONOTDELETE" val="t0FFN5BYdCLWvmi6TzM8lUw"/>
</p:tagLst>
</file>

<file path=ppt/tags/tag1538.xml><?xml version="1.0" encoding="utf-8"?>
<p:tagLst xmlns:a="http://schemas.openxmlformats.org/drawingml/2006/main" xmlns:r="http://schemas.openxmlformats.org/officeDocument/2006/relationships" xmlns:p="http://schemas.openxmlformats.org/presentationml/2006/main">
  <p:tag name="THINKCELLSHAPEDONOTDELETE" val="t2xX73NeWz4fqdo_mQbqpdg"/>
</p:tagLst>
</file>

<file path=ppt/tags/tag1539.xml><?xml version="1.0" encoding="utf-8"?>
<p:tagLst xmlns:a="http://schemas.openxmlformats.org/drawingml/2006/main" xmlns:r="http://schemas.openxmlformats.org/officeDocument/2006/relationships" xmlns:p="http://schemas.openxmlformats.org/presentationml/2006/main">
  <p:tag name="1LEVEL" val="20"/>
  <p:tag name="2LEVEL" val="10"/>
  <p:tag name="3LEVEL" val="5"/>
  <p:tag name="4LEVEL" val="2.5"/>
  <p:tag name="5LEVEL" val="1.25"/>
  <p:tag name="THINKCELLSHAPEDONOTDELETE" val="pItI9YXgwsX1jkSd_aiPUHg"/>
</p:tagLst>
</file>

<file path=ppt/tags/tag1540.xml><?xml version="1.0" encoding="utf-8"?>
<p:tagLst xmlns:a="http://schemas.openxmlformats.org/drawingml/2006/main" xmlns:r="http://schemas.openxmlformats.org/officeDocument/2006/relationships" xmlns:p="http://schemas.openxmlformats.org/presentationml/2006/main">
  <p:tag name="SHAPENAME" val="5. Source"/>
</p:tagLst>
</file>

<file path=ppt/tags/tag15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2.xml><?xml version="1.0" encoding="utf-8"?>
<p:tagLst xmlns:a="http://schemas.openxmlformats.org/drawingml/2006/main" xmlns:r="http://schemas.openxmlformats.org/officeDocument/2006/relationships" xmlns:p="http://schemas.openxmlformats.org/presentationml/2006/main">
  <p:tag name="SHAPENAME" val="5. Source"/>
</p:tagLst>
</file>

<file path=ppt/tags/tag15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45.xml><?xml version="1.0" encoding="utf-8"?>
<p:tagLst xmlns:a="http://schemas.openxmlformats.org/drawingml/2006/main" xmlns:r="http://schemas.openxmlformats.org/officeDocument/2006/relationships" xmlns:p="http://schemas.openxmlformats.org/presentationml/2006/main">
  <p:tag name="SHAPENAME" val="5. Source"/>
</p:tagLst>
</file>

<file path=ppt/tags/tag15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48.xml><?xml version="1.0" encoding="utf-8"?>
<p:tagLst xmlns:a="http://schemas.openxmlformats.org/drawingml/2006/main" xmlns:r="http://schemas.openxmlformats.org/officeDocument/2006/relationships" xmlns:p="http://schemas.openxmlformats.org/presentationml/2006/main">
  <p:tag name="NAME" val="CustomIcon"/>
</p:tagLst>
</file>

<file path=ppt/tags/tag1549.xml><?xml version="1.0" encoding="utf-8"?>
<p:tagLst xmlns:a="http://schemas.openxmlformats.org/drawingml/2006/main" xmlns:r="http://schemas.openxmlformats.org/officeDocument/2006/relationships" xmlns:p="http://schemas.openxmlformats.org/presentationml/2006/main">
  <p:tag name="NAME" val="CustomIcon"/>
</p:tagLst>
</file>

<file path=ppt/tags/tag1550.xml><?xml version="1.0" encoding="utf-8"?>
<p:tagLst xmlns:a="http://schemas.openxmlformats.org/drawingml/2006/main" xmlns:r="http://schemas.openxmlformats.org/officeDocument/2006/relationships" xmlns:p="http://schemas.openxmlformats.org/presentationml/2006/main">
  <p:tag name="NAME" val="CustomIcon"/>
</p:tagLst>
</file>

<file path=ppt/tags/tag1551.xml><?xml version="1.0" encoding="utf-8"?>
<p:tagLst xmlns:a="http://schemas.openxmlformats.org/drawingml/2006/main" xmlns:r="http://schemas.openxmlformats.org/officeDocument/2006/relationships" xmlns:p="http://schemas.openxmlformats.org/presentationml/2006/main">
  <p:tag name="NAME" val="CustomIcon"/>
</p:tagLst>
</file>

<file path=ppt/tags/tag1552.xml><?xml version="1.0" encoding="utf-8"?>
<p:tagLst xmlns:a="http://schemas.openxmlformats.org/drawingml/2006/main" xmlns:r="http://schemas.openxmlformats.org/officeDocument/2006/relationships" xmlns:p="http://schemas.openxmlformats.org/presentationml/2006/main">
  <p:tag name="NAME" val="CustomIcon"/>
</p:tagLst>
</file>

<file path=ppt/tags/tag1553.xml><?xml version="1.0" encoding="utf-8"?>
<p:tagLst xmlns:a="http://schemas.openxmlformats.org/drawingml/2006/main" xmlns:r="http://schemas.openxmlformats.org/officeDocument/2006/relationships" xmlns:p="http://schemas.openxmlformats.org/presentationml/2006/main">
  <p:tag name="NAME" val="CustomIcon"/>
</p:tagLst>
</file>

<file path=ppt/tags/tag1554.xml><?xml version="1.0" encoding="utf-8"?>
<p:tagLst xmlns:a="http://schemas.openxmlformats.org/drawingml/2006/main" xmlns:r="http://schemas.openxmlformats.org/officeDocument/2006/relationships" xmlns:p="http://schemas.openxmlformats.org/presentationml/2006/main">
  <p:tag name="SLIDELOOKUP" val="202606271350098463131"/>
</p:tagLst>
</file>

<file path=ppt/tags/tag15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58.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59.xml><?xml version="1.0" encoding="utf-8"?>
<p:tagLst xmlns:a="http://schemas.openxmlformats.org/drawingml/2006/main" xmlns:r="http://schemas.openxmlformats.org/officeDocument/2006/relationships" xmlns:p="http://schemas.openxmlformats.org/presentationml/2006/main">
  <p:tag name="SLIDELOOKUP" val="202606271356349333252"/>
</p:tagLst>
</file>

<file path=ppt/tags/tag15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1.xml><?xml version="1.0" encoding="utf-8"?>
<p:tagLst xmlns:a="http://schemas.openxmlformats.org/drawingml/2006/main" xmlns:r="http://schemas.openxmlformats.org/officeDocument/2006/relationships" xmlns:p="http://schemas.openxmlformats.org/presentationml/2006/main">
  <p:tag name="SHAPENAME" val="5. Source"/>
</p:tagLst>
</file>

<file path=ppt/tags/tag156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63.xml><?xml version="1.0" encoding="utf-8"?>
<p:tagLst xmlns:a="http://schemas.openxmlformats.org/drawingml/2006/main" xmlns:r="http://schemas.openxmlformats.org/officeDocument/2006/relationships" xmlns:p="http://schemas.openxmlformats.org/presentationml/2006/main">
  <p:tag name="SLIDELOOKUP" val="202606271356413413263"/>
</p:tagLst>
</file>

<file path=ppt/tags/tag15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5.xml><?xml version="1.0" encoding="utf-8"?>
<p:tagLst xmlns:a="http://schemas.openxmlformats.org/drawingml/2006/main" xmlns:r="http://schemas.openxmlformats.org/officeDocument/2006/relationships" xmlns:p="http://schemas.openxmlformats.org/presentationml/2006/main">
  <p:tag name="SHAPENAME" val="5. Source"/>
</p:tagLst>
</file>

<file path=ppt/tags/tag1566.xml><?xml version="1.0" encoding="utf-8"?>
<p:tagLst xmlns:a="http://schemas.openxmlformats.org/drawingml/2006/main" xmlns:r="http://schemas.openxmlformats.org/officeDocument/2006/relationships" xmlns:p="http://schemas.openxmlformats.org/presentationml/2006/main">
  <p:tag name="SYMBOLNAME" val="Chevron"/>
  <p:tag name="CIRCLESTATUS" val="Blue"/>
  <p:tag name="NAME" val="ChevronBlue"/>
</p:tagLst>
</file>

<file path=ppt/tags/tag1567.xml><?xml version="1.0" encoding="utf-8"?>
<p:tagLst xmlns:a="http://schemas.openxmlformats.org/drawingml/2006/main" xmlns:r="http://schemas.openxmlformats.org/officeDocument/2006/relationships" xmlns:p="http://schemas.openxmlformats.org/presentationml/2006/main">
  <p:tag name="NAME" val="CustomIcon"/>
</p:tagLst>
</file>

<file path=ppt/tags/tag1568.xml><?xml version="1.0" encoding="utf-8"?>
<p:tagLst xmlns:a="http://schemas.openxmlformats.org/drawingml/2006/main" xmlns:r="http://schemas.openxmlformats.org/officeDocument/2006/relationships" xmlns:p="http://schemas.openxmlformats.org/presentationml/2006/main">
  <p:tag name="NAME" val="CustomIcon"/>
</p:tagLst>
</file>

<file path=ppt/tags/tag1569.xml><?xml version="1.0" encoding="utf-8"?>
<p:tagLst xmlns:a="http://schemas.openxmlformats.org/drawingml/2006/main" xmlns:r="http://schemas.openxmlformats.org/officeDocument/2006/relationships" xmlns:p="http://schemas.openxmlformats.org/presentationml/2006/main">
  <p:tag name="NAME" val="CustomIcon"/>
</p:tagLst>
</file>

<file path=ppt/tags/tag1570.xml><?xml version="1.0" encoding="utf-8"?>
<p:tagLst xmlns:a="http://schemas.openxmlformats.org/drawingml/2006/main" xmlns:r="http://schemas.openxmlformats.org/officeDocument/2006/relationships" xmlns:p="http://schemas.openxmlformats.org/presentationml/2006/main">
  <p:tag name="NAME" val="CustomIcon"/>
</p:tagLst>
</file>

<file path=ppt/tags/tag1571.xml><?xml version="1.0" encoding="utf-8"?>
<p:tagLst xmlns:a="http://schemas.openxmlformats.org/drawingml/2006/main" xmlns:r="http://schemas.openxmlformats.org/officeDocument/2006/relationships" xmlns:p="http://schemas.openxmlformats.org/presentationml/2006/main">
  <p:tag name="NAME" val="CustomIcon"/>
</p:tagLst>
</file>

<file path=ppt/tags/tag1572.xml><?xml version="1.0" encoding="utf-8"?>
<p:tagLst xmlns:a="http://schemas.openxmlformats.org/drawingml/2006/main" xmlns:r="http://schemas.openxmlformats.org/officeDocument/2006/relationships" xmlns:p="http://schemas.openxmlformats.org/presentationml/2006/main">
  <p:tag name="NAME" val="CustomIcon"/>
</p:tagLst>
</file>

<file path=ppt/tags/tag1573.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4.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5.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6.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7.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8.xml><?xml version="1.0" encoding="utf-8"?>
<p:tagLst xmlns:a="http://schemas.openxmlformats.org/drawingml/2006/main" xmlns:r="http://schemas.openxmlformats.org/officeDocument/2006/relationships" xmlns:p="http://schemas.openxmlformats.org/presentationml/2006/main">
  <p:tag name="NAME" val="TrackerNumBlue"/>
</p:tagLst>
</file>

<file path=ppt/tags/tag1579.xml><?xml version="1.0" encoding="utf-8"?>
<p:tagLst xmlns:a="http://schemas.openxmlformats.org/drawingml/2006/main" xmlns:r="http://schemas.openxmlformats.org/officeDocument/2006/relationships" xmlns:p="http://schemas.openxmlformats.org/presentationml/2006/main">
  <p:tag name="SLIDELOOKUP" val="202606271404373073285"/>
</p:tagLst>
</file>

<file path=ppt/tags/tag15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1.xml><?xml version="1.0" encoding="utf-8"?>
<p:tagLst xmlns:a="http://schemas.openxmlformats.org/drawingml/2006/main" xmlns:r="http://schemas.openxmlformats.org/officeDocument/2006/relationships" xmlns:p="http://schemas.openxmlformats.org/presentationml/2006/main">
  <p:tag name="SHAPENAME" val="5. Source"/>
</p:tagLst>
</file>

<file path=ppt/tags/tag158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83.xml><?xml version="1.0" encoding="utf-8"?>
<p:tagLst xmlns:a="http://schemas.openxmlformats.org/drawingml/2006/main" xmlns:r="http://schemas.openxmlformats.org/officeDocument/2006/relationships" xmlns:p="http://schemas.openxmlformats.org/presentationml/2006/main">
  <p:tag name="NAME" val="Flow"/>
</p:tagLst>
</file>

<file path=ppt/tags/tag1584.xml><?xml version="1.0" encoding="utf-8"?>
<p:tagLst xmlns:a="http://schemas.openxmlformats.org/drawingml/2006/main" xmlns:r="http://schemas.openxmlformats.org/officeDocument/2006/relationships" xmlns:p="http://schemas.openxmlformats.org/presentationml/2006/main">
  <p:tag name="NAME" val="Flow"/>
</p:tagLst>
</file>

<file path=ppt/tags/tag1585.xml><?xml version="1.0" encoding="utf-8"?>
<p:tagLst xmlns:a="http://schemas.openxmlformats.org/drawingml/2006/main" xmlns:r="http://schemas.openxmlformats.org/officeDocument/2006/relationships" xmlns:p="http://schemas.openxmlformats.org/presentationml/2006/main">
  <p:tag name="NAME" val="Flow"/>
</p:tagLst>
</file>

<file path=ppt/tags/tag1586.xml><?xml version="1.0" encoding="utf-8"?>
<p:tagLst xmlns:a="http://schemas.openxmlformats.org/drawingml/2006/main" xmlns:r="http://schemas.openxmlformats.org/officeDocument/2006/relationships" xmlns:p="http://schemas.openxmlformats.org/presentationml/2006/main">
  <p:tag name="NAME" val="Flow"/>
</p:tagLst>
</file>

<file path=ppt/tags/tag1587.xml><?xml version="1.0" encoding="utf-8"?>
<p:tagLst xmlns:a="http://schemas.openxmlformats.org/drawingml/2006/main" xmlns:r="http://schemas.openxmlformats.org/officeDocument/2006/relationships" xmlns:p="http://schemas.openxmlformats.org/presentationml/2006/main">
  <p:tag name="NAME" val="Flow"/>
</p:tagLst>
</file>

<file path=ppt/tags/tag1588.xml><?xml version="1.0" encoding="utf-8"?>
<p:tagLst xmlns:a="http://schemas.openxmlformats.org/drawingml/2006/main" xmlns:r="http://schemas.openxmlformats.org/officeDocument/2006/relationships" xmlns:p="http://schemas.openxmlformats.org/presentationml/2006/main">
  <p:tag name="NAME" val="Flow"/>
</p:tagLst>
</file>

<file path=ppt/tags/tag1589.xml><?xml version="1.0" encoding="utf-8"?>
<p:tagLst xmlns:a="http://schemas.openxmlformats.org/drawingml/2006/main" xmlns:r="http://schemas.openxmlformats.org/officeDocument/2006/relationships" xmlns:p="http://schemas.openxmlformats.org/presentationml/2006/main">
  <p:tag name="NAME" val="Flow"/>
</p:tagLst>
</file>

<file path=ppt/tags/tag1590.xml><?xml version="1.0" encoding="utf-8"?>
<p:tagLst xmlns:a="http://schemas.openxmlformats.org/drawingml/2006/main" xmlns:r="http://schemas.openxmlformats.org/officeDocument/2006/relationships" xmlns:p="http://schemas.openxmlformats.org/presentationml/2006/main">
  <p:tag name="NAME" val="CustomIcon"/>
</p:tagLst>
</file>

<file path=ppt/tags/tag1591.xml><?xml version="1.0" encoding="utf-8"?>
<p:tagLst xmlns:a="http://schemas.openxmlformats.org/drawingml/2006/main" xmlns:r="http://schemas.openxmlformats.org/officeDocument/2006/relationships" xmlns:p="http://schemas.openxmlformats.org/presentationml/2006/main">
  <p:tag name="NAME" val="CustomIcon"/>
</p:tagLst>
</file>

<file path=ppt/tags/tag1592.xml><?xml version="1.0" encoding="utf-8"?>
<p:tagLst xmlns:a="http://schemas.openxmlformats.org/drawingml/2006/main" xmlns:r="http://schemas.openxmlformats.org/officeDocument/2006/relationships" xmlns:p="http://schemas.openxmlformats.org/presentationml/2006/main">
  <p:tag name="NAME" val="CustomIcon"/>
</p:tagLst>
</file>

<file path=ppt/tags/tag1593.xml><?xml version="1.0" encoding="utf-8"?>
<p:tagLst xmlns:a="http://schemas.openxmlformats.org/drawingml/2006/main" xmlns:r="http://schemas.openxmlformats.org/officeDocument/2006/relationships" xmlns:p="http://schemas.openxmlformats.org/presentationml/2006/main">
  <p:tag name="NAME" val="CustomIcon"/>
</p:tagLst>
</file>

<file path=ppt/tags/tag1594.xml><?xml version="1.0" encoding="utf-8"?>
<p:tagLst xmlns:a="http://schemas.openxmlformats.org/drawingml/2006/main" xmlns:r="http://schemas.openxmlformats.org/officeDocument/2006/relationships" xmlns:p="http://schemas.openxmlformats.org/presentationml/2006/main">
  <p:tag name="NAME" val="CustomIcon"/>
</p:tagLst>
</file>

<file path=ppt/tags/tag1595.xml><?xml version="1.0" encoding="utf-8"?>
<p:tagLst xmlns:a="http://schemas.openxmlformats.org/drawingml/2006/main" xmlns:r="http://schemas.openxmlformats.org/officeDocument/2006/relationships" xmlns:p="http://schemas.openxmlformats.org/presentationml/2006/main">
  <p:tag name="NAME" val="CustomIcon"/>
</p:tagLst>
</file>

<file path=ppt/tags/tag1596.xml><?xml version="1.0" encoding="utf-8"?>
<p:tagLst xmlns:a="http://schemas.openxmlformats.org/drawingml/2006/main" xmlns:r="http://schemas.openxmlformats.org/officeDocument/2006/relationships" xmlns:p="http://schemas.openxmlformats.org/presentationml/2006/main">
  <p:tag name="NAME" val="CustomIcon"/>
</p:tagLst>
</file>

<file path=ppt/tags/tag159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98.xml><?xml version="1.0" encoding="utf-8"?>
<p:tagLst xmlns:a="http://schemas.openxmlformats.org/drawingml/2006/main" xmlns:r="http://schemas.openxmlformats.org/officeDocument/2006/relationships" xmlns:p="http://schemas.openxmlformats.org/presentationml/2006/main">
  <p:tag name="NAME" val="SingleBoatText"/>
</p:tagLst>
</file>

<file path=ppt/tags/tag159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0.xml><?xml version="1.0" encoding="utf-8"?>
<p:tagLst xmlns:a="http://schemas.openxmlformats.org/drawingml/2006/main" xmlns:r="http://schemas.openxmlformats.org/officeDocument/2006/relationships" xmlns:p="http://schemas.openxmlformats.org/presentationml/2006/main">
  <p:tag name="NAME" val="SingleBoatText"/>
</p:tagLst>
</file>

<file path=ppt/tags/tag160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2.xml><?xml version="1.0" encoding="utf-8"?>
<p:tagLst xmlns:a="http://schemas.openxmlformats.org/drawingml/2006/main" xmlns:r="http://schemas.openxmlformats.org/officeDocument/2006/relationships" xmlns:p="http://schemas.openxmlformats.org/presentationml/2006/main">
  <p:tag name="NAME" val="SingleBoatText"/>
</p:tagLst>
</file>

<file path=ppt/tags/tag160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4.xml><?xml version="1.0" encoding="utf-8"?>
<p:tagLst xmlns:a="http://schemas.openxmlformats.org/drawingml/2006/main" xmlns:r="http://schemas.openxmlformats.org/officeDocument/2006/relationships" xmlns:p="http://schemas.openxmlformats.org/presentationml/2006/main">
  <p:tag name="NAME" val="SingleBoatText"/>
</p:tagLst>
</file>

<file path=ppt/tags/tag160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6.xml><?xml version="1.0" encoding="utf-8"?>
<p:tagLst xmlns:a="http://schemas.openxmlformats.org/drawingml/2006/main" xmlns:r="http://schemas.openxmlformats.org/officeDocument/2006/relationships" xmlns:p="http://schemas.openxmlformats.org/presentationml/2006/main">
  <p:tag name="NAME" val="SingleBoatText"/>
</p:tagLst>
</file>

<file path=ppt/tags/tag160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8.xml><?xml version="1.0" encoding="utf-8"?>
<p:tagLst xmlns:a="http://schemas.openxmlformats.org/drawingml/2006/main" xmlns:r="http://schemas.openxmlformats.org/officeDocument/2006/relationships" xmlns:p="http://schemas.openxmlformats.org/presentationml/2006/main">
  <p:tag name="NAME" val="SingleBoatText"/>
</p:tagLst>
</file>

<file path=ppt/tags/tag160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10.xml><?xml version="1.0" encoding="utf-8"?>
<p:tagLst xmlns:a="http://schemas.openxmlformats.org/drawingml/2006/main" xmlns:r="http://schemas.openxmlformats.org/officeDocument/2006/relationships" xmlns:p="http://schemas.openxmlformats.org/presentationml/2006/main">
  <p:tag name="NAME" val="SingleBoatText"/>
</p:tagLst>
</file>

<file path=ppt/tags/tag1611.xml><?xml version="1.0" encoding="utf-8"?>
<p:tagLst xmlns:a="http://schemas.openxmlformats.org/drawingml/2006/main" xmlns:r="http://schemas.openxmlformats.org/officeDocument/2006/relationships" xmlns:p="http://schemas.openxmlformats.org/presentationml/2006/main">
  <p:tag name="SLIDELOOKUP" val="202606271404373073285"/>
</p:tagLst>
</file>

<file path=ppt/tags/tag16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14.xml><?xml version="1.0" encoding="utf-8"?>
<p:tagLst xmlns:a="http://schemas.openxmlformats.org/drawingml/2006/main" xmlns:r="http://schemas.openxmlformats.org/officeDocument/2006/relationships" xmlns:p="http://schemas.openxmlformats.org/presentationml/2006/main">
  <p:tag name="SHAPENAME" val="5. Source"/>
</p:tagLst>
</file>

<file path=ppt/tags/tag161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616.xml><?xml version="1.0" encoding="utf-8"?>
<p:tagLst xmlns:a="http://schemas.openxmlformats.org/drawingml/2006/main" xmlns:r="http://schemas.openxmlformats.org/officeDocument/2006/relationships" xmlns:p="http://schemas.openxmlformats.org/presentationml/2006/main">
  <p:tag name="NAME" val="Flow"/>
</p:tagLst>
</file>

<file path=ppt/tags/tag1617.xml><?xml version="1.0" encoding="utf-8"?>
<p:tagLst xmlns:a="http://schemas.openxmlformats.org/drawingml/2006/main" xmlns:r="http://schemas.openxmlformats.org/officeDocument/2006/relationships" xmlns:p="http://schemas.openxmlformats.org/presentationml/2006/main">
  <p:tag name="NAME" val="Flow"/>
</p:tagLst>
</file>

<file path=ppt/tags/tag1618.xml><?xml version="1.0" encoding="utf-8"?>
<p:tagLst xmlns:a="http://schemas.openxmlformats.org/drawingml/2006/main" xmlns:r="http://schemas.openxmlformats.org/officeDocument/2006/relationships" xmlns:p="http://schemas.openxmlformats.org/presentationml/2006/main">
  <p:tag name="NAME" val="Flow"/>
</p:tagLst>
</file>

<file path=ppt/tags/tag1619.xml><?xml version="1.0" encoding="utf-8"?>
<p:tagLst xmlns:a="http://schemas.openxmlformats.org/drawingml/2006/main" xmlns:r="http://schemas.openxmlformats.org/officeDocument/2006/relationships" xmlns:p="http://schemas.openxmlformats.org/presentationml/2006/main">
  <p:tag name="NAME" val="Flow"/>
</p:tagLst>
</file>

<file path=ppt/tags/tag1620.xml><?xml version="1.0" encoding="utf-8"?>
<p:tagLst xmlns:a="http://schemas.openxmlformats.org/drawingml/2006/main" xmlns:r="http://schemas.openxmlformats.org/officeDocument/2006/relationships" xmlns:p="http://schemas.openxmlformats.org/presentationml/2006/main">
  <p:tag name="NAME" val="Flow"/>
</p:tagLst>
</file>

<file path=ppt/tags/tag1621.xml><?xml version="1.0" encoding="utf-8"?>
<p:tagLst xmlns:a="http://schemas.openxmlformats.org/drawingml/2006/main" xmlns:r="http://schemas.openxmlformats.org/officeDocument/2006/relationships" xmlns:p="http://schemas.openxmlformats.org/presentationml/2006/main">
  <p:tag name="NAME" val="Flow"/>
</p:tagLst>
</file>

<file path=ppt/tags/tag1622.xml><?xml version="1.0" encoding="utf-8"?>
<p:tagLst xmlns:a="http://schemas.openxmlformats.org/drawingml/2006/main" xmlns:r="http://schemas.openxmlformats.org/officeDocument/2006/relationships" xmlns:p="http://schemas.openxmlformats.org/presentationml/2006/main">
  <p:tag name="NAME" val="Flow"/>
</p:tagLst>
</file>

<file path=ppt/tags/tag1623.xml><?xml version="1.0" encoding="utf-8"?>
<p:tagLst xmlns:a="http://schemas.openxmlformats.org/drawingml/2006/main" xmlns:r="http://schemas.openxmlformats.org/officeDocument/2006/relationships" xmlns:p="http://schemas.openxmlformats.org/presentationml/2006/main">
  <p:tag name="NAME" val="CustomIcon"/>
</p:tagLst>
</file>

<file path=ppt/tags/tag1624.xml><?xml version="1.0" encoding="utf-8"?>
<p:tagLst xmlns:a="http://schemas.openxmlformats.org/drawingml/2006/main" xmlns:r="http://schemas.openxmlformats.org/officeDocument/2006/relationships" xmlns:p="http://schemas.openxmlformats.org/presentationml/2006/main">
  <p:tag name="NAME" val="CustomIcon"/>
</p:tagLst>
</file>

<file path=ppt/tags/tag1625.xml><?xml version="1.0" encoding="utf-8"?>
<p:tagLst xmlns:a="http://schemas.openxmlformats.org/drawingml/2006/main" xmlns:r="http://schemas.openxmlformats.org/officeDocument/2006/relationships" xmlns:p="http://schemas.openxmlformats.org/presentationml/2006/main">
  <p:tag name="NAME" val="CustomIcon"/>
</p:tagLst>
</file>

<file path=ppt/tags/tag1626.xml><?xml version="1.0" encoding="utf-8"?>
<p:tagLst xmlns:a="http://schemas.openxmlformats.org/drawingml/2006/main" xmlns:r="http://schemas.openxmlformats.org/officeDocument/2006/relationships" xmlns:p="http://schemas.openxmlformats.org/presentationml/2006/main">
  <p:tag name="NAME" val="CustomIcon"/>
</p:tagLst>
</file>

<file path=ppt/tags/tag1627.xml><?xml version="1.0" encoding="utf-8"?>
<p:tagLst xmlns:a="http://schemas.openxmlformats.org/drawingml/2006/main" xmlns:r="http://schemas.openxmlformats.org/officeDocument/2006/relationships" xmlns:p="http://schemas.openxmlformats.org/presentationml/2006/main">
  <p:tag name="NAME" val="CustomIcon"/>
</p:tagLst>
</file>

<file path=ppt/tags/tag1628.xml><?xml version="1.0" encoding="utf-8"?>
<p:tagLst xmlns:a="http://schemas.openxmlformats.org/drawingml/2006/main" xmlns:r="http://schemas.openxmlformats.org/officeDocument/2006/relationships" xmlns:p="http://schemas.openxmlformats.org/presentationml/2006/main">
  <p:tag name="NAME" val="CustomIcon"/>
</p:tagLst>
</file>

<file path=ppt/tags/tag1629.xml><?xml version="1.0" encoding="utf-8"?>
<p:tagLst xmlns:a="http://schemas.openxmlformats.org/drawingml/2006/main" xmlns:r="http://schemas.openxmlformats.org/officeDocument/2006/relationships" xmlns:p="http://schemas.openxmlformats.org/presentationml/2006/main">
  <p:tag name="NAME" val="CustomIcon"/>
</p:tagLst>
</file>

<file path=ppt/tags/tag1630.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31.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2.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33.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4.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35.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6.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37.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8.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39.xml><?xml version="1.0" encoding="utf-8"?>
<p:tagLst xmlns:a="http://schemas.openxmlformats.org/drawingml/2006/main" xmlns:r="http://schemas.openxmlformats.org/officeDocument/2006/relationships" xmlns:p="http://schemas.openxmlformats.org/presentationml/2006/main">
  <p:tag name="NAME" val="SingleBoatText"/>
</p:tagLst>
</file>

<file path=ppt/tags/tag1640.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41.xml><?xml version="1.0" encoding="utf-8"?>
<p:tagLst xmlns:a="http://schemas.openxmlformats.org/drawingml/2006/main" xmlns:r="http://schemas.openxmlformats.org/officeDocument/2006/relationships" xmlns:p="http://schemas.openxmlformats.org/presentationml/2006/main">
  <p:tag name="NAME" val="SingleBoatText"/>
</p:tagLst>
</file>

<file path=ppt/tags/tag1642.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43.xml><?xml version="1.0" encoding="utf-8"?>
<p:tagLst xmlns:a="http://schemas.openxmlformats.org/drawingml/2006/main" xmlns:r="http://schemas.openxmlformats.org/officeDocument/2006/relationships" xmlns:p="http://schemas.openxmlformats.org/presentationml/2006/main">
  <p:tag name="NAME" val="SingleBoatText"/>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700">
      <a:srgbClr val="B82525"/>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1D105B9C-BDF9-45B9-90FA-113B7713DD03}" vid="{2E85953B-6F95-475D-964A-596E5264B845}"/>
    </a:ext>
  </a:extLst>
</a:theme>
</file>

<file path=ppt/theme/theme2.xml><?xml version="1.0" encoding="utf-8"?>
<a:theme xmlns:a="http://schemas.openxmlformats.org/drawingml/2006/main" name="1_Contrast">
  <a:themeElements>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fontScheme name="Custom">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QuantumBlack PPT template.potx" id="{8D8FA909-D81A-4AC6-84B7-1377BCFDF85E}" vid="{13F22B3E-8487-486E-A60B-BFD5690E6B00}"/>
    </a:ext>
  </a:extLst>
</a:theme>
</file>

<file path=ppt/theme/theme3.xml><?xml version="1.0" encoding="utf-8"?>
<a:theme xmlns:a="http://schemas.openxmlformats.org/drawingml/2006/main" name="2_Contrast">
  <a:themeElements>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fontScheme name="Custom">
      <a:majorFont>
        <a:latin typeface="Georgia"/>
        <a:ea typeface="Georgia"/>
        <a:cs typeface="Arial"/>
      </a:majorFont>
      <a:minorFont>
        <a:latin typeface="Arial"/>
        <a:ea typeface="Arial"/>
        <a:cs typeface="Arial"/>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QuantumBlack PPT template.potx" id="{8D8FA909-D81A-4AC6-84B7-1377BCFDF85E}" vid="{13F22B3E-8487-486E-A60B-BFD5690E6B00}"/>
    </a:ext>
  </a:extLst>
</a:theme>
</file>

<file path=ppt/theme/theme4.xml><?xml version="1.0" encoding="utf-8"?>
<a:theme xmlns:a="http://schemas.openxmlformats.org/drawingml/2006/main" name="3_White">
  <a:themeElements>
    <a:clrScheme name="Custom 1">
      <a:dk1>
        <a:srgbClr val="111918"/>
      </a:dk1>
      <a:lt1>
        <a:srgbClr val="FFFFFF"/>
      </a:lt1>
      <a:dk2>
        <a:srgbClr val="111918"/>
      </a:dk2>
      <a:lt2>
        <a:srgbClr val="FFFFFF"/>
      </a:lt2>
      <a:accent1>
        <a:srgbClr val="111918"/>
      </a:accent1>
      <a:accent2>
        <a:srgbClr val="1C863F"/>
      </a:accent2>
      <a:accent3>
        <a:srgbClr val="E9F7EE"/>
      </a:accent3>
      <a:accent4>
        <a:srgbClr val="0A5637"/>
      </a:accent4>
      <a:accent5>
        <a:srgbClr val="E4EAEA"/>
      </a:accent5>
      <a:accent6>
        <a:srgbClr val="F7D147"/>
      </a:accent6>
      <a:hlink>
        <a:srgbClr val="309DE3"/>
      </a:hlink>
      <a:folHlink>
        <a:srgbClr val="B4B4B4"/>
      </a:folHlink>
    </a:clrScheme>
    <a:fontScheme name="Custom 4">
      <a:majorFont>
        <a:latin typeface="Georgia"/>
        <a:ea typeface=""/>
        <a:cs typeface=""/>
      </a:majorFont>
      <a:minorFont>
        <a:latin typeface="Tahoma"/>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Pasha Bank">
        <a:dk1>
          <a:srgbClr val="000000"/>
        </a:dk1>
        <a:lt1>
          <a:srgbClr val="FFFFFF"/>
        </a:lt1>
        <a:dk2>
          <a:srgbClr val="191C1E"/>
        </a:dk2>
        <a:lt2>
          <a:srgbClr val="FFFFFF"/>
        </a:lt2>
        <a:accent1>
          <a:srgbClr val="191C1E"/>
        </a:accent1>
        <a:accent2>
          <a:srgbClr val="CAB597"/>
        </a:accent2>
        <a:accent3>
          <a:srgbClr val="E0D4C2"/>
        </a:accent3>
        <a:accent4>
          <a:srgbClr val="4E3227"/>
        </a:accent4>
        <a:accent5>
          <a:srgbClr val="F3EFD7"/>
        </a:accent5>
        <a:accent6>
          <a:srgbClr val="808080"/>
        </a:accent6>
        <a:hlink>
          <a:srgbClr val="4B8FD2"/>
        </a:hlink>
        <a:folHlink>
          <a:srgbClr val="B6869E"/>
        </a:folHlink>
      </a:clrScheme>
    </a:extraClrScheme>
  </a:extraClrSchemeLst>
  <a:custClrLst>
    <a:custClr name="Custom 1">
      <a:srgbClr val="405F5B"/>
    </a:custClr>
    <a:custClr name="Custom 2">
      <a:srgbClr val="74A09B"/>
    </a:custClr>
    <a:custClr name="Custom 3">
      <a:srgbClr val="B9D0CD"/>
    </a:custClr>
  </a:custClrLst>
  <a:extLst>
    <a:ext uri="{05A4C25C-085E-4340-85A3-A5531E510DB2}">
      <thm15:themeFamily xmlns:thm15="http://schemas.microsoft.com/office/thememl/2012/main" name="Паша Банк Премиум_Pasha Bank Premium_NVI_16x9_(2020)_eng.potx" id="{580EA364-9433-4864-8FB8-AF233E5953FF}" vid="{ACA3B730-9EDB-4893-820D-8578A98D4CFA}"/>
    </a:ext>
  </a:extLst>
</a:theme>
</file>

<file path=ppt/theme/theme5.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438" row="8">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055E330-976C-714F-902C-72EED09FFF8A}">
  <we:reference id="186f9e69-8c0a-4e87-b19c-647c4ba34c10" version="16.26.2.13"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56528AD-000F-684C-8D75-45BA7B6D0622}">
  <we:reference id="e74ca2a7-5e50-4ebf-bfa5-bb75c7950374" version="4.0.0.0" store="EXCatalog" storeType="EXCatalog"/>
  <we:alternateReferences/>
  <we:properties>
    <we:property name="srChargeCodeData" value="{&quot;selectedSupportOption&quot;:&quot;SLIDEREQUESTPLUS&quot;,&quot;language&quot;:&quot;English&quot;,&quot;chargeCode&quot;:{&quot;activityCode&quot;:&quot;CE&quot;,&quot;allocation_date&quot;:&quot;2026-04-27T00:30:00.000Z&quot;,&quot;announcements&quot;:null,&quot;chargeCode&quot;:&quot;valid&quot;,&quot;chargeCodeRegistered&quot;:true,&quot;critical&quot;:0,&quot;csProjectId&quot;:1212260532,&quot;eligibleForPlus&quot;:false,&quot;featureFlag&quot;:{&quot;blockRequestsEnabled&quot;:false,&quot;overnightDeliveryEnabled&quot;:false,&quot;searchOfferingEnabled&quot;:false},&quot;forecast_value&quot;:&quot;Usual&quot;,&quot;inScope&quot;:true,&quot;is_mandate&quot;:1,&quot;isBoxDisabled&quot;:false,&quot;isCTEEnabled&quot;:false,&quot;lane&quot;:&quot;Global&quot;,&quot;mandate_date&quot;:&quot;2026-03-16&quot;,&quot;maxStartTime&quot;:480,&quot;message&quot;:&quot;&quot;,&quot;outSourced&quot;:true,&quot;platform&quot;:&quot;GW&quot;,&quot;projectType&quot;:&quot;Client&quot;,&quot;showInternal&quot;:false,&quot;study_end_date&quot;:&quot;2026-09-24&quot;,&quot;subLane&quot;:&quot;&quot;,&quot;teamMembers&quot;:[{&quot;end_date&quot;:&quot;2026-07-03&quot;,&quot;fmno&quot;:344518,&quot;start_date&quot;:&quot;2026-04-13&quot;},{&quot;end_date&quot;:&quot;2026-07-17&quot;,&quot;fmno&quot;:301316,&quot;start_date&quot;:&quot;2026-04-13&quot;},{&quot;end_date&quot;:&quot;2026-07-03&quot;,&quot;fmno&quot;:145759,&quot;start_date&quot;:&quot;2026-04-13&quot;},{&quot;end_date&quot;:&quot;2026-06-30&quot;,&quot;fmno&quot;:189650,&quot;start_date&quot;:&quot;2026-05-13&quot;},{&quot;end_date&quot;:&quot;2026-06-30&quot;,&quot;fmno&quot;:54340,&quot;start_date&quot;:&quot;2026-06-01&quot;}],&quot;token_admin&quot;:&quot;Sinan Dundar&quot;,&quot;tokenInfo&quot;:{&quot;allocated&quot;:68,&quot;autoNegotiation&quot;:20,&quot;autoNegotiationAvailCount&quot;:1,&quot;available&quot;:0,&quot;buffer&quot;:45,&quot;eligibleForNegotiation&quot;:true,&quot;escalationCount&quot;:0,&quot;forecast_value&quot;:&quot;Usual&quot;,&quot;manualNegotiation&quot;:15,&quot;manualNegotiationAvailCount&quot;:1,&quot;minimumTokenValue&quot;:30,&quot;negotiated&quot;:0,&quot;spent&quot;:103,&quot;study_end_date&quot;:&quot;2026-09-24&quot;,&quot;teamMembers&quot;:[],&quot;token_admin&quot;:null},&quot;userRegistered&quot;:true,&quot;code&quot;:&quot;8778KH01&quot;,&quot;updatedAt&quot;:&quot;2026-06-26T13:02:49.032Z&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be14fa9-6cae-4a6e-8f64-c89653d71d1a">
      <Value>2</Value>
      <Value>1</Value>
    </TaxCatchAll>
    <_dlc_DocId xmlns="0be14fa9-6cae-4a6e-8f64-c89653d71d1a">DREYFNV3VPE6-1370595577-2675</_dlc_DocId>
    <_dlc_DocIdUrl xmlns="0be14fa9-6cae-4a6e-8f64-c89653d71d1a">
      <Url>https://mckinsey.sharepoint.com/sites/spe-int-hp2fb3s8gbn/_layouts/15/DocIdRedir.aspx?ID=DREYFNV3VPE6-1370595577-2675</Url>
      <Description>DREYFNV3VPE6-1370595577-2675</Description>
    </_dlc_DocIdUrl>
    <lcf76f155ced4ddcb4097134ff3c332f xmlns="04527f1d-420b-4ae9-8cfd-f1f820dd9ec6"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BA20A6254070E24794FE1579C5A6C6D3" ma:contentTypeVersion="13" ma:contentTypeDescription="Create a new document." ma:contentTypeScope="" ma:versionID="856520005649c6e1a5be1125adfad44c">
  <xsd:schema xmlns:xsd="http://www.w3.org/2001/XMLSchema" xmlns:xs="http://www.w3.org/2001/XMLSchema" xmlns:p="http://schemas.microsoft.com/office/2006/metadata/properties" xmlns:ns2="0be14fa9-6cae-4a6e-8f64-c89653d71d1a" xmlns:ns3="04527f1d-420b-4ae9-8cfd-f1f820dd9ec6" targetNamespace="http://schemas.microsoft.com/office/2006/metadata/properties" ma:root="true" ma:fieldsID="542299730c12770953427dc040bddabb" ns2:_="" ns3:_="">
    <xsd:import namespace="0be14fa9-6cae-4a6e-8f64-c89653d71d1a"/>
    <xsd:import namespace="04527f1d-420b-4ae9-8cfd-f1f820dd9ec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e14fa9-6cae-4a6e-8f64-c89653d71d1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0" nillable="true" ma:displayName="Taxonomy Catch All Column" ma:hidden="true" ma:list="{c5f9a80a-5724-4ce0-89cc-e8e2fb0f3bae}" ma:internalName="TaxCatchAll" ma:showField="CatchAllData" ma:web="0be14fa9-6cae-4a6e-8f64-c89653d71d1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4527f1d-420b-4ae9-8cfd-f1f820dd9ec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displayName="Image Tags_0" ma:hidden="true" ma:internalName="lcf76f155ced4ddcb4097134ff3c332f">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5A83D3-117B-4C15-9FD1-A5CB5E70CF4F}">
  <ds:schemaRefs>
    <ds:schemaRef ds:uri="http://schemas.microsoft.com/sharepoint/events"/>
  </ds:schemaRefs>
</ds:datastoreItem>
</file>

<file path=customXml/itemProps2.xml><?xml version="1.0" encoding="utf-8"?>
<ds:datastoreItem xmlns:ds="http://schemas.openxmlformats.org/officeDocument/2006/customXml" ds:itemID="{2DCCCA69-14AE-41D5-AF79-26E1BEC8A49D}">
  <ds:schemaRefs>
    <ds:schemaRef ds:uri="http://schemas.microsoft.com/sharepoint/v3/contenttype/forms"/>
  </ds:schemaRefs>
</ds:datastoreItem>
</file>

<file path=customXml/itemProps3.xml><?xml version="1.0" encoding="utf-8"?>
<ds:datastoreItem xmlns:ds="http://schemas.openxmlformats.org/officeDocument/2006/customXml" ds:itemID="{71FC5F0C-40FC-4941-9AE6-DA4A00CDF9B6}">
  <ds:schemaRefs>
    <ds:schemaRef ds:uri="http://www.w3.org/XML/1998/namespace"/>
    <ds:schemaRef ds:uri="http://purl.org/dc/dcmitype/"/>
    <ds:schemaRef ds:uri="http://schemas.microsoft.com/office/infopath/2007/PartnerControls"/>
    <ds:schemaRef ds:uri="http://purl.org/dc/terms/"/>
    <ds:schemaRef ds:uri="http://schemas.microsoft.com/office/2006/documentManagement/types"/>
    <ds:schemaRef ds:uri="http://schemas.microsoft.com/sharepoint/v3"/>
    <ds:schemaRef ds:uri="http://schemas.microsoft.com/office/2006/metadata/properties"/>
    <ds:schemaRef ds:uri="e32de50c-bbb4-43b0-85da-6ab31bebc755"/>
    <ds:schemaRef ds:uri="http://schemas.openxmlformats.org/package/2006/metadata/core-properties"/>
    <ds:schemaRef ds:uri="4bb9f7b0-978c-48bd-8ca7-5d9e4ee75092"/>
    <ds:schemaRef ds:uri="http://purl.org/dc/elements/1.1/"/>
    <ds:schemaRef ds:uri="0be14fa9-6cae-4a6e-8f64-c89653d71d1a"/>
    <ds:schemaRef ds:uri="04527f1d-420b-4ae9-8cfd-f1f820dd9ec6"/>
  </ds:schemaRefs>
</ds:datastoreItem>
</file>

<file path=customXml/itemProps4.xml><?xml version="1.0" encoding="utf-8"?>
<ds:datastoreItem xmlns:ds="http://schemas.openxmlformats.org/officeDocument/2006/customXml" ds:itemID="{9BA79E0F-31F9-4240-B1E5-41640AB6F8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e14fa9-6cae-4a6e-8f64-c89653d71d1a"/>
    <ds:schemaRef ds:uri="04527f1d-420b-4ae9-8cfd-f1f820dd9e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3004</TotalTime>
  <Words>9842</Words>
  <Application>Microsoft Office PowerPoint</Application>
  <PresentationFormat>Widescreen</PresentationFormat>
  <Paragraphs>1768</Paragraphs>
  <Slides>41</Slides>
  <Notes>14</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41</vt:i4>
      </vt:variant>
    </vt:vector>
  </HeadingPairs>
  <TitlesOfParts>
    <vt:vector size="54" baseType="lpstr">
      <vt:lpstr>Aptos</vt:lpstr>
      <vt:lpstr>Arial</vt:lpstr>
      <vt:lpstr>Century Gothic</vt:lpstr>
      <vt:lpstr>Georgia</vt:lpstr>
      <vt:lpstr>Segoe UI</vt:lpstr>
      <vt:lpstr>Tahoma</vt:lpstr>
      <vt:lpstr>Theinhardt Pan Medium</vt:lpstr>
      <vt:lpstr>Wingdings</vt:lpstr>
      <vt:lpstr>White</vt:lpstr>
      <vt:lpstr>1_Contrast</vt:lpstr>
      <vt:lpstr>2_Contrast</vt:lpstr>
      <vt:lpstr>3_White</vt:lpstr>
      <vt:lpstr>think-cell Slide</vt:lpstr>
      <vt:lpstr>Tech Assessment</vt:lpstr>
      <vt:lpstr>Contents</vt:lpstr>
      <vt:lpstr>Executive summary</vt:lpstr>
      <vt:lpstr>Contents</vt:lpstr>
      <vt:lpstr>Main business demand is being served by product development teams within Digital Engineering</vt:lpstr>
      <vt:lpstr>Engineering is a back-end-heavy bench with a very thin QA</vt:lpstr>
      <vt:lpstr>Demand confirms tribes are asked to build, not run - but ~25% of every revenue tribe's requests are defect fixes</vt:lpstr>
      <vt:lpstr>Demand has outrun delivery every month since Jan-2025 with no business tribe clearing more than ~81% of what it receives</vt:lpstr>
      <vt:lpstr>How demand is prioritized, owned and matched to capacity — five themes to explore together</vt:lpstr>
      <vt:lpstr>Approach for assessment of demand management lifecycle </vt:lpstr>
      <vt:lpstr>Streamlined workflow need to be defined with clear process, stage-gates and standard frameworks for managing technology demands </vt:lpstr>
      <vt:lpstr>1. Requirement Originators should justify demand priority by rating its importance  across  4 categories </vt:lpstr>
      <vt:lpstr>2. Requestors should justify demand effort size by rating the workload across 7 categories </vt:lpstr>
      <vt:lpstr>3. Requirement pipeline discussions should follow an iterative method of prioritizing demands, considering development capacity </vt:lpstr>
      <vt:lpstr>4. Assurance team should enable process visibility and demand backlog grooming by generating regular MIS reports </vt:lpstr>
      <vt:lpstr>Given bank’s maturity and degree of technical interdependencies, a set of compensating mechanisms would be needed in the near term</vt:lpstr>
      <vt:lpstr>Role of Enterprise Portfolio Management function (EPMO)</vt:lpstr>
      <vt:lpstr>Based on the assessment result, best practices suggest a list of changes across 4 dimensions to evolve the bank’s IT operating model</vt:lpstr>
      <vt:lpstr>Contents</vt:lpstr>
      <vt:lpstr>PowerPoint Presentation</vt:lpstr>
      <vt:lpstr>The unit-test gap is isolated with 6 of 7 clusters average ≥73%, with only Private &amp; Retail falling below the threshold</vt:lpstr>
      <vt:lpstr>7 of 26 products ship below the bank's own ≥70% gate, including core platforms like Transactional Banking</vt:lpstr>
      <vt:lpstr>Deployment cadence is broadly healthy, but a CIB/SME/finance tail drives the delivery risk</vt:lpstr>
      <vt:lpstr>How software is designed, built and delivered - themes to explore together</vt:lpstr>
      <vt:lpstr>Adoption of engineering excellence best practices will help improve performance across each SDLC phase</vt:lpstr>
      <vt:lpstr>A. Engineering best practices across parameters for phases of client SDLC (1/3)</vt:lpstr>
      <vt:lpstr>A. Engineering best practices across parameters for phases of client SDLC (2/3)</vt:lpstr>
      <vt:lpstr>A. Engineering best practices across parameters for phases of client SDLC (3/3)</vt:lpstr>
      <vt:lpstr>Contents</vt:lpstr>
      <vt:lpstr>All 9 critical services held ≥99.8% uptime every month of 2025 indicating strong systems availability</vt:lpstr>
      <vt:lpstr>~8 of 20 systems drive 80% of downtime, cascading across business services</vt:lpstr>
      <vt:lpstr>New Internet Bank and card processing are systemic single points of failure each cascading across 8–9 business services</vt:lpstr>
      <vt:lpstr>Two-thirds of availability incidents hit in-house digital channels indicating reliability risk sits with what PASHA Bank builds, not its vendors</vt:lpstr>
      <vt:lpstr>PASHA Bank’s Current Banking Architecture at Glance</vt:lpstr>
      <vt:lpstr>PASHA Bank’s Core Banking Related Target Application Architecture developed by KPMG</vt:lpstr>
      <vt:lpstr>How systems are structured, run and modernized – themes to explore together</vt:lpstr>
      <vt:lpstr>Three archetypes differ in terms of flexibility, ability to scale quickly, third-party integration, cost and complexity among others </vt:lpstr>
      <vt:lpstr>Migrating to a modern thin core platform is expected to improve customer experience and enable lower cost to scale with long-term economic trade-offs not fully assessed </vt:lpstr>
      <vt:lpstr>We will focus our attention on two core modernization approaches for Commercial and Small Business banking platform</vt:lpstr>
      <vt:lpstr>Approach II (hollow core and swap): The overall process may last 3-5 years with 3-6 months of planning and blueprint design followed by 9-12 months to re-engineer highest priority capabilities and vendor selection, and final 18-24 months to re-engineer remaining capabilities and swap the cores</vt:lpstr>
      <vt:lpstr>Approach III (renew core): The overall process may last 2-5 years with 6-9 months of blueprint design, vendor selection and planning, followed by 9-12 months to stand up MVP new core and surrounds, and final 9-18 months to complete the standing up of the new platform and onboarding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THD AIQ Report</dc:title>
  <dc:subject/>
  <dc:creator>Velmurugan V</dc:creator>
  <cp:keywords/>
  <dc:description/>
  <cp:lastModifiedBy>Sinan Dundar</cp:lastModifiedBy>
  <cp:revision>20</cp:revision>
  <cp:lastPrinted>2018-10-30T20:37:12Z</cp:lastPrinted>
  <dcterms:created xsi:type="dcterms:W3CDTF">2023-09-25T08:34:16Z</dcterms:created>
  <dcterms:modified xsi:type="dcterms:W3CDTF">2026-06-30T19:30:01Z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2023-06-27 02:36 PM</vt:lpwstr>
  </property>
  <property fmtid="{D5CDD505-2E9C-101B-9397-08002B2CF9AE}" pid="8" name="TemplateCreated">
    <vt:lpwstr>2019-02-27 01:18 PM</vt:lpwstr>
  </property>
  <property fmtid="{D5CDD505-2E9C-101B-9397-08002B2CF9AE}" pid="9" name="ContentTypeId">
    <vt:lpwstr>0x010100BA20A6254070E24794FE1579C5A6C6D3</vt:lpwstr>
  </property>
  <property fmtid="{D5CDD505-2E9C-101B-9397-08002B2CF9AE}" pid="10" name="DataSource">
    <vt:lpwstr>2;#Internal|0b10eabc-00d3-4553-8252-f6efa1cda259</vt:lpwstr>
  </property>
  <property fmtid="{D5CDD505-2E9C-101B-9397-08002B2CF9AE}" pid="11" name="_dlc_DocIdItemGuid">
    <vt:lpwstr>0bec9285-12a0-421f-9334-d9be687df7be</vt:lpwstr>
  </property>
  <property fmtid="{D5CDD505-2E9C-101B-9397-08002B2CF9AE}" pid="12" name="SourceSystem">
    <vt:lpwstr>1;#SPT|2fb50d21-ef84-426b-a8ca-497326c66aa9</vt:lpwstr>
  </property>
  <property fmtid="{D5CDD505-2E9C-101B-9397-08002B2CF9AE}" pid="13" name="MediaServiceImageTags">
    <vt:lpwstr/>
  </property>
  <property fmtid="{D5CDD505-2E9C-101B-9397-08002B2CF9AE}" pid="14" name="MSIP_Label_fec09dec-a9ce-4322-b578-b49052c992d8_Enabled">
    <vt:lpwstr>true</vt:lpwstr>
  </property>
  <property fmtid="{D5CDD505-2E9C-101B-9397-08002B2CF9AE}" pid="15" name="MSIP_Label_fec09dec-a9ce-4322-b578-b49052c992d8_SetDate">
    <vt:lpwstr>2026-06-08T06:06:36Z</vt:lpwstr>
  </property>
  <property fmtid="{D5CDD505-2E9C-101B-9397-08002B2CF9AE}" pid="16" name="MSIP_Label_fec09dec-a9ce-4322-b578-b49052c992d8_Method">
    <vt:lpwstr>Privileged</vt:lpwstr>
  </property>
  <property fmtid="{D5CDD505-2E9C-101B-9397-08002B2CF9AE}" pid="17" name="MSIP_Label_fec09dec-a9ce-4322-b578-b49052c992d8_Name">
    <vt:lpwstr>Firm Confidential Information-SLV1</vt:lpwstr>
  </property>
  <property fmtid="{D5CDD505-2E9C-101B-9397-08002B2CF9AE}" pid="18" name="MSIP_Label_fec09dec-a9ce-4322-b578-b49052c992d8_SiteId">
    <vt:lpwstr>cc8936bc-9382-4fff-87cb-6f55999549e7</vt:lpwstr>
  </property>
  <property fmtid="{D5CDD505-2E9C-101B-9397-08002B2CF9AE}" pid="19" name="MSIP_Label_fec09dec-a9ce-4322-b578-b49052c992d8_ActionId">
    <vt:lpwstr>deb0ff30-7c5f-4c36-8cac-6da647373dbc</vt:lpwstr>
  </property>
  <property fmtid="{D5CDD505-2E9C-101B-9397-08002B2CF9AE}" pid="20" name="MSIP_Label_fec09dec-a9ce-4322-b578-b49052c992d8_ContentBits">
    <vt:lpwstr>0</vt:lpwstr>
  </property>
  <property fmtid="{D5CDD505-2E9C-101B-9397-08002B2CF9AE}" pid="21" name="MSIP_Label_fec09dec-a9ce-4322-b578-b49052c992d8_Tag">
    <vt:lpwstr>50, 0, 1, 1</vt:lpwstr>
  </property>
</Properties>
</file>