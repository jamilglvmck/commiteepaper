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2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31" r:id="rId5"/>
  </p:sldMasterIdLst>
  <p:notesMasterIdLst>
    <p:notesMasterId r:id="rId23"/>
  </p:notesMasterIdLst>
  <p:handoutMasterIdLst>
    <p:handoutMasterId r:id="rId24"/>
  </p:handoutMasterIdLst>
  <p:sldIdLst>
    <p:sldId id="308" r:id="rId6"/>
    <p:sldId id="309" r:id="rId7"/>
    <p:sldId id="310" r:id="rId8"/>
    <p:sldId id="311" r:id="rId9"/>
    <p:sldId id="312" r:id="rId10"/>
    <p:sldId id="314" r:id="rId11"/>
    <p:sldId id="295" r:id="rId12"/>
    <p:sldId id="329" r:id="rId13"/>
    <p:sldId id="319" r:id="rId14"/>
    <p:sldId id="321" r:id="rId15"/>
    <p:sldId id="328" r:id="rId16"/>
    <p:sldId id="330" r:id="rId17"/>
    <p:sldId id="324" r:id="rId18"/>
    <p:sldId id="331" r:id="rId19"/>
    <p:sldId id="326" r:id="rId20"/>
    <p:sldId id="327" r:id="rId21"/>
    <p:sldId id="332" r:id="rId22"/>
  </p:sldIdLst>
  <p:sldSz cx="12192000" cy="6858000"/>
  <p:notesSz cx="7102475" cy="9388475"/>
  <p:embeddedFontLs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Segoe UI" panose="020B0502040204020203" pitchFamily="34" charset="0"/>
      <p:regular r:id="rId29"/>
      <p:bold r:id="rId30"/>
      <p:italic r:id="rId31"/>
      <p:boldItalic r:id="rId32"/>
    </p:embeddedFont>
  </p:embeddedFontLst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8000"/>
    <a:srgbClr val="FFF3CD"/>
    <a:srgbClr val="377A6C"/>
    <a:srgbClr val="D1EAE5"/>
    <a:srgbClr val="EAF2F1"/>
    <a:srgbClr val="EFFFFF"/>
    <a:srgbClr val="A82F63"/>
    <a:srgbClr val="E5EAF1"/>
    <a:srgbClr val="DDFFFE"/>
    <a:srgbClr val="C1F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B1871F-DB41-40D8-B9F1-1D67BDF569DE}" v="5" dt="2026-09-10T18:19:16.3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891" autoAdjust="0"/>
  </p:normalViewPr>
  <p:slideViewPr>
    <p:cSldViewPr snapToGrid="0" showGuides="1">
      <p:cViewPr varScale="1">
        <p:scale>
          <a:sx n="69" d="100"/>
          <a:sy n="69" d="100"/>
        </p:scale>
        <p:origin x="5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2.fntdata"/><Relationship Id="rId39" Type="http://schemas.microsoft.com/office/2016/11/relationships/changesInfo" Target="changesInfos/changesInfo1.xml"/><Relationship Id="rId21" Type="http://schemas.openxmlformats.org/officeDocument/2006/relationships/slide" Target="slides/slide16.xml"/><Relationship Id="rId34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1.fntdata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7.fntdata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ina Isayeva" userId="52d003f3-0e97-432e-8ea6-943dae9f8862" providerId="ADAL" clId="{C8ED13E7-1B77-4BF2-8183-42AE0A5D6FF1}"/>
    <pc:docChg chg="undo custSel modSld">
      <pc:chgData name="Sabina Isayeva" userId="52d003f3-0e97-432e-8ea6-943dae9f8862" providerId="ADAL" clId="{C8ED13E7-1B77-4BF2-8183-42AE0A5D6FF1}" dt="2026-09-10T18:42:49.129" v="68" actId="1076"/>
      <pc:docMkLst>
        <pc:docMk/>
      </pc:docMkLst>
      <pc:sldChg chg="addSp delSp modSp mod">
        <pc:chgData name="Sabina Isayeva" userId="52d003f3-0e97-432e-8ea6-943dae9f8862" providerId="ADAL" clId="{C8ED13E7-1B77-4BF2-8183-42AE0A5D6FF1}" dt="2026-09-10T18:42:49.129" v="68" actId="1076"/>
        <pc:sldMkLst>
          <pc:docMk/>
          <pc:sldMk cId="1363941601" sldId="310"/>
        </pc:sldMkLst>
        <pc:spChg chg="mod">
          <ac:chgData name="Sabina Isayeva" userId="52d003f3-0e97-432e-8ea6-943dae9f8862" providerId="ADAL" clId="{C8ED13E7-1B77-4BF2-8183-42AE0A5D6FF1}" dt="2026-09-10T18:19:16.291" v="56" actId="1076"/>
          <ac:spMkLst>
            <pc:docMk/>
            <pc:sldMk cId="1363941601" sldId="310"/>
            <ac:spMk id="2" creationId="{00000000-0000-0000-0000-000000000000}"/>
          </ac:spMkLst>
        </pc:spChg>
        <pc:spChg chg="add del mod modVis">
          <ac:chgData name="Sabina Isayeva" userId="52d003f3-0e97-432e-8ea6-943dae9f8862" providerId="ADAL" clId="{C8ED13E7-1B77-4BF2-8183-42AE0A5D6FF1}" dt="2026-09-10T18:19:16.291" v="54" actId="962"/>
          <ac:spMkLst>
            <pc:docMk/>
            <pc:sldMk cId="1363941601" sldId="310"/>
            <ac:spMk id="3" creationId="{613FB78D-F5B4-2B67-EE60-54DA16C6D8E6}"/>
          </ac:spMkLst>
        </pc:spChg>
        <pc:spChg chg="add del mod">
          <ac:chgData name="Sabina Isayeva" userId="52d003f3-0e97-432e-8ea6-943dae9f8862" providerId="ADAL" clId="{C8ED13E7-1B77-4BF2-8183-42AE0A5D6FF1}" dt="2026-09-10T18:42:48.643" v="67" actId="1076"/>
          <ac:spMkLst>
            <pc:docMk/>
            <pc:sldMk cId="1363941601" sldId="310"/>
            <ac:spMk id="9" creationId="{00000000-0000-0000-0000-000000000000}"/>
          </ac:spMkLst>
        </pc:spChg>
        <pc:spChg chg="add del mod">
          <ac:chgData name="Sabina Isayeva" userId="52d003f3-0e97-432e-8ea6-943dae9f8862" providerId="ADAL" clId="{C8ED13E7-1B77-4BF2-8183-42AE0A5D6FF1}" dt="2026-09-10T18:19:16.730" v="62" actId="20577"/>
          <ac:spMkLst>
            <pc:docMk/>
            <pc:sldMk cId="1363941601" sldId="310"/>
            <ac:spMk id="15" creationId="{00000000-0000-0000-0000-000000000000}"/>
          </ac:spMkLst>
        </pc:spChg>
        <pc:spChg chg="add del mod">
          <ac:chgData name="Sabina Isayeva" userId="52d003f3-0e97-432e-8ea6-943dae9f8862" providerId="ADAL" clId="{C8ED13E7-1B77-4BF2-8183-42AE0A5D6FF1}" dt="2026-09-10T18:19:16.884" v="63" actId="478"/>
          <ac:spMkLst>
            <pc:docMk/>
            <pc:sldMk cId="1363941601" sldId="310"/>
            <ac:spMk id="21" creationId="{00000000-0000-0000-0000-000000000000}"/>
          </ac:spMkLst>
        </pc:spChg>
        <pc:spChg chg="add del">
          <ac:chgData name="Sabina Isayeva" userId="52d003f3-0e97-432e-8ea6-943dae9f8862" providerId="ADAL" clId="{C8ED13E7-1B77-4BF2-8183-42AE0A5D6FF1}" dt="2026-09-10T18:19:17.059" v="64" actId="478"/>
          <ac:spMkLst>
            <pc:docMk/>
            <pc:sldMk cId="1363941601" sldId="310"/>
            <ac:spMk id="27" creationId="{00000000-0000-0000-0000-000000000000}"/>
          </ac:spMkLst>
        </pc:spChg>
        <pc:grpChg chg="add del mod">
          <ac:chgData name="Sabina Isayeva" userId="52d003f3-0e97-432e-8ea6-943dae9f8862" providerId="ADAL" clId="{C8ED13E7-1B77-4BF2-8183-42AE0A5D6FF1}" dt="2026-09-10T18:42:49.129" v="68" actId="1076"/>
          <ac:grpSpMkLst>
            <pc:docMk/>
            <pc:sldMk cId="1363941601" sldId="310"/>
            <ac:grpSpMk id="34" creationId="{A453A4F6-DD97-CA84-8098-49E157BA4AC6}"/>
          </ac:grpSpMkLst>
        </pc:grpChg>
        <pc:graphicFrameChg chg="mod">
          <ac:chgData name="Sabina Isayeva" userId="52d003f3-0e97-432e-8ea6-943dae9f8862" providerId="ADAL" clId="{C8ED13E7-1B77-4BF2-8183-42AE0A5D6FF1}" dt="2026-09-10T18:19:16.447" v="59" actId="1076"/>
          <ac:graphicFrameMkLst>
            <pc:docMk/>
            <pc:sldMk cId="1363941601" sldId="310"/>
            <ac:graphicFrameMk id="38" creationId="{3074A10B-B18F-CD27-30B1-101D8FE90090}"/>
          </ac:graphicFrameMkLst>
        </pc:graphicFrameChg>
      </pc:sldChg>
    </pc:docChg>
  </pc:docChgLst>
  <pc:docChgLst>
    <pc:chgData name="Sarp Ersoy" userId="3c470b9d-b8cd-4e7d-a03a-a3958c4b4cd0" providerId="ADAL" clId="{391E2635-4FDF-4132-A840-FAFB441FE2BA}"/>
    <pc:docChg chg="undo custSel addSld delSld modSld">
      <pc:chgData name="Sarp Ersoy" userId="3c470b9d-b8cd-4e7d-a03a-a3958c4b4cd0" providerId="ADAL" clId="{391E2635-4FDF-4132-A840-FAFB441FE2BA}" dt="2026-09-03T07:57:54.653" v="18952" actId="1036"/>
      <pc:docMkLst>
        <pc:docMk/>
      </pc:docMkLst>
      <pc:sldChg chg="addSp delSp modSp mod">
        <pc:chgData name="Sarp Ersoy" userId="3c470b9d-b8cd-4e7d-a03a-a3958c4b4cd0" providerId="ADAL" clId="{391E2635-4FDF-4132-A840-FAFB441FE2BA}" dt="2026-08-12T08:09:03.936" v="17633" actId="20577"/>
        <pc:sldMkLst>
          <pc:docMk/>
          <pc:sldMk cId="2440522481" sldId="309"/>
        </pc:sldMkLst>
        <pc:spChg chg="mod">
          <ac:chgData name="Sarp Ersoy" userId="3c470b9d-b8cd-4e7d-a03a-a3958c4b4cd0" providerId="ADAL" clId="{391E2635-4FDF-4132-A840-FAFB441FE2BA}" dt="2026-08-12T08:09:03.936" v="17633" actId="20577"/>
          <ac:spMkLst>
            <pc:docMk/>
            <pc:sldMk cId="2440522481" sldId="309"/>
            <ac:spMk id="6" creationId="{00000000-0000-0000-0000-000000000000}"/>
          </ac:spMkLst>
        </pc:spChg>
        <pc:spChg chg="mod topLvl">
          <ac:chgData name="Sarp Ersoy" userId="3c470b9d-b8cd-4e7d-a03a-a3958c4b4cd0" providerId="ADAL" clId="{391E2635-4FDF-4132-A840-FAFB441FE2BA}" dt="2026-08-11T07:56:25.568" v="17256" actId="164"/>
          <ac:spMkLst>
            <pc:docMk/>
            <pc:sldMk cId="2440522481" sldId="309"/>
            <ac:spMk id="29" creationId="{123EFE98-8079-C957-0E79-AD78F5D1B562}"/>
          </ac:spMkLst>
        </pc:spChg>
        <pc:spChg chg="mod topLvl">
          <ac:chgData name="Sarp Ersoy" userId="3c470b9d-b8cd-4e7d-a03a-a3958c4b4cd0" providerId="ADAL" clId="{391E2635-4FDF-4132-A840-FAFB441FE2BA}" dt="2026-08-11T07:56:23.550" v="17254" actId="164"/>
          <ac:spMkLst>
            <pc:docMk/>
            <pc:sldMk cId="2440522481" sldId="309"/>
            <ac:spMk id="30" creationId="{A43DA2D5-1FA4-6F4E-7C6E-04296AC3E698}"/>
          </ac:spMkLst>
        </pc:spChg>
        <pc:spChg chg="mod topLvl">
          <ac:chgData name="Sarp Ersoy" userId="3c470b9d-b8cd-4e7d-a03a-a3958c4b4cd0" providerId="ADAL" clId="{391E2635-4FDF-4132-A840-FAFB441FE2BA}" dt="2026-08-11T07:58:15.553" v="17456" actId="20577"/>
          <ac:spMkLst>
            <pc:docMk/>
            <pc:sldMk cId="2440522481" sldId="309"/>
            <ac:spMk id="45" creationId="{E1DF4C25-6BE9-F290-0D11-CB3DC95F02A8}"/>
          </ac:spMkLst>
        </pc:spChg>
        <pc:grpChg chg="add mod">
          <ac:chgData name="Sarp Ersoy" userId="3c470b9d-b8cd-4e7d-a03a-a3958c4b4cd0" providerId="ADAL" clId="{391E2635-4FDF-4132-A840-FAFB441FE2BA}" dt="2026-08-11T07:56:25.568" v="17256" actId="164"/>
          <ac:grpSpMkLst>
            <pc:docMk/>
            <pc:sldMk cId="2440522481" sldId="309"/>
            <ac:grpSpMk id="3" creationId="{5A902D68-EC2E-37B9-89F4-547CCFA5943F}"/>
          </ac:grpSpMkLst>
        </pc:grpChg>
        <pc:grpChg chg="add mod">
          <ac:chgData name="Sarp Ersoy" userId="3c470b9d-b8cd-4e7d-a03a-a3958c4b4cd0" providerId="ADAL" clId="{391E2635-4FDF-4132-A840-FAFB441FE2BA}" dt="2026-08-11T07:56:27.306" v="17271" actId="1035"/>
          <ac:grpSpMkLst>
            <pc:docMk/>
            <pc:sldMk cId="2440522481" sldId="309"/>
            <ac:grpSpMk id="5" creationId="{C817879F-8D2B-2045-1DD1-7CC5CA521D3A}"/>
          </ac:grpSpMkLst>
        </pc:grpChg>
      </pc:sldChg>
      <pc:sldChg chg="addSp delSp modSp mod">
        <pc:chgData name="Sarp Ersoy" userId="3c470b9d-b8cd-4e7d-a03a-a3958c4b4cd0" providerId="ADAL" clId="{391E2635-4FDF-4132-A840-FAFB441FE2BA}" dt="2026-08-12T09:55:41.022" v="18891" actId="165"/>
        <pc:sldMkLst>
          <pc:docMk/>
          <pc:sldMk cId="1363941601" sldId="310"/>
        </pc:sldMkLst>
        <pc:spChg chg="mod">
          <ac:chgData name="Sarp Ersoy" userId="3c470b9d-b8cd-4e7d-a03a-a3958c4b4cd0" providerId="ADAL" clId="{391E2635-4FDF-4132-A840-FAFB441FE2BA}" dt="2026-08-12T09:55:34.359" v="18864" actId="948"/>
          <ac:spMkLst>
            <pc:docMk/>
            <pc:sldMk cId="1363941601" sldId="310"/>
            <ac:spMk id="2" creationId="{00000000-0000-0000-0000-000000000000}"/>
          </ac:spMkLst>
        </pc:spChg>
        <pc:spChg chg="mod topLvl">
          <ac:chgData name="Sarp Ersoy" userId="3c470b9d-b8cd-4e7d-a03a-a3958c4b4cd0" providerId="ADAL" clId="{391E2635-4FDF-4132-A840-FAFB441FE2BA}" dt="2026-08-12T09:55:41.022" v="18891" actId="165"/>
          <ac:spMkLst>
            <pc:docMk/>
            <pc:sldMk cId="1363941601" sldId="310"/>
            <ac:spMk id="4" creationId="{00000000-0000-0000-0000-000000000000}"/>
          </ac:spMkLst>
        </pc:spChg>
        <pc:spChg chg="mod topLvl">
          <ac:chgData name="Sarp Ersoy" userId="3c470b9d-b8cd-4e7d-a03a-a3958c4b4cd0" providerId="ADAL" clId="{391E2635-4FDF-4132-A840-FAFB441FE2BA}" dt="2026-08-12T09:15:19.891" v="18034" actId="164"/>
          <ac:spMkLst>
            <pc:docMk/>
            <pc:sldMk cId="1363941601" sldId="310"/>
            <ac:spMk id="5" creationId="{00000000-0000-0000-0000-000000000000}"/>
          </ac:spMkLst>
        </pc:spChg>
        <pc:spChg chg="mod topLvl">
          <ac:chgData name="Sarp Ersoy" userId="3c470b9d-b8cd-4e7d-a03a-a3958c4b4cd0" providerId="ADAL" clId="{391E2635-4FDF-4132-A840-FAFB441FE2BA}" dt="2026-08-12T09:15:19.891" v="18034" actId="164"/>
          <ac:spMkLst>
            <pc:docMk/>
            <pc:sldMk cId="1363941601" sldId="310"/>
            <ac:spMk id="6" creationId="{00000000-0000-0000-0000-000000000000}"/>
          </ac:spMkLst>
        </pc:spChg>
        <pc:spChg chg="mod topLvl">
          <ac:chgData name="Sarp Ersoy" userId="3c470b9d-b8cd-4e7d-a03a-a3958c4b4cd0" providerId="ADAL" clId="{391E2635-4FDF-4132-A840-FAFB441FE2BA}" dt="2026-08-12T09:55:41.022" v="18891" actId="165"/>
          <ac:spMkLst>
            <pc:docMk/>
            <pc:sldMk cId="1363941601" sldId="310"/>
            <ac:spMk id="7" creationId="{00000000-0000-0000-0000-000000000000}"/>
          </ac:spMkLst>
        </pc:spChg>
        <pc:spChg chg="mod topLvl">
          <ac:chgData name="Sarp Ersoy" userId="3c470b9d-b8cd-4e7d-a03a-a3958c4b4cd0" providerId="ADAL" clId="{391E2635-4FDF-4132-A840-FAFB441FE2BA}" dt="2026-08-12T09:55:41.022" v="18891" actId="165"/>
          <ac:spMkLst>
            <pc:docMk/>
            <pc:sldMk cId="1363941601" sldId="310"/>
            <ac:spMk id="8" creationId="{00000000-0000-0000-0000-000000000000}"/>
          </ac:spMkLst>
        </pc:spChg>
        <pc:spChg chg="mod">
          <ac:chgData name="Sarp Ersoy" userId="3c470b9d-b8cd-4e7d-a03a-a3958c4b4cd0" providerId="ADAL" clId="{391E2635-4FDF-4132-A840-FAFB441FE2BA}" dt="2026-08-12T09:15:19.891" v="18034" actId="164"/>
          <ac:spMkLst>
            <pc:docMk/>
            <pc:sldMk cId="1363941601" sldId="310"/>
            <ac:spMk id="9" creationId="{00000000-0000-0000-0000-000000000000}"/>
          </ac:spMkLst>
        </pc:spChg>
        <pc:spChg chg="mod">
          <ac:chgData name="Sarp Ersoy" userId="3c470b9d-b8cd-4e7d-a03a-a3958c4b4cd0" providerId="ADAL" clId="{391E2635-4FDF-4132-A840-FAFB441FE2BA}" dt="2026-08-12T09:15:19.891" v="18034" actId="164"/>
          <ac:spMkLst>
            <pc:docMk/>
            <pc:sldMk cId="1363941601" sldId="310"/>
            <ac:spMk id="10" creationId="{08D72E48-914D-75C5-3C3F-4D684F04814C}"/>
          </ac:spMkLst>
        </pc:spChg>
        <pc:spChg chg="mod topLvl">
          <ac:chgData name="Sarp Ersoy" userId="3c470b9d-b8cd-4e7d-a03a-a3958c4b4cd0" providerId="ADAL" clId="{391E2635-4FDF-4132-A840-FAFB441FE2BA}" dt="2026-08-12T09:55:37.307" v="18889" actId="164"/>
          <ac:spMkLst>
            <pc:docMk/>
            <pc:sldMk cId="1363941601" sldId="310"/>
            <ac:spMk id="11" creationId="{FAF98E28-5A2F-78CB-05B3-C7234B2B6920}"/>
          </ac:spMkLst>
        </pc:spChg>
        <pc:spChg chg="add mod">
          <ac:chgData name="Sarp Ersoy" userId="3c470b9d-b8cd-4e7d-a03a-a3958c4b4cd0" providerId="ADAL" clId="{391E2635-4FDF-4132-A840-FAFB441FE2BA}" dt="2026-08-12T09:55:41.022" v="18891" actId="165"/>
          <ac:spMkLst>
            <pc:docMk/>
            <pc:sldMk cId="1363941601" sldId="310"/>
            <ac:spMk id="12" creationId="{7376E30C-D2DE-C339-D87C-B6D6447CE6A6}"/>
          </ac:spMkLst>
        </pc:spChg>
        <pc:spChg chg="add del mod topLvl">
          <ac:chgData name="Sarp Ersoy" userId="3c470b9d-b8cd-4e7d-a03a-a3958c4b4cd0" providerId="ADAL" clId="{391E2635-4FDF-4132-A840-FAFB441FE2BA}" dt="2026-08-12T09:55:37.307" v="18889" actId="164"/>
          <ac:spMkLst>
            <pc:docMk/>
            <pc:sldMk cId="1363941601" sldId="310"/>
            <ac:spMk id="13" creationId="{B815AF72-D6F3-6FF3-4477-C2355C338D5E}"/>
          </ac:spMkLst>
        </pc:spChg>
        <pc:spChg chg="add mod topLvl">
          <ac:chgData name="Sarp Ersoy" userId="3c470b9d-b8cd-4e7d-a03a-a3958c4b4cd0" providerId="ADAL" clId="{391E2635-4FDF-4132-A840-FAFB441FE2BA}" dt="2026-08-12T09:55:41.022" v="18891" actId="165"/>
          <ac:spMkLst>
            <pc:docMk/>
            <pc:sldMk cId="1363941601" sldId="310"/>
            <ac:spMk id="14" creationId="{1F34C872-EB58-5AD7-B3FF-93B812B6930F}"/>
          </ac:spMkLst>
        </pc:spChg>
        <pc:spChg chg="mod topLvl">
          <ac:chgData name="Sarp Ersoy" userId="3c470b9d-b8cd-4e7d-a03a-a3958c4b4cd0" providerId="ADAL" clId="{391E2635-4FDF-4132-A840-FAFB441FE2BA}" dt="2026-08-12T09:15:10.133" v="17985" actId="164"/>
          <ac:spMkLst>
            <pc:docMk/>
            <pc:sldMk cId="1363941601" sldId="310"/>
            <ac:spMk id="15" creationId="{00000000-0000-0000-0000-000000000000}"/>
          </ac:spMkLst>
        </pc:spChg>
        <pc:spChg chg="add mod topLvl">
          <ac:chgData name="Sarp Ersoy" userId="3c470b9d-b8cd-4e7d-a03a-a3958c4b4cd0" providerId="ADAL" clId="{391E2635-4FDF-4132-A840-FAFB441FE2BA}" dt="2026-08-12T09:55:41.022" v="18891" actId="165"/>
          <ac:spMkLst>
            <pc:docMk/>
            <pc:sldMk cId="1363941601" sldId="310"/>
            <ac:spMk id="16" creationId="{790B99B7-BE00-03D2-7636-2C7C12DFC9F2}"/>
          </ac:spMkLst>
        </pc:spChg>
        <pc:spChg chg="add mod">
          <ac:chgData name="Sarp Ersoy" userId="3c470b9d-b8cd-4e7d-a03a-a3958c4b4cd0" providerId="ADAL" clId="{391E2635-4FDF-4132-A840-FAFB441FE2BA}" dt="2026-08-12T09:55:37.307" v="18889" actId="164"/>
          <ac:spMkLst>
            <pc:docMk/>
            <pc:sldMk cId="1363941601" sldId="310"/>
            <ac:spMk id="17" creationId="{9BA51A1D-7FD6-1978-F24A-77A4F1C5C292}"/>
          </ac:spMkLst>
        </pc:spChg>
        <pc:spChg chg="mod topLvl">
          <ac:chgData name="Sarp Ersoy" userId="3c470b9d-b8cd-4e7d-a03a-a3958c4b4cd0" providerId="ADAL" clId="{391E2635-4FDF-4132-A840-FAFB441FE2BA}" dt="2026-08-12T09:55:41.022" v="18891" actId="165"/>
          <ac:spMkLst>
            <pc:docMk/>
            <pc:sldMk cId="1363941601" sldId="310"/>
            <ac:spMk id="21" creationId="{00000000-0000-0000-0000-000000000000}"/>
          </ac:spMkLst>
        </pc:spChg>
        <pc:spChg chg="mod topLvl">
          <ac:chgData name="Sarp Ersoy" userId="3c470b9d-b8cd-4e7d-a03a-a3958c4b4cd0" providerId="ADAL" clId="{391E2635-4FDF-4132-A840-FAFB441FE2BA}" dt="2026-08-12T09:55:37.307" v="18889" actId="164"/>
          <ac:spMkLst>
            <pc:docMk/>
            <pc:sldMk cId="1363941601" sldId="310"/>
            <ac:spMk id="29" creationId="{00000000-0000-0000-0000-000000000000}"/>
          </ac:spMkLst>
        </pc:spChg>
        <pc:spChg chg="mod topLvl">
          <ac:chgData name="Sarp Ersoy" userId="3c470b9d-b8cd-4e7d-a03a-a3958c4b4cd0" providerId="ADAL" clId="{391E2635-4FDF-4132-A840-FAFB441FE2BA}" dt="2026-08-12T09:55:41.022" v="18891" actId="165"/>
          <ac:spMkLst>
            <pc:docMk/>
            <pc:sldMk cId="1363941601" sldId="310"/>
            <ac:spMk id="30" creationId="{00000000-0000-0000-0000-000000000000}"/>
          </ac:spMkLst>
        </pc:spChg>
        <pc:spChg chg="mod topLvl">
          <ac:chgData name="Sarp Ersoy" userId="3c470b9d-b8cd-4e7d-a03a-a3958c4b4cd0" providerId="ADAL" clId="{391E2635-4FDF-4132-A840-FAFB441FE2BA}" dt="2026-08-12T09:55:41.022" v="18891" actId="165"/>
          <ac:spMkLst>
            <pc:docMk/>
            <pc:sldMk cId="1363941601" sldId="310"/>
            <ac:spMk id="31" creationId="{00000000-0000-0000-0000-000000000000}"/>
          </ac:spMkLst>
        </pc:spChg>
        <pc:spChg chg="mod">
          <ac:chgData name="Sarp Ersoy" userId="3c470b9d-b8cd-4e7d-a03a-a3958c4b4cd0" providerId="ADAL" clId="{391E2635-4FDF-4132-A840-FAFB441FE2BA}" dt="2026-08-12T09:55:37.307" v="18889" actId="164"/>
          <ac:spMkLst>
            <pc:docMk/>
            <pc:sldMk cId="1363941601" sldId="310"/>
            <ac:spMk id="57" creationId="{054791EA-43DE-1CC8-0B38-E1641E9EAACF}"/>
          </ac:spMkLst>
        </pc:spChg>
        <pc:spChg chg="mod">
          <ac:chgData name="Sarp Ersoy" userId="3c470b9d-b8cd-4e7d-a03a-a3958c4b4cd0" providerId="ADAL" clId="{391E2635-4FDF-4132-A840-FAFB441FE2BA}" dt="2026-08-12T09:55:41.022" v="18891" actId="165"/>
          <ac:spMkLst>
            <pc:docMk/>
            <pc:sldMk cId="1363941601" sldId="310"/>
            <ac:spMk id="58" creationId="{08D72E48-914D-75C5-3C3F-4D684F04814C}"/>
          </ac:spMkLst>
        </pc:spChg>
        <pc:grpChg chg="add mod">
          <ac:chgData name="Sarp Ersoy" userId="3c470b9d-b8cd-4e7d-a03a-a3958c4b4cd0" providerId="ADAL" clId="{391E2635-4FDF-4132-A840-FAFB441FE2BA}" dt="2026-08-12T09:15:21.594" v="18035" actId="408"/>
          <ac:grpSpMkLst>
            <pc:docMk/>
            <pc:sldMk cId="1363941601" sldId="310"/>
            <ac:grpSpMk id="28" creationId="{9611450E-2E66-BA55-DE3B-4F9FAFBA8F72}"/>
          </ac:grpSpMkLst>
        </pc:grpChg>
        <pc:grpChg chg="add mod">
          <ac:chgData name="Sarp Ersoy" userId="3c470b9d-b8cd-4e7d-a03a-a3958c4b4cd0" providerId="ADAL" clId="{391E2635-4FDF-4132-A840-FAFB441FE2BA}" dt="2026-08-12T09:15:13.479" v="18032" actId="164"/>
          <ac:grpSpMkLst>
            <pc:docMk/>
            <pc:sldMk cId="1363941601" sldId="310"/>
            <ac:grpSpMk id="33" creationId="{9AEF9EFF-0CD3-70A8-2DCE-A50F57FF929F}"/>
          </ac:grpSpMkLst>
        </pc:grpChg>
        <pc:grpChg chg="add mod">
          <ac:chgData name="Sarp Ersoy" userId="3c470b9d-b8cd-4e7d-a03a-a3958c4b4cd0" providerId="ADAL" clId="{391E2635-4FDF-4132-A840-FAFB441FE2BA}" dt="2026-08-12T09:15:19.891" v="18034" actId="164"/>
          <ac:grpSpMkLst>
            <pc:docMk/>
            <pc:sldMk cId="1363941601" sldId="310"/>
            <ac:grpSpMk id="34" creationId="{A453A4F6-DD97-CA84-8098-49E157BA4AC6}"/>
          </ac:grpSpMkLst>
        </pc:grpChg>
        <pc:graphicFrameChg chg="mod">
          <ac:chgData name="Sarp Ersoy" userId="3c470b9d-b8cd-4e7d-a03a-a3958c4b4cd0" providerId="ADAL" clId="{391E2635-4FDF-4132-A840-FAFB441FE2BA}" dt="2026-08-12T09:55:34.404" v="18888"/>
          <ac:graphicFrameMkLst>
            <pc:docMk/>
            <pc:sldMk cId="1363941601" sldId="310"/>
            <ac:graphicFrameMk id="38" creationId="{3074A10B-B18F-CD27-30B1-101D8FE90090}"/>
          </ac:graphicFrameMkLst>
        </pc:graphicFrameChg>
      </pc:sldChg>
      <pc:sldChg chg="addSp delSp modSp mod chgLayout">
        <pc:chgData name="Sarp Ersoy" userId="3c470b9d-b8cd-4e7d-a03a-a3958c4b4cd0" providerId="ADAL" clId="{391E2635-4FDF-4132-A840-FAFB441FE2BA}" dt="2026-09-03T07:57:54.653" v="18952" actId="1036"/>
        <pc:sldMkLst>
          <pc:docMk/>
          <pc:sldMk cId="1060999814" sldId="311"/>
        </pc:sldMkLst>
        <pc:spChg chg="mod ord">
          <ac:chgData name="Sarp Ersoy" userId="3c470b9d-b8cd-4e7d-a03a-a3958c4b4cd0" providerId="ADAL" clId="{391E2635-4FDF-4132-A840-FAFB441FE2BA}" dt="2026-08-12T09:19:54.636" v="18678"/>
          <ac:spMkLst>
            <pc:docMk/>
            <pc:sldMk cId="1060999814" sldId="311"/>
            <ac:spMk id="4" creationId="{7ECCA39E-649E-1E3B-7EAA-F950B4E83088}"/>
          </ac:spMkLst>
        </pc:spChg>
        <pc:spChg chg="mod ord">
          <ac:chgData name="Sarp Ersoy" userId="3c470b9d-b8cd-4e7d-a03a-a3958c4b4cd0" providerId="ADAL" clId="{391E2635-4FDF-4132-A840-FAFB441FE2BA}" dt="2026-08-12T09:19:54.641" v="18690"/>
          <ac:spMkLst>
            <pc:docMk/>
            <pc:sldMk cId="1060999814" sldId="311"/>
            <ac:spMk id="6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44" v="18692"/>
          <ac:spMkLst>
            <pc:docMk/>
            <pc:sldMk cId="1060999814" sldId="311"/>
            <ac:spMk id="7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45" v="18694"/>
          <ac:spMkLst>
            <pc:docMk/>
            <pc:sldMk cId="1060999814" sldId="311"/>
            <ac:spMk id="8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83" v="18756"/>
          <ac:spMkLst>
            <pc:docMk/>
            <pc:sldMk cId="1060999814" sldId="311"/>
            <ac:spMk id="11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84" v="18758"/>
          <ac:spMkLst>
            <pc:docMk/>
            <pc:sldMk cId="1060999814" sldId="311"/>
            <ac:spMk id="12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49" v="18700"/>
          <ac:spMkLst>
            <pc:docMk/>
            <pc:sldMk cId="1060999814" sldId="311"/>
            <ac:spMk id="14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9-03T06:05:53.561" v="18949" actId="108"/>
          <ac:spMkLst>
            <pc:docMk/>
            <pc:sldMk cId="1060999814" sldId="311"/>
            <ac:spMk id="16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48" v="18698"/>
          <ac:spMkLst>
            <pc:docMk/>
            <pc:sldMk cId="1060999814" sldId="311"/>
            <ac:spMk id="18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61" v="18722"/>
          <ac:spMkLst>
            <pc:docMk/>
            <pc:sldMk cId="1060999814" sldId="311"/>
            <ac:spMk id="20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62" v="18724"/>
          <ac:spMkLst>
            <pc:docMk/>
            <pc:sldMk cId="1060999814" sldId="311"/>
            <ac:spMk id="21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52" v="18706"/>
          <ac:spMkLst>
            <pc:docMk/>
            <pc:sldMk cId="1060999814" sldId="311"/>
            <ac:spMk id="22" creationId="{00000000-0000-0000-0000-000000000000}"/>
          </ac:spMkLst>
        </pc:spChg>
        <pc:spChg chg="add mod ord">
          <ac:chgData name="Sarp Ersoy" userId="3c470b9d-b8cd-4e7d-a03a-a3958c4b4cd0" providerId="ADAL" clId="{391E2635-4FDF-4132-A840-FAFB441FE2BA}" dt="2026-08-12T09:19:54.710" v="18796"/>
          <ac:spMkLst>
            <pc:docMk/>
            <pc:sldMk cId="1060999814" sldId="311"/>
            <ac:spMk id="23" creationId="{E1F4D164-B3E0-1930-C490-DC9E855347B3}"/>
          </ac:spMkLst>
        </pc:spChg>
        <pc:spChg chg="mod ord">
          <ac:chgData name="Sarp Ersoy" userId="3c470b9d-b8cd-4e7d-a03a-a3958c4b4cd0" providerId="ADAL" clId="{391E2635-4FDF-4132-A840-FAFB441FE2BA}" dt="2026-08-12T09:19:54.657" v="18716"/>
          <ac:spMkLst>
            <pc:docMk/>
            <pc:sldMk cId="1060999814" sldId="311"/>
            <ac:spMk id="24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58" v="18718"/>
          <ac:spMkLst>
            <pc:docMk/>
            <pc:sldMk cId="1060999814" sldId="311"/>
            <ac:spMk id="25" creationId="{00000000-0000-0000-0000-000000000000}"/>
          </ac:spMkLst>
        </pc:spChg>
        <pc:spChg chg="add mod ord">
          <ac:chgData name="Sarp Ersoy" userId="3c470b9d-b8cd-4e7d-a03a-a3958c4b4cd0" providerId="ADAL" clId="{391E2635-4FDF-4132-A840-FAFB441FE2BA}" dt="2026-08-12T09:19:54.711" v="18798"/>
          <ac:spMkLst>
            <pc:docMk/>
            <pc:sldMk cId="1060999814" sldId="311"/>
            <ac:spMk id="26" creationId="{CD06BD8F-C52A-71EB-3D61-1ADC363F49CB}"/>
          </ac:spMkLst>
        </pc:spChg>
        <pc:spChg chg="mod ord">
          <ac:chgData name="Sarp Ersoy" userId="3c470b9d-b8cd-4e7d-a03a-a3958c4b4cd0" providerId="ADAL" clId="{391E2635-4FDF-4132-A840-FAFB441FE2BA}" dt="2026-08-12T09:19:54.651" v="18704"/>
          <ac:spMkLst>
            <pc:docMk/>
            <pc:sldMk cId="1060999814" sldId="311"/>
            <ac:spMk id="27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65" v="18730"/>
          <ac:spMkLst>
            <pc:docMk/>
            <pc:sldMk cId="1060999814" sldId="311"/>
            <ac:spMk id="29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50" v="18702"/>
          <ac:spMkLst>
            <pc:docMk/>
            <pc:sldMk cId="1060999814" sldId="311"/>
            <ac:spMk id="31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92" v="18772"/>
          <ac:spMkLst>
            <pc:docMk/>
            <pc:sldMk cId="1060999814" sldId="311"/>
            <ac:spMk id="33" creationId="{AB09B615-9421-E6A1-D5ED-F29ADB24A8DE}"/>
          </ac:spMkLst>
        </pc:spChg>
        <pc:spChg chg="mod ord">
          <ac:chgData name="Sarp Ersoy" userId="3c470b9d-b8cd-4e7d-a03a-a3958c4b4cd0" providerId="ADAL" clId="{391E2635-4FDF-4132-A840-FAFB441FE2BA}" dt="2026-08-12T09:19:54.695" v="18776"/>
          <ac:spMkLst>
            <pc:docMk/>
            <pc:sldMk cId="1060999814" sldId="311"/>
            <ac:spMk id="34" creationId="{D6B6B5FB-0190-9DE9-45E3-71A76178BA3D}"/>
          </ac:spMkLst>
        </pc:spChg>
        <pc:spChg chg="mod ord">
          <ac:chgData name="Sarp Ersoy" userId="3c470b9d-b8cd-4e7d-a03a-a3958c4b4cd0" providerId="ADAL" clId="{391E2635-4FDF-4132-A840-FAFB441FE2BA}" dt="2026-08-12T09:55:50.429" v="18924" actId="20577"/>
          <ac:spMkLst>
            <pc:docMk/>
            <pc:sldMk cId="1060999814" sldId="311"/>
            <ac:spMk id="35" creationId="{00000000-0000-0000-0000-000000000000}"/>
          </ac:spMkLst>
        </pc:spChg>
        <pc:spChg chg="mod ord">
          <ac:chgData name="Sarp Ersoy" userId="3c470b9d-b8cd-4e7d-a03a-a3958c4b4cd0" providerId="ADAL" clId="{391E2635-4FDF-4132-A840-FAFB441FE2BA}" dt="2026-08-12T09:19:54.693" v="18774"/>
          <ac:spMkLst>
            <pc:docMk/>
            <pc:sldMk cId="1060999814" sldId="311"/>
            <ac:spMk id="40" creationId="{BF198DF3-C9F7-6E27-B364-64028D145A98}"/>
          </ac:spMkLst>
        </pc:spChg>
        <pc:spChg chg="mod ord">
          <ac:chgData name="Sarp Ersoy" userId="3c470b9d-b8cd-4e7d-a03a-a3958c4b4cd0" providerId="ADAL" clId="{391E2635-4FDF-4132-A840-FAFB441FE2BA}" dt="2026-08-12T09:19:54.696" v="18778"/>
          <ac:spMkLst>
            <pc:docMk/>
            <pc:sldMk cId="1060999814" sldId="311"/>
            <ac:spMk id="41" creationId="{2BDC1308-82D2-A505-2009-3E9A0A14DE2E}"/>
          </ac:spMkLst>
        </pc:spChg>
        <pc:spChg chg="mod ord">
          <ac:chgData name="Sarp Ersoy" userId="3c470b9d-b8cd-4e7d-a03a-a3958c4b4cd0" providerId="ADAL" clId="{391E2635-4FDF-4132-A840-FAFB441FE2BA}" dt="2026-08-12T09:19:54.660" v="18720"/>
          <ac:spMkLst>
            <pc:docMk/>
            <pc:sldMk cId="1060999814" sldId="311"/>
            <ac:spMk id="50" creationId="{D249602F-2CBA-2982-1038-A8FC8DE41977}"/>
          </ac:spMkLst>
        </pc:spChg>
        <pc:spChg chg="mod ord">
          <ac:chgData name="Sarp Ersoy" userId="3c470b9d-b8cd-4e7d-a03a-a3958c4b4cd0" providerId="ADAL" clId="{391E2635-4FDF-4132-A840-FAFB441FE2BA}" dt="2026-08-12T09:19:54.664" v="18728"/>
          <ac:spMkLst>
            <pc:docMk/>
            <pc:sldMk cId="1060999814" sldId="311"/>
            <ac:spMk id="51" creationId="{D12D86D0-87E1-717E-AED7-F462C171E1E5}"/>
          </ac:spMkLst>
        </pc:spChg>
        <pc:spChg chg="mod ord">
          <ac:chgData name="Sarp Ersoy" userId="3c470b9d-b8cd-4e7d-a03a-a3958c4b4cd0" providerId="ADAL" clId="{391E2635-4FDF-4132-A840-FAFB441FE2BA}" dt="2026-08-12T09:19:54.663" v="18726"/>
          <ac:spMkLst>
            <pc:docMk/>
            <pc:sldMk cId="1060999814" sldId="311"/>
            <ac:spMk id="53" creationId="{18DE42AB-0B4F-6ABD-C79D-90D7706F73C7}"/>
          </ac:spMkLst>
        </pc:spChg>
        <pc:spChg chg="mod ord">
          <ac:chgData name="Sarp Ersoy" userId="3c470b9d-b8cd-4e7d-a03a-a3958c4b4cd0" providerId="ADAL" clId="{391E2635-4FDF-4132-A840-FAFB441FE2BA}" dt="2026-08-12T09:19:54.666" v="18732"/>
          <ac:spMkLst>
            <pc:docMk/>
            <pc:sldMk cId="1060999814" sldId="311"/>
            <ac:spMk id="56" creationId="{C1D2FDD5-C185-8B4B-BF57-EC798290754B}"/>
          </ac:spMkLst>
        </pc:spChg>
        <pc:spChg chg="mod ord">
          <ac:chgData name="Sarp Ersoy" userId="3c470b9d-b8cd-4e7d-a03a-a3958c4b4cd0" providerId="ADAL" clId="{391E2635-4FDF-4132-A840-FAFB441FE2BA}" dt="2026-08-12T09:19:54.670" v="18738"/>
          <ac:spMkLst>
            <pc:docMk/>
            <pc:sldMk cId="1060999814" sldId="311"/>
            <ac:spMk id="57" creationId="{578988E5-A37A-8F60-B70C-AD7EFD770FF3}"/>
          </ac:spMkLst>
        </pc:spChg>
        <pc:spChg chg="mod ord">
          <ac:chgData name="Sarp Ersoy" userId="3c470b9d-b8cd-4e7d-a03a-a3958c4b4cd0" providerId="ADAL" clId="{391E2635-4FDF-4132-A840-FAFB441FE2BA}" dt="2026-08-12T09:19:54.655" v="18712"/>
          <ac:spMkLst>
            <pc:docMk/>
            <pc:sldMk cId="1060999814" sldId="311"/>
            <ac:spMk id="62" creationId="{6BA134E1-07A9-46F5-F4A7-092467E2FBFF}"/>
          </ac:spMkLst>
        </pc:spChg>
        <pc:spChg chg="mod ord">
          <ac:chgData name="Sarp Ersoy" userId="3c470b9d-b8cd-4e7d-a03a-a3958c4b4cd0" providerId="ADAL" clId="{391E2635-4FDF-4132-A840-FAFB441FE2BA}" dt="2026-08-12T09:19:54.647" v="18696"/>
          <ac:spMkLst>
            <pc:docMk/>
            <pc:sldMk cId="1060999814" sldId="311"/>
            <ac:spMk id="63" creationId="{C3AF97C2-4F0B-3A1E-E61D-EAB28804C289}"/>
          </ac:spMkLst>
        </pc:spChg>
        <pc:spChg chg="mod ord">
          <ac:chgData name="Sarp Ersoy" userId="3c470b9d-b8cd-4e7d-a03a-a3958c4b4cd0" providerId="ADAL" clId="{391E2635-4FDF-4132-A840-FAFB441FE2BA}" dt="2026-08-12T09:19:54.697" v="18780"/>
          <ac:spMkLst>
            <pc:docMk/>
            <pc:sldMk cId="1060999814" sldId="311"/>
            <ac:spMk id="66" creationId="{E14C6F05-E78E-1168-F11A-2BFB087BDBFD}"/>
          </ac:spMkLst>
        </pc:spChg>
        <pc:spChg chg="mod ord">
          <ac:chgData name="Sarp Ersoy" userId="3c470b9d-b8cd-4e7d-a03a-a3958c4b4cd0" providerId="ADAL" clId="{391E2635-4FDF-4132-A840-FAFB441FE2BA}" dt="2026-08-12T09:19:54.654" v="18710"/>
          <ac:spMkLst>
            <pc:docMk/>
            <pc:sldMk cId="1060999814" sldId="311"/>
            <ac:spMk id="68" creationId="{727864BE-E5D5-5979-6D27-17AD8A3F07E4}"/>
          </ac:spMkLst>
        </pc:spChg>
        <pc:spChg chg="mod ord">
          <ac:chgData name="Sarp Ersoy" userId="3c470b9d-b8cd-4e7d-a03a-a3958c4b4cd0" providerId="ADAL" clId="{391E2635-4FDF-4132-A840-FAFB441FE2BA}" dt="2026-08-12T09:19:54.701" v="18784"/>
          <ac:spMkLst>
            <pc:docMk/>
            <pc:sldMk cId="1060999814" sldId="311"/>
            <ac:spMk id="75" creationId="{7722FCBD-F0D9-1249-F09B-7B3F928CD3C1}"/>
          </ac:spMkLst>
        </pc:spChg>
        <pc:spChg chg="mod ord">
          <ac:chgData name="Sarp Ersoy" userId="3c470b9d-b8cd-4e7d-a03a-a3958c4b4cd0" providerId="ADAL" clId="{391E2635-4FDF-4132-A840-FAFB441FE2BA}" dt="2026-08-12T09:19:54.703" v="18786"/>
          <ac:spMkLst>
            <pc:docMk/>
            <pc:sldMk cId="1060999814" sldId="311"/>
            <ac:spMk id="76" creationId="{A07D1E99-986C-47D6-9083-B6AD668D0C59}"/>
          </ac:spMkLst>
        </pc:spChg>
        <pc:spChg chg="mod ord">
          <ac:chgData name="Sarp Ersoy" userId="3c470b9d-b8cd-4e7d-a03a-a3958c4b4cd0" providerId="ADAL" clId="{391E2635-4FDF-4132-A840-FAFB441FE2BA}" dt="2026-08-12T09:19:54.704" v="18788"/>
          <ac:spMkLst>
            <pc:docMk/>
            <pc:sldMk cId="1060999814" sldId="311"/>
            <ac:spMk id="79" creationId="{7DE2519A-399D-2853-55F4-7470774717FC}"/>
          </ac:spMkLst>
        </pc:spChg>
        <pc:spChg chg="mod ord">
          <ac:chgData name="Sarp Ersoy" userId="3c470b9d-b8cd-4e7d-a03a-a3958c4b4cd0" providerId="ADAL" clId="{391E2635-4FDF-4132-A840-FAFB441FE2BA}" dt="2026-09-03T06:05:53.878" v="18950" actId="108"/>
          <ac:spMkLst>
            <pc:docMk/>
            <pc:sldMk cId="1060999814" sldId="311"/>
            <ac:spMk id="87" creationId="{E2B9596A-125F-7DC7-3098-254D6B624307}"/>
          </ac:spMkLst>
        </pc:spChg>
        <pc:spChg chg="mod ord">
          <ac:chgData name="Sarp Ersoy" userId="3c470b9d-b8cd-4e7d-a03a-a3958c4b4cd0" providerId="ADAL" clId="{391E2635-4FDF-4132-A840-FAFB441FE2BA}" dt="2026-08-12T09:19:54.669" v="18736"/>
          <ac:spMkLst>
            <pc:docMk/>
            <pc:sldMk cId="1060999814" sldId="311"/>
            <ac:spMk id="90" creationId="{AAB967FE-2CDB-03F5-0608-CD61504401A0}"/>
          </ac:spMkLst>
        </pc:spChg>
        <pc:spChg chg="mod ord">
          <ac:chgData name="Sarp Ersoy" userId="3c470b9d-b8cd-4e7d-a03a-a3958c4b4cd0" providerId="ADAL" clId="{391E2635-4FDF-4132-A840-FAFB441FE2BA}" dt="2026-08-12T09:19:54.671" v="18740"/>
          <ac:spMkLst>
            <pc:docMk/>
            <pc:sldMk cId="1060999814" sldId="311"/>
            <ac:spMk id="96" creationId="{77DEDFDC-354B-54D1-7E78-EDE479FD0FAE}"/>
          </ac:spMkLst>
        </pc:spChg>
        <pc:spChg chg="mod ord">
          <ac:chgData name="Sarp Ersoy" userId="3c470b9d-b8cd-4e7d-a03a-a3958c4b4cd0" providerId="ADAL" clId="{391E2635-4FDF-4132-A840-FAFB441FE2BA}" dt="2026-08-12T09:19:54.673" v="18742"/>
          <ac:spMkLst>
            <pc:docMk/>
            <pc:sldMk cId="1060999814" sldId="311"/>
            <ac:spMk id="97" creationId="{A2E5EEB1-B236-6F65-2066-26FE52F149E2}"/>
          </ac:spMkLst>
        </pc:spChg>
        <pc:spChg chg="mod ord">
          <ac:chgData name="Sarp Ersoy" userId="3c470b9d-b8cd-4e7d-a03a-a3958c4b4cd0" providerId="ADAL" clId="{391E2635-4FDF-4132-A840-FAFB441FE2BA}" dt="2026-08-12T09:19:54.675" v="18744"/>
          <ac:spMkLst>
            <pc:docMk/>
            <pc:sldMk cId="1060999814" sldId="311"/>
            <ac:spMk id="98" creationId="{2C2D448B-A29F-F727-0DFA-CF89B9D33A23}"/>
          </ac:spMkLst>
        </pc:spChg>
        <pc:spChg chg="mod ord">
          <ac:chgData name="Sarp Ersoy" userId="3c470b9d-b8cd-4e7d-a03a-a3958c4b4cd0" providerId="ADAL" clId="{391E2635-4FDF-4132-A840-FAFB441FE2BA}" dt="2026-08-12T09:19:54.678" v="18748"/>
          <ac:spMkLst>
            <pc:docMk/>
            <pc:sldMk cId="1060999814" sldId="311"/>
            <ac:spMk id="102" creationId="{017D2B64-F892-7054-24A8-CC5D52E99302}"/>
          </ac:spMkLst>
        </pc:spChg>
        <pc:spChg chg="mod ord">
          <ac:chgData name="Sarp Ersoy" userId="3c470b9d-b8cd-4e7d-a03a-a3958c4b4cd0" providerId="ADAL" clId="{391E2635-4FDF-4132-A840-FAFB441FE2BA}" dt="2026-08-12T09:19:54.682" v="18754"/>
          <ac:spMkLst>
            <pc:docMk/>
            <pc:sldMk cId="1060999814" sldId="311"/>
            <ac:spMk id="122" creationId="{4978D801-FEC3-AD0F-7DB2-51EFFD8E699C}"/>
          </ac:spMkLst>
        </pc:spChg>
        <pc:spChg chg="mod ord">
          <ac:chgData name="Sarp Ersoy" userId="3c470b9d-b8cd-4e7d-a03a-a3958c4b4cd0" providerId="ADAL" clId="{391E2635-4FDF-4132-A840-FAFB441FE2BA}" dt="2026-08-12T09:19:54.686" v="18762"/>
          <ac:spMkLst>
            <pc:docMk/>
            <pc:sldMk cId="1060999814" sldId="311"/>
            <ac:spMk id="125" creationId="{FFA3F84B-C159-E7D2-A71F-A9089F5E6534}"/>
          </ac:spMkLst>
        </pc:spChg>
        <pc:spChg chg="mod ord">
          <ac:chgData name="Sarp Ersoy" userId="3c470b9d-b8cd-4e7d-a03a-a3958c4b4cd0" providerId="ADAL" clId="{391E2635-4FDF-4132-A840-FAFB441FE2BA}" dt="2026-08-12T09:19:54.687" v="18764"/>
          <ac:spMkLst>
            <pc:docMk/>
            <pc:sldMk cId="1060999814" sldId="311"/>
            <ac:spMk id="133" creationId="{9A8CEAEB-5662-100C-AC99-808F9987EC25}"/>
          </ac:spMkLst>
        </pc:spChg>
        <pc:spChg chg="mod ord">
          <ac:chgData name="Sarp Ersoy" userId="3c470b9d-b8cd-4e7d-a03a-a3958c4b4cd0" providerId="ADAL" clId="{391E2635-4FDF-4132-A840-FAFB441FE2BA}" dt="2026-08-12T09:19:54.688" v="18766"/>
          <ac:spMkLst>
            <pc:docMk/>
            <pc:sldMk cId="1060999814" sldId="311"/>
            <ac:spMk id="135" creationId="{ADFF2A27-B2A3-4643-45DA-C9635A400791}"/>
          </ac:spMkLst>
        </pc:spChg>
        <pc:spChg chg="mod ord">
          <ac:chgData name="Sarp Ersoy" userId="3c470b9d-b8cd-4e7d-a03a-a3958c4b4cd0" providerId="ADAL" clId="{391E2635-4FDF-4132-A840-FAFB441FE2BA}" dt="2026-08-12T09:19:54.690" v="18768"/>
          <ac:spMkLst>
            <pc:docMk/>
            <pc:sldMk cId="1060999814" sldId="311"/>
            <ac:spMk id="136" creationId="{EF5B05DB-A432-B32F-CC5B-884817D17FE1}"/>
          </ac:spMkLst>
        </pc:spChg>
        <pc:spChg chg="mod ord">
          <ac:chgData name="Sarp Ersoy" userId="3c470b9d-b8cd-4e7d-a03a-a3958c4b4cd0" providerId="ADAL" clId="{391E2635-4FDF-4132-A840-FAFB441FE2BA}" dt="2026-09-03T07:57:54.653" v="18952" actId="1036"/>
          <ac:spMkLst>
            <pc:docMk/>
            <pc:sldMk cId="1060999814" sldId="311"/>
            <ac:spMk id="140" creationId="{A5A13558-7DC1-4243-84C3-0E1779A00603}"/>
          </ac:spMkLst>
        </pc:spChg>
        <pc:grpChg chg="mod ord">
          <ac:chgData name="Sarp Ersoy" userId="3c470b9d-b8cd-4e7d-a03a-a3958c4b4cd0" providerId="ADAL" clId="{391E2635-4FDF-4132-A840-FAFB441FE2BA}" dt="2026-08-12T09:19:54.679" v="18750"/>
          <ac:grpSpMkLst>
            <pc:docMk/>
            <pc:sldMk cId="1060999814" sldId="311"/>
            <ac:grpSpMk id="69" creationId="{D12BD577-2851-3D42-5C12-E0B4162D1B78}"/>
          </ac:grpSpMkLst>
        </pc:grpChg>
        <pc:graphicFrameChg chg="mod">
          <ac:chgData name="Sarp Ersoy" userId="3c470b9d-b8cd-4e7d-a03a-a3958c4b4cd0" providerId="ADAL" clId="{391E2635-4FDF-4132-A840-FAFB441FE2BA}" dt="2026-08-12T09:19:54.718" v="18802"/>
          <ac:graphicFrameMkLst>
            <pc:docMk/>
            <pc:sldMk cId="1060999814" sldId="311"/>
            <ac:graphicFrameMk id="5" creationId="{30628502-7A94-2091-6F52-941996D3C9BC}"/>
          </ac:graphicFrameMkLst>
        </pc:graphicFrameChg>
        <pc:cxnChg chg="add mod ord">
          <ac:chgData name="Sarp Ersoy" userId="3c470b9d-b8cd-4e7d-a03a-a3958c4b4cd0" providerId="ADAL" clId="{391E2635-4FDF-4132-A840-FAFB441FE2BA}" dt="2026-08-12T09:19:54.707" v="18792"/>
          <ac:cxnSpMkLst>
            <pc:docMk/>
            <pc:sldMk cId="1060999814" sldId="311"/>
            <ac:cxnSpMk id="3" creationId="{8CF5FA70-2889-6015-B213-BEC3110604E6}"/>
          </ac:cxnSpMkLst>
        </pc:cxnChg>
        <pc:cxnChg chg="add mod ord">
          <ac:chgData name="Sarp Ersoy" userId="3c470b9d-b8cd-4e7d-a03a-a3958c4b4cd0" providerId="ADAL" clId="{391E2635-4FDF-4132-A840-FAFB441FE2BA}" dt="2026-08-12T09:19:54.708" v="18794"/>
          <ac:cxnSpMkLst>
            <pc:docMk/>
            <pc:sldMk cId="1060999814" sldId="311"/>
            <ac:cxnSpMk id="17" creationId="{CB603FC6-BD32-CBF0-32E2-3FDCBED7023E}"/>
          </ac:cxnSpMkLst>
        </pc:cxnChg>
        <pc:cxnChg chg="mod ord topLvl">
          <ac:chgData name="Sarp Ersoy" userId="3c470b9d-b8cd-4e7d-a03a-a3958c4b4cd0" providerId="ADAL" clId="{391E2635-4FDF-4132-A840-FAFB441FE2BA}" dt="2026-08-12T09:19:54.639" v="18684"/>
          <ac:cxnSpMkLst>
            <pc:docMk/>
            <pc:sldMk cId="1060999814" sldId="311"/>
            <ac:cxnSpMk id="39" creationId="{C674DDA4-59C7-97AA-D7BD-F6DCC01FC409}"/>
          </ac:cxnSpMkLst>
        </pc:cxnChg>
        <pc:cxnChg chg="mod ord topLvl">
          <ac:chgData name="Sarp Ersoy" userId="3c470b9d-b8cd-4e7d-a03a-a3958c4b4cd0" providerId="ADAL" clId="{391E2635-4FDF-4132-A840-FAFB441FE2BA}" dt="2026-08-12T09:19:54.640" v="18686"/>
          <ac:cxnSpMkLst>
            <pc:docMk/>
            <pc:sldMk cId="1060999814" sldId="311"/>
            <ac:cxnSpMk id="43" creationId="{7753172C-9CCC-AB01-04CC-76D9E2D19175}"/>
          </ac:cxnSpMkLst>
        </pc:cxnChg>
        <pc:cxnChg chg="mod ord topLvl">
          <ac:chgData name="Sarp Ersoy" userId="3c470b9d-b8cd-4e7d-a03a-a3958c4b4cd0" providerId="ADAL" clId="{391E2635-4FDF-4132-A840-FAFB441FE2BA}" dt="2026-08-12T09:19:54.637" v="18680"/>
          <ac:cxnSpMkLst>
            <pc:docMk/>
            <pc:sldMk cId="1060999814" sldId="311"/>
            <ac:cxnSpMk id="44" creationId="{759AE6ED-C146-5BDB-7BEE-0251D4F781E1}"/>
          </ac:cxnSpMkLst>
        </pc:cxnChg>
        <pc:cxnChg chg="mod ord topLvl">
          <ac:chgData name="Sarp Ersoy" userId="3c470b9d-b8cd-4e7d-a03a-a3958c4b4cd0" providerId="ADAL" clId="{391E2635-4FDF-4132-A840-FAFB441FE2BA}" dt="2026-08-12T09:19:54.638" v="18682"/>
          <ac:cxnSpMkLst>
            <pc:docMk/>
            <pc:sldMk cId="1060999814" sldId="311"/>
            <ac:cxnSpMk id="45" creationId="{A2836BF8-8125-FF80-E50F-72DD0CDE79F9}"/>
          </ac:cxnSpMkLst>
        </pc:cxnChg>
        <pc:cxnChg chg="mod ord">
          <ac:chgData name="Sarp Ersoy" userId="3c470b9d-b8cd-4e7d-a03a-a3958c4b4cd0" providerId="ADAL" clId="{391E2635-4FDF-4132-A840-FAFB441FE2BA}" dt="2026-08-12T09:19:54.698" v="18782"/>
          <ac:cxnSpMkLst>
            <pc:docMk/>
            <pc:sldMk cId="1060999814" sldId="311"/>
            <ac:cxnSpMk id="64" creationId="{36F94AA2-7DE5-2CB4-7714-C3FED0C4D585}"/>
          </ac:cxnSpMkLst>
        </pc:cxnChg>
        <pc:cxnChg chg="mod ord topLvl">
          <ac:chgData name="Sarp Ersoy" userId="3c470b9d-b8cd-4e7d-a03a-a3958c4b4cd0" providerId="ADAL" clId="{391E2635-4FDF-4132-A840-FAFB441FE2BA}" dt="2026-08-12T09:19:54.641" v="18688"/>
          <ac:cxnSpMkLst>
            <pc:docMk/>
            <pc:sldMk cId="1060999814" sldId="311"/>
            <ac:cxnSpMk id="71" creationId="{75DBF144-53F8-7232-9B10-F21D5045366B}"/>
          </ac:cxnSpMkLst>
        </pc:cxnChg>
        <pc:cxnChg chg="mod ord">
          <ac:chgData name="Sarp Ersoy" userId="3c470b9d-b8cd-4e7d-a03a-a3958c4b4cd0" providerId="ADAL" clId="{391E2635-4FDF-4132-A840-FAFB441FE2BA}" dt="2026-08-12T09:19:54.705" v="18790"/>
          <ac:cxnSpMkLst>
            <pc:docMk/>
            <pc:sldMk cId="1060999814" sldId="311"/>
            <ac:cxnSpMk id="81" creationId="{F6FD9A29-5E51-F560-2768-9556DB94DC9F}"/>
          </ac:cxnSpMkLst>
        </pc:cxnChg>
        <pc:cxnChg chg="mod ord">
          <ac:chgData name="Sarp Ersoy" userId="3c470b9d-b8cd-4e7d-a03a-a3958c4b4cd0" providerId="ADAL" clId="{391E2635-4FDF-4132-A840-FAFB441FE2BA}" dt="2026-08-12T09:19:54.676" v="18746"/>
          <ac:cxnSpMkLst>
            <pc:docMk/>
            <pc:sldMk cId="1060999814" sldId="311"/>
            <ac:cxnSpMk id="100" creationId="{3066885B-AA85-A386-EBB7-77CD03F9F1F5}"/>
          </ac:cxnSpMkLst>
        </pc:cxnChg>
        <pc:cxnChg chg="mod ord">
          <ac:chgData name="Sarp Ersoy" userId="3c470b9d-b8cd-4e7d-a03a-a3958c4b4cd0" providerId="ADAL" clId="{391E2635-4FDF-4132-A840-FAFB441FE2BA}" dt="2026-08-12T09:19:54.634" v="18676"/>
          <ac:cxnSpMkLst>
            <pc:docMk/>
            <pc:sldMk cId="1060999814" sldId="311"/>
            <ac:cxnSpMk id="114" creationId="{385879B4-30E5-54E0-F4A1-7D554AE93CE0}"/>
          </ac:cxnSpMkLst>
        </pc:cxnChg>
        <pc:cxnChg chg="mod ord">
          <ac:chgData name="Sarp Ersoy" userId="3c470b9d-b8cd-4e7d-a03a-a3958c4b4cd0" providerId="ADAL" clId="{391E2635-4FDF-4132-A840-FAFB441FE2BA}" dt="2026-08-12T09:19:54.681" v="18752"/>
          <ac:cxnSpMkLst>
            <pc:docMk/>
            <pc:sldMk cId="1060999814" sldId="311"/>
            <ac:cxnSpMk id="121" creationId="{19FAC8BC-D4DF-90A6-D681-7319DCD8AFE9}"/>
          </ac:cxnSpMkLst>
        </pc:cxnChg>
        <pc:cxnChg chg="mod ord">
          <ac:chgData name="Sarp Ersoy" userId="3c470b9d-b8cd-4e7d-a03a-a3958c4b4cd0" providerId="ADAL" clId="{391E2635-4FDF-4132-A840-FAFB441FE2BA}" dt="2026-08-12T09:19:54.685" v="18760"/>
          <ac:cxnSpMkLst>
            <pc:docMk/>
            <pc:sldMk cId="1060999814" sldId="311"/>
            <ac:cxnSpMk id="124" creationId="{EB4A53C3-9221-369F-8E96-8CDF96A4190A}"/>
          </ac:cxnSpMkLst>
        </pc:cxnChg>
        <pc:cxnChg chg="mod ord">
          <ac:chgData name="Sarp Ersoy" userId="3c470b9d-b8cd-4e7d-a03a-a3958c4b4cd0" providerId="ADAL" clId="{391E2635-4FDF-4132-A840-FAFB441FE2BA}" dt="2026-08-12T09:19:54.634" v="18674"/>
          <ac:cxnSpMkLst>
            <pc:docMk/>
            <pc:sldMk cId="1060999814" sldId="311"/>
            <ac:cxnSpMk id="126" creationId="{CBBE357C-A67E-3201-826E-994309DCCA95}"/>
          </ac:cxnSpMkLst>
        </pc:cxnChg>
        <pc:cxnChg chg="mod ord">
          <ac:chgData name="Sarp Ersoy" userId="3c470b9d-b8cd-4e7d-a03a-a3958c4b4cd0" providerId="ADAL" clId="{391E2635-4FDF-4132-A840-FAFB441FE2BA}" dt="2026-09-03T06:05:40.974" v="18946" actId="1037"/>
          <ac:cxnSpMkLst>
            <pc:docMk/>
            <pc:sldMk cId="1060999814" sldId="311"/>
            <ac:cxnSpMk id="139" creationId="{2DAF12D5-95D6-F0F4-F59E-06A1A0477EFB}"/>
          </ac:cxnSpMkLst>
        </pc:cxnChg>
      </pc:sldChg>
      <pc:sldChg chg="addSp delSp modSp mod">
        <pc:chgData name="Sarp Ersoy" userId="3c470b9d-b8cd-4e7d-a03a-a3958c4b4cd0" providerId="ADAL" clId="{391E2635-4FDF-4132-A840-FAFB441FE2BA}" dt="2026-08-11T07:58:23.783" v="17457"/>
        <pc:sldMkLst>
          <pc:docMk/>
          <pc:sldMk cId="2598224686" sldId="312"/>
        </pc:sldMkLst>
        <pc:spChg chg="mod ord">
          <ac:chgData name="Sarp Ersoy" userId="3c470b9d-b8cd-4e7d-a03a-a3958c4b4cd0" providerId="ADAL" clId="{391E2635-4FDF-4132-A840-FAFB441FE2BA}" dt="2026-08-11T07:57:10.339" v="17334"/>
          <ac:spMkLst>
            <pc:docMk/>
            <pc:sldMk cId="2598224686" sldId="312"/>
            <ac:spMk id="2" creationId="{5EC6CC7A-D8AD-B38D-DF6C-D6C8D9EFBF77}"/>
          </ac:spMkLst>
        </pc:spChg>
        <pc:spChg chg="mod ord topLvl">
          <ac:chgData name="Sarp Ersoy" userId="3c470b9d-b8cd-4e7d-a03a-a3958c4b4cd0" providerId="ADAL" clId="{391E2635-4FDF-4132-A840-FAFB441FE2BA}" dt="2026-08-11T07:57:10.340" v="17336"/>
          <ac:spMkLst>
            <pc:docMk/>
            <pc:sldMk cId="2598224686" sldId="312"/>
            <ac:spMk id="5" creationId="{9AA670BF-9419-E073-F9A7-C9FD9FDA6979}"/>
          </ac:spMkLst>
        </pc:spChg>
        <pc:spChg chg="mod ord topLvl">
          <ac:chgData name="Sarp Ersoy" userId="3c470b9d-b8cd-4e7d-a03a-a3958c4b4cd0" providerId="ADAL" clId="{391E2635-4FDF-4132-A840-FAFB441FE2BA}" dt="2026-08-11T07:57:10.342" v="17338"/>
          <ac:spMkLst>
            <pc:docMk/>
            <pc:sldMk cId="2598224686" sldId="312"/>
            <ac:spMk id="7" creationId="{815B2975-5B62-9FC3-0CA7-725CC2B5D37E}"/>
          </ac:spMkLst>
        </pc:spChg>
        <pc:spChg chg="mod ord topLvl">
          <ac:chgData name="Sarp Ersoy" userId="3c470b9d-b8cd-4e7d-a03a-a3958c4b4cd0" providerId="ADAL" clId="{391E2635-4FDF-4132-A840-FAFB441FE2BA}" dt="2026-08-11T07:57:10.343" v="17340"/>
          <ac:spMkLst>
            <pc:docMk/>
            <pc:sldMk cId="2598224686" sldId="312"/>
            <ac:spMk id="11" creationId="{E5EE835C-1B4C-AB7A-D60D-8D87AD6D82E7}"/>
          </ac:spMkLst>
        </pc:spChg>
        <pc:spChg chg="mod ord topLvl">
          <ac:chgData name="Sarp Ersoy" userId="3c470b9d-b8cd-4e7d-a03a-a3958c4b4cd0" providerId="ADAL" clId="{391E2635-4FDF-4132-A840-FAFB441FE2BA}" dt="2026-08-11T07:57:10.344" v="17342"/>
          <ac:spMkLst>
            <pc:docMk/>
            <pc:sldMk cId="2598224686" sldId="312"/>
            <ac:spMk id="12" creationId="{E5C937A5-2BFD-F658-9F53-7302025DF855}"/>
          </ac:spMkLst>
        </pc:spChg>
        <pc:spChg chg="mod ord topLvl">
          <ac:chgData name="Sarp Ersoy" userId="3c470b9d-b8cd-4e7d-a03a-a3958c4b4cd0" providerId="ADAL" clId="{391E2635-4FDF-4132-A840-FAFB441FE2BA}" dt="2026-08-11T07:57:10.336" v="17330"/>
          <ac:spMkLst>
            <pc:docMk/>
            <pc:sldMk cId="2598224686" sldId="312"/>
            <ac:spMk id="14" creationId="{2C2CBB87-A087-E0D1-045F-C065A4775003}"/>
          </ac:spMkLst>
        </pc:spChg>
        <pc:spChg chg="mod ord topLvl">
          <ac:chgData name="Sarp Ersoy" userId="3c470b9d-b8cd-4e7d-a03a-a3958c4b4cd0" providerId="ADAL" clId="{391E2635-4FDF-4132-A840-FAFB441FE2BA}" dt="2026-08-11T07:57:10.345" v="17344"/>
          <ac:spMkLst>
            <pc:docMk/>
            <pc:sldMk cId="2598224686" sldId="312"/>
            <ac:spMk id="17" creationId="{077064DA-010E-E226-7FFA-1FDDDA2DAF79}"/>
          </ac:spMkLst>
        </pc:spChg>
        <pc:spChg chg="mod ord topLvl">
          <ac:chgData name="Sarp Ersoy" userId="3c470b9d-b8cd-4e7d-a03a-a3958c4b4cd0" providerId="ADAL" clId="{391E2635-4FDF-4132-A840-FAFB441FE2BA}" dt="2026-08-11T07:58:23.783" v="17457"/>
          <ac:spMkLst>
            <pc:docMk/>
            <pc:sldMk cId="2598224686" sldId="312"/>
            <ac:spMk id="18" creationId="{E5792026-3FDA-BF52-2984-25D7EC02F501}"/>
          </ac:spMkLst>
        </pc:spChg>
        <pc:spChg chg="add mod ord">
          <ac:chgData name="Sarp Ersoy" userId="3c470b9d-b8cd-4e7d-a03a-a3958c4b4cd0" providerId="ADAL" clId="{391E2635-4FDF-4132-A840-FAFB441FE2BA}" dt="2026-08-11T07:57:22.644" v="17351" actId="1036"/>
          <ac:spMkLst>
            <pc:docMk/>
            <pc:sldMk cId="2598224686" sldId="312"/>
            <ac:spMk id="20" creationId="{C7DA06FF-B186-DB01-8919-D9E41F97F45A}"/>
          </ac:spMkLst>
        </pc:spChg>
        <pc:graphicFrameChg chg="mod">
          <ac:chgData name="Sarp Ersoy" userId="3c470b9d-b8cd-4e7d-a03a-a3958c4b4cd0" providerId="ADAL" clId="{391E2635-4FDF-4132-A840-FAFB441FE2BA}" dt="2026-08-11T07:57:10.348" v="17348"/>
          <ac:graphicFrameMkLst>
            <pc:docMk/>
            <pc:sldMk cId="2598224686" sldId="312"/>
            <ac:graphicFrameMk id="33" creationId="{5ED3BC2B-DE25-7185-9698-717CB6778D4D}"/>
          </ac:graphicFrameMkLst>
        </pc:graphicFrameChg>
      </pc:sldChg>
      <pc:sldChg chg="addSp delSp modSp mod">
        <pc:chgData name="Sarp Ersoy" userId="3c470b9d-b8cd-4e7d-a03a-a3958c4b4cd0" providerId="ADAL" clId="{391E2635-4FDF-4132-A840-FAFB441FE2BA}" dt="2026-08-11T07:59:22.757" v="17471" actId="20577"/>
        <pc:sldMkLst>
          <pc:docMk/>
          <pc:sldMk cId="3842538641" sldId="319"/>
        </pc:sldMkLst>
        <pc:spChg chg="mod">
          <ac:chgData name="Sarp Ersoy" userId="3c470b9d-b8cd-4e7d-a03a-a3958c4b4cd0" providerId="ADAL" clId="{391E2635-4FDF-4132-A840-FAFB441FE2BA}" dt="2026-08-11T07:49:55.348" v="17024" actId="948"/>
          <ac:spMkLst>
            <pc:docMk/>
            <pc:sldMk cId="3842538641" sldId="319"/>
            <ac:spMk id="4" creationId="{EFBB164D-FB89-421E-4F48-C699F56B8858}"/>
          </ac:spMkLst>
        </pc:spChg>
        <pc:spChg chg="mod topLvl">
          <ac:chgData name="Sarp Ersoy" userId="3c470b9d-b8cd-4e7d-a03a-a3958c4b4cd0" providerId="ADAL" clId="{391E2635-4FDF-4132-A840-FAFB441FE2BA}" dt="2026-08-11T07:58:56.343" v="17462" actId="403"/>
          <ac:spMkLst>
            <pc:docMk/>
            <pc:sldMk cId="3842538641" sldId="319"/>
            <ac:spMk id="19" creationId="{76938EFC-D22F-E16D-6FC7-F0F121F198CD}"/>
          </ac:spMkLst>
        </pc:spChg>
        <pc:spChg chg="mod topLvl">
          <ac:chgData name="Sarp Ersoy" userId="3c470b9d-b8cd-4e7d-a03a-a3958c4b4cd0" providerId="ADAL" clId="{391E2635-4FDF-4132-A840-FAFB441FE2BA}" dt="2026-08-11T07:58:56.343" v="17462" actId="403"/>
          <ac:spMkLst>
            <pc:docMk/>
            <pc:sldMk cId="3842538641" sldId="319"/>
            <ac:spMk id="21" creationId="{2D5AC739-B19E-8B68-D61B-8E875DCB5B1F}"/>
          </ac:spMkLst>
        </pc:spChg>
        <pc:spChg chg="mod topLvl">
          <ac:chgData name="Sarp Ersoy" userId="3c470b9d-b8cd-4e7d-a03a-a3958c4b4cd0" providerId="ADAL" clId="{391E2635-4FDF-4132-A840-FAFB441FE2BA}" dt="2026-08-11T07:58:56.343" v="17462" actId="403"/>
          <ac:spMkLst>
            <pc:docMk/>
            <pc:sldMk cId="3842538641" sldId="319"/>
            <ac:spMk id="22" creationId="{579A59E9-5175-E6C8-B405-D29AAE50FCFD}"/>
          </ac:spMkLst>
        </pc:spChg>
        <pc:spChg chg="mod topLvl">
          <ac:chgData name="Sarp Ersoy" userId="3c470b9d-b8cd-4e7d-a03a-a3958c4b4cd0" providerId="ADAL" clId="{391E2635-4FDF-4132-A840-FAFB441FE2BA}" dt="2026-08-11T07:59:06.036" v="17466" actId="20577"/>
          <ac:spMkLst>
            <pc:docMk/>
            <pc:sldMk cId="3842538641" sldId="319"/>
            <ac:spMk id="36" creationId="{00000000-0000-0000-0000-000000000000}"/>
          </ac:spMkLst>
        </pc:spChg>
        <pc:spChg chg="mod topLvl">
          <ac:chgData name="Sarp Ersoy" userId="3c470b9d-b8cd-4e7d-a03a-a3958c4b4cd0" providerId="ADAL" clId="{391E2635-4FDF-4132-A840-FAFB441FE2BA}" dt="2026-08-11T07:58:50.745" v="17461" actId="403"/>
          <ac:spMkLst>
            <pc:docMk/>
            <pc:sldMk cId="3842538641" sldId="319"/>
            <ac:spMk id="39" creationId="{00000000-0000-0000-0000-000000000000}"/>
          </ac:spMkLst>
        </pc:spChg>
        <pc:spChg chg="mod topLvl">
          <ac:chgData name="Sarp Ersoy" userId="3c470b9d-b8cd-4e7d-a03a-a3958c4b4cd0" providerId="ADAL" clId="{391E2635-4FDF-4132-A840-FAFB441FE2BA}" dt="2026-08-11T07:59:22.757" v="17471" actId="20577"/>
          <ac:spMkLst>
            <pc:docMk/>
            <pc:sldMk cId="3842538641" sldId="319"/>
            <ac:spMk id="41" creationId="{00000000-0000-0000-0000-000000000000}"/>
          </ac:spMkLst>
        </pc:spChg>
        <pc:spChg chg="mod">
          <ac:chgData name="Sarp Ersoy" userId="3c470b9d-b8cd-4e7d-a03a-a3958c4b4cd0" providerId="ADAL" clId="{391E2635-4FDF-4132-A840-FAFB441FE2BA}" dt="2026-08-11T07:59:00.731" v="17463" actId="403"/>
          <ac:spMkLst>
            <pc:docMk/>
            <pc:sldMk cId="3842538641" sldId="319"/>
            <ac:spMk id="58" creationId="{054791EA-43DE-1CC8-0B38-E1641E9EAACF}"/>
          </ac:spMkLst>
        </pc:spChg>
        <pc:spChg chg="del mod">
          <ac:chgData name="Sarp Ersoy" userId="3c470b9d-b8cd-4e7d-a03a-a3958c4b4cd0" providerId="ADAL" clId="{391E2635-4FDF-4132-A840-FAFB441FE2BA}" dt="2026-08-11T07:58:56.343" v="17462" actId="403"/>
          <ac:spMkLst>
            <pc:docMk/>
            <pc:sldMk cId="3842538641" sldId="319"/>
            <ac:spMk id="59" creationId="{00000000-0000-0000-0000-000000000000}"/>
          </ac:spMkLst>
        </pc:spChg>
        <pc:spChg chg="mod">
          <ac:chgData name="Sarp Ersoy" userId="3c470b9d-b8cd-4e7d-a03a-a3958c4b4cd0" providerId="ADAL" clId="{391E2635-4FDF-4132-A840-FAFB441FE2BA}" dt="2026-08-11T07:58:56.343" v="17462" actId="403"/>
          <ac:spMkLst>
            <pc:docMk/>
            <pc:sldMk cId="3842538641" sldId="319"/>
            <ac:spMk id="60" creationId="{00000000-0000-0000-0000-000000000000}"/>
          </ac:spMkLst>
        </pc:spChg>
        <pc:spChg chg="mod">
          <ac:chgData name="Sarp Ersoy" userId="3c470b9d-b8cd-4e7d-a03a-a3958c4b4cd0" providerId="ADAL" clId="{391E2635-4FDF-4132-A840-FAFB441FE2BA}" dt="2026-08-11T07:58:56.343" v="17462" actId="403"/>
          <ac:spMkLst>
            <pc:docMk/>
            <pc:sldMk cId="3842538641" sldId="319"/>
            <ac:spMk id="61" creationId="{00000000-0000-0000-0000-000000000000}"/>
          </ac:spMkLst>
        </pc:spChg>
        <pc:spChg chg="mod">
          <ac:chgData name="Sarp Ersoy" userId="3c470b9d-b8cd-4e7d-a03a-a3958c4b4cd0" providerId="ADAL" clId="{391E2635-4FDF-4132-A840-FAFB441FE2BA}" dt="2026-08-11T07:58:56.343" v="17462" actId="403"/>
          <ac:spMkLst>
            <pc:docMk/>
            <pc:sldMk cId="3842538641" sldId="319"/>
            <ac:spMk id="62" creationId="{00000000-0000-0000-0000-000000000000}"/>
          </ac:spMkLst>
        </pc:spChg>
        <pc:graphicFrameChg chg="mod">
          <ac:chgData name="Sarp Ersoy" userId="3c470b9d-b8cd-4e7d-a03a-a3958c4b4cd0" providerId="ADAL" clId="{391E2635-4FDF-4132-A840-FAFB441FE2BA}" dt="2026-08-11T07:49:55.412" v="17048"/>
          <ac:graphicFrameMkLst>
            <pc:docMk/>
            <pc:sldMk cId="3842538641" sldId="319"/>
            <ac:graphicFrameMk id="5" creationId="{2464E45B-2A31-3330-B641-25B5404B31C1}"/>
          </ac:graphicFrameMkLst>
        </pc:graphicFrameChg>
      </pc:sldChg>
      <pc:sldChg chg="modSp mod">
        <pc:chgData name="Sarp Ersoy" userId="3c470b9d-b8cd-4e7d-a03a-a3958c4b4cd0" providerId="ADAL" clId="{391E2635-4FDF-4132-A840-FAFB441FE2BA}" dt="2026-08-11T15:27:20.428" v="17621" actId="20577"/>
        <pc:sldMkLst>
          <pc:docMk/>
          <pc:sldMk cId="284814071" sldId="326"/>
        </pc:sldMkLst>
        <pc:spChg chg="mod">
          <ac:chgData name="Sarp Ersoy" userId="3c470b9d-b8cd-4e7d-a03a-a3958c4b4cd0" providerId="ADAL" clId="{391E2635-4FDF-4132-A840-FAFB441FE2BA}" dt="2026-08-11T15:27:20.428" v="17621" actId="20577"/>
          <ac:spMkLst>
            <pc:docMk/>
            <pc:sldMk cId="284814071" sldId="326"/>
            <ac:spMk id="9" creationId="{00000000-0000-0000-0000-000000000000}"/>
          </ac:spMkLst>
        </pc:spChg>
      </pc:sldChg>
      <pc:sldChg chg="addSp delSp modSp add mod">
        <pc:chgData name="Sarp Ersoy" userId="3c470b9d-b8cd-4e7d-a03a-a3958c4b4cd0" providerId="ADAL" clId="{391E2635-4FDF-4132-A840-FAFB441FE2BA}" dt="2026-08-11T07:58:41.050" v="17459" actId="14100"/>
        <pc:sldMkLst>
          <pc:docMk/>
          <pc:sldMk cId="3708752709" sldId="329"/>
        </pc:sldMkLst>
        <pc:spChg chg="mod">
          <ac:chgData name="Sarp Ersoy" userId="3c470b9d-b8cd-4e7d-a03a-a3958c4b4cd0" providerId="ADAL" clId="{391E2635-4FDF-4132-A840-FAFB441FE2BA}" dt="2026-08-11T07:57:42.117" v="17356" actId="948"/>
          <ac:spMkLst>
            <pc:docMk/>
            <pc:sldMk cId="3708752709" sldId="329"/>
            <ac:spMk id="2" creationId="{41B515A5-3FEA-4ADE-9A12-800987F0E4ED}"/>
          </ac:spMkLst>
        </pc:spChg>
        <pc:spChg chg="mod">
          <ac:chgData name="Sarp Ersoy" userId="3c470b9d-b8cd-4e7d-a03a-a3958c4b4cd0" providerId="ADAL" clId="{391E2635-4FDF-4132-A840-FAFB441FE2BA}" dt="2026-08-11T07:58:33.745" v="17458"/>
          <ac:spMkLst>
            <pc:docMk/>
            <pc:sldMk cId="3708752709" sldId="329"/>
            <ac:spMk id="18" creationId="{1B55EA3A-F911-00A5-32D6-9C8C0CB2399B}"/>
          </ac:spMkLst>
        </pc:spChg>
        <pc:spChg chg="mod">
          <ac:chgData name="Sarp Ersoy" userId="3c470b9d-b8cd-4e7d-a03a-a3958c4b4cd0" providerId="ADAL" clId="{391E2635-4FDF-4132-A840-FAFB441FE2BA}" dt="2026-08-11T07:58:41.050" v="17459" actId="14100"/>
          <ac:spMkLst>
            <pc:docMk/>
            <pc:sldMk cId="3708752709" sldId="329"/>
            <ac:spMk id="20" creationId="{F3F0A119-5A1B-F5BC-3BEB-3BA531C12304}"/>
          </ac:spMkLst>
        </pc:spChg>
        <pc:graphicFrameChg chg="mod">
          <ac:chgData name="Sarp Ersoy" userId="3c470b9d-b8cd-4e7d-a03a-a3958c4b4cd0" providerId="ADAL" clId="{391E2635-4FDF-4132-A840-FAFB441FE2BA}" dt="2026-08-11T07:57:42.152" v="17380"/>
          <ac:graphicFrameMkLst>
            <pc:docMk/>
            <pc:sldMk cId="3708752709" sldId="329"/>
            <ac:graphicFrameMk id="33" creationId="{CA4745DC-F165-046A-A0D1-0AD1CF09BF6D}"/>
          </ac:graphicFrameMkLst>
        </pc:graphicFrameChg>
      </pc:sldChg>
      <pc:sldChg chg="addSp delSp modSp add mod">
        <pc:chgData name="Sarp Ersoy" userId="3c470b9d-b8cd-4e7d-a03a-a3958c4b4cd0" providerId="ADAL" clId="{391E2635-4FDF-4132-A840-FAFB441FE2BA}" dt="2026-08-11T07:59:52.167" v="17530" actId="1036"/>
        <pc:sldMkLst>
          <pc:docMk/>
          <pc:sldMk cId="3696863255" sldId="330"/>
        </pc:sldMkLst>
        <pc:spChg chg="mod">
          <ac:chgData name="Sarp Ersoy" userId="3c470b9d-b8cd-4e7d-a03a-a3958c4b4cd0" providerId="ADAL" clId="{391E2635-4FDF-4132-A840-FAFB441FE2BA}" dt="2026-08-11T07:59:47.266" v="17476" actId="948"/>
          <ac:spMkLst>
            <pc:docMk/>
            <pc:sldMk cId="3696863255" sldId="330"/>
            <ac:spMk id="2" creationId="{F07D8ABE-3D34-D0B1-5EF4-84DBBA43AEF3}"/>
          </ac:spMkLst>
        </pc:spChg>
        <pc:spChg chg="mod">
          <ac:chgData name="Sarp Ersoy" userId="3c470b9d-b8cd-4e7d-a03a-a3958c4b4cd0" providerId="ADAL" clId="{391E2635-4FDF-4132-A840-FAFB441FE2BA}" dt="2026-08-11T07:59:52.167" v="17530" actId="1036"/>
          <ac:spMkLst>
            <pc:docMk/>
            <pc:sldMk cId="3696863255" sldId="330"/>
            <ac:spMk id="20" creationId="{9EB417D3-F831-4651-EBBE-34191AAF7344}"/>
          </ac:spMkLst>
        </pc:spChg>
        <pc:graphicFrameChg chg="mod">
          <ac:chgData name="Sarp Ersoy" userId="3c470b9d-b8cd-4e7d-a03a-a3958c4b4cd0" providerId="ADAL" clId="{391E2635-4FDF-4132-A840-FAFB441FE2BA}" dt="2026-08-11T07:59:47.307" v="17500"/>
          <ac:graphicFrameMkLst>
            <pc:docMk/>
            <pc:sldMk cId="3696863255" sldId="330"/>
            <ac:graphicFrameMk id="33" creationId="{CAC909B5-9B82-860F-3DA4-A6DC1D8B864E}"/>
          </ac:graphicFrameMkLst>
        </pc:graphicFrameChg>
      </pc:sldChg>
      <pc:sldChg chg="addSp delSp modSp add mod">
        <pc:chgData name="Sarp Ersoy" userId="3c470b9d-b8cd-4e7d-a03a-a3958c4b4cd0" providerId="ADAL" clId="{391E2635-4FDF-4132-A840-FAFB441FE2BA}" dt="2026-08-11T08:00:03.266" v="17561" actId="207"/>
        <pc:sldMkLst>
          <pc:docMk/>
          <pc:sldMk cId="3069178908" sldId="331"/>
        </pc:sldMkLst>
        <pc:spChg chg="mod">
          <ac:chgData name="Sarp Ersoy" userId="3c470b9d-b8cd-4e7d-a03a-a3958c4b4cd0" providerId="ADAL" clId="{391E2635-4FDF-4132-A840-FAFB441FE2BA}" dt="2026-08-11T07:59:58.202" v="17535" actId="948"/>
          <ac:spMkLst>
            <pc:docMk/>
            <pc:sldMk cId="3069178908" sldId="331"/>
            <ac:spMk id="2" creationId="{5BF2F411-4928-9B64-B15F-9E0931DB814B}"/>
          </ac:spMkLst>
        </pc:spChg>
        <pc:spChg chg="mod">
          <ac:chgData name="Sarp Ersoy" userId="3c470b9d-b8cd-4e7d-a03a-a3958c4b4cd0" providerId="ADAL" clId="{391E2635-4FDF-4132-A840-FAFB441FE2BA}" dt="2026-08-11T08:00:03.266" v="17561" actId="207"/>
          <ac:spMkLst>
            <pc:docMk/>
            <pc:sldMk cId="3069178908" sldId="331"/>
            <ac:spMk id="11" creationId="{32652EDF-5B58-DEBB-01C5-8DCE3BA3371E}"/>
          </ac:spMkLst>
        </pc:spChg>
        <pc:graphicFrameChg chg="mod">
          <ac:chgData name="Sarp Ersoy" userId="3c470b9d-b8cd-4e7d-a03a-a3958c4b4cd0" providerId="ADAL" clId="{391E2635-4FDF-4132-A840-FAFB441FE2BA}" dt="2026-08-11T07:59:58.251" v="17559"/>
          <ac:graphicFrameMkLst>
            <pc:docMk/>
            <pc:sldMk cId="3069178908" sldId="331"/>
            <ac:graphicFrameMk id="33" creationId="{2B571610-1150-2B2D-0D25-FD3348F2DEEF}"/>
          </ac:graphicFrameMkLst>
        </pc:graphicFrameChg>
      </pc:sldChg>
      <pc:sldChg chg="addSp delSp modSp add mod">
        <pc:chgData name="Sarp Ersoy" userId="3c470b9d-b8cd-4e7d-a03a-a3958c4b4cd0" providerId="ADAL" clId="{391E2635-4FDF-4132-A840-FAFB441FE2BA}" dt="2026-08-12T08:12:29.788" v="17695"/>
        <pc:sldMkLst>
          <pc:docMk/>
          <pc:sldMk cId="4043565408" sldId="332"/>
        </pc:sldMkLst>
        <pc:spChg chg="mod">
          <ac:chgData name="Sarp Ersoy" userId="3c470b9d-b8cd-4e7d-a03a-a3958c4b4cd0" providerId="ADAL" clId="{391E2635-4FDF-4132-A840-FAFB441FE2BA}" dt="2026-08-12T08:12:29.726" v="17671" actId="948"/>
          <ac:spMkLst>
            <pc:docMk/>
            <pc:sldMk cId="4043565408" sldId="332"/>
            <ac:spMk id="4" creationId="{3A27E48C-A08E-C50F-882C-10DFD0E05D97}"/>
          </ac:spMkLst>
        </pc:spChg>
        <pc:graphicFrameChg chg="mod">
          <ac:chgData name="Sarp Ersoy" userId="3c470b9d-b8cd-4e7d-a03a-a3958c4b4cd0" providerId="ADAL" clId="{391E2635-4FDF-4132-A840-FAFB441FE2BA}" dt="2026-08-12T08:12:29.788" v="17695"/>
          <ac:graphicFrameMkLst>
            <pc:docMk/>
            <pc:sldMk cId="4043565408" sldId="332"/>
            <ac:graphicFrameMk id="5" creationId="{6A55FF62-9CFA-B883-6890-61E27467D807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10 September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 rtl="0">
              <a:defRPr sz="9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 rtl="0">
              <a:defRPr sz="9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10 September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2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 rtl="0">
              <a:defRPr sz="9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 rtl="0">
              <a:defRPr sz="9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2FEA09E-B533-4D4E-953A-87FE39076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5012" y="4518025"/>
            <a:ext cx="5632450" cy="10002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300"/>
      </a:spcBef>
      <a:spcAft>
        <a:spcPts val="3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44000" indent="-144000" algn="l" defTabSz="914400" rtl="0" eaLnBrk="1" latinLnBrk="0" hangingPunct="1">
      <a:spcAft>
        <a:spcPts val="300"/>
      </a:spcAft>
      <a:buSzPct val="110000"/>
      <a:buFont typeface="Wingdings" panose="05000000000000000000" pitchFamily="2" charset="2"/>
      <a:buChar char="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SzPct val="110000"/>
      <a:buFont typeface="Arial" panose="020B0604020202020204" pitchFamily="34" charset="0"/>
      <a:buChar char="‒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SzPct val="100000"/>
      <a:buFont typeface="Arial" panose="020B0604020202020204" pitchFamily="34" charset="0"/>
      <a:buChar char="•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Font typeface="Arial" panose="020B0604020202020204" pitchFamily="34" charset="0"/>
      <a:buChar char="̶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10 September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14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10 September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78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12F12-BAC5-E4FA-0730-92BBD7874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991D3-D31E-BFCD-DD8C-677E68163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35013" y="563563"/>
            <a:ext cx="5632450" cy="31686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2346B-E58E-DEF3-A2CE-1A0CC383D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43F75-01C5-162A-342D-1FFFDA0C990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1DF34805-1F01-4BDA-A8CA-FCEA2B4BC8D0}" type="datetime3">
              <a:rPr lang="en-US" smtClean="0"/>
              <a:pPr/>
              <a:t>10 September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AF849-E4BA-3136-27EE-28E1D6971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5EBCF4-26FC-4F76-8DA1-52FDDC328D4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72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24.xml"/><Relationship Id="rId7" Type="http://schemas.openxmlformats.org/officeDocument/2006/relationships/oleObject" Target="../embeddings/oleObject2.bin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6.xml"/><Relationship Id="rId10" Type="http://schemas.openxmlformats.org/officeDocument/2006/relationships/image" Target="../media/image5.png"/><Relationship Id="rId4" Type="http://schemas.openxmlformats.org/officeDocument/2006/relationships/tags" Target="../tags/tag25.xml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10" Type="http://schemas.openxmlformats.org/officeDocument/2006/relationships/image" Target="../media/image1.emf"/><Relationship Id="rId4" Type="http://schemas.openxmlformats.org/officeDocument/2006/relationships/tags" Target="../tags/tag30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3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9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4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9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10" Type="http://schemas.openxmlformats.org/officeDocument/2006/relationships/image" Target="../media/image3.emf"/><Relationship Id="rId4" Type="http://schemas.openxmlformats.org/officeDocument/2006/relationships/tags" Target="../tags/tag55.xml"/><Relationship Id="rId9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image" Target="../media/image2.png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image" Target="../media/image1.emf"/><Relationship Id="rId5" Type="http://schemas.openxmlformats.org/officeDocument/2006/relationships/tags" Target="../tags/tag63.xml"/><Relationship Id="rId10" Type="http://schemas.openxmlformats.org/officeDocument/2006/relationships/oleObject" Target="../embeddings/oleObject8.bin"/><Relationship Id="rId4" Type="http://schemas.openxmlformats.org/officeDocument/2006/relationships/tags" Target="../tags/tag62.xml"/><Relationship Id="rId9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image" Target="../media/image2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image" Target="../media/image1.emf"/><Relationship Id="rId5" Type="http://schemas.openxmlformats.org/officeDocument/2006/relationships/tags" Target="../tags/tag71.xml"/><Relationship Id="rId10" Type="http://schemas.openxmlformats.org/officeDocument/2006/relationships/oleObject" Target="../embeddings/oleObject9.bin"/><Relationship Id="rId4" Type="http://schemas.openxmlformats.org/officeDocument/2006/relationships/tags" Target="../tags/tag70.xml"/><Relationship Id="rId9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12" Type="http://schemas.openxmlformats.org/officeDocument/2006/relationships/image" Target="../media/image2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tags" Target="../tags/tag80.xml"/><Relationship Id="rId11" Type="http://schemas.openxmlformats.org/officeDocument/2006/relationships/image" Target="../media/image1.emf"/><Relationship Id="rId5" Type="http://schemas.openxmlformats.org/officeDocument/2006/relationships/tags" Target="../tags/tag79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78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2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6.emf"/><Relationship Id="rId5" Type="http://schemas.openxmlformats.org/officeDocument/2006/relationships/tags" Target="../tags/tag87.xml"/><Relationship Id="rId10" Type="http://schemas.openxmlformats.org/officeDocument/2006/relationships/oleObject" Target="../embeddings/oleObject10.bin"/><Relationship Id="rId4" Type="http://schemas.openxmlformats.org/officeDocument/2006/relationships/tags" Target="../tags/tag86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image" Target="../media/image2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image" Target="../media/image1.emf"/><Relationship Id="rId5" Type="http://schemas.openxmlformats.org/officeDocument/2006/relationships/tags" Target="../tags/tag95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94.xml"/><Relationship Id="rId9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tags" Target="../tags/tag10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10" Type="http://schemas.openxmlformats.org/officeDocument/2006/relationships/image" Target="../media/image2.png"/><Relationship Id="rId4" Type="http://schemas.openxmlformats.org/officeDocument/2006/relationships/tags" Target="../tags/tag102.xml"/><Relationship Id="rId9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7.xml"/><Relationship Id="rId7" Type="http://schemas.openxmlformats.org/officeDocument/2006/relationships/image" Target="../media/image3.emf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oleObject" Target="../embeddings/oleObject1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4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1.xml"/><Relationship Id="rId4" Type="http://schemas.openxmlformats.org/officeDocument/2006/relationships/image" Target="../media/image7.emf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image" Target="../media/image1.emf"/><Relationship Id="rId4" Type="http://schemas.openxmlformats.org/officeDocument/2006/relationships/tags" Target="../tags/tag115.xml"/><Relationship Id="rId9" Type="http://schemas.openxmlformats.org/officeDocument/2006/relationships/oleObject" Target="../embeddings/oleObject16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microsoft.com/office/2007/relationships/hdphoto" Target="../media/hdphoto1.wdp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image" Target="../media/image8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7.bin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90254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object 2">
            <a:extLst>
              <a:ext uri="{FF2B5EF4-FFF2-40B4-BE49-F238E27FC236}">
                <a16:creationId xmlns:a16="http://schemas.microsoft.com/office/drawing/2014/main" id="{5AB9BA8B-6EA8-85FF-FC35-23A97219B291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 bwMode="ltGray">
          <a:xfrm>
            <a:off x="521716" y="416051"/>
            <a:ext cx="2534412" cy="781812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B49FA7B7-98EB-8F14-4ED7-C1C4B9C6578B}"/>
              </a:ext>
            </a:extLst>
          </p:cNvPr>
          <p:cNvPicPr/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ltGray">
          <a:xfrm>
            <a:off x="5495544" y="0"/>
            <a:ext cx="6696456" cy="6857997"/>
          </a:xfrm>
          <a:prstGeom prst="rect">
            <a:avLst/>
          </a:prstGeom>
        </p:spPr>
      </p:pic>
      <p:sp>
        <p:nvSpPr>
          <p:cNvPr id="8" name="object 5">
            <a:extLst>
              <a:ext uri="{FF2B5EF4-FFF2-40B4-BE49-F238E27FC236}">
                <a16:creationId xmlns:a16="http://schemas.microsoft.com/office/drawing/2014/main" id="{C70D36B1-E47A-B0AF-E37C-54FC6540EF97}"/>
              </a:ext>
            </a:extLst>
          </p:cNvPr>
          <p:cNvSpPr/>
          <p:nvPr/>
        </p:nvSpPr>
        <p:spPr bwMode="ltGray">
          <a:xfrm>
            <a:off x="5423915" y="3047"/>
            <a:ext cx="1757680" cy="6855459"/>
          </a:xfrm>
          <a:custGeom>
            <a:avLst/>
            <a:gdLst/>
            <a:ahLst/>
            <a:cxnLst/>
            <a:rect l="l" t="t" r="r" b="b"/>
            <a:pathLst>
              <a:path w="1757679" h="6855459">
                <a:moveTo>
                  <a:pt x="1757172" y="0"/>
                </a:moveTo>
                <a:lnTo>
                  <a:pt x="1638300" y="0"/>
                </a:lnTo>
                <a:lnTo>
                  <a:pt x="0" y="6854951"/>
                </a:lnTo>
                <a:lnTo>
                  <a:pt x="118872" y="6854951"/>
                </a:lnTo>
                <a:lnTo>
                  <a:pt x="1757172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 bwMode="ltGray">
          <a:xfrm>
            <a:off x="550801" y="5457228"/>
            <a:ext cx="5032883" cy="21544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1400" dirty="0">
                <a:ea typeface="+mn-ea"/>
              </a:defRPr>
            </a:lvl1pPr>
          </a:lstStyle>
          <a:p>
            <a:pPr lvl="0">
              <a:buNone/>
            </a:pPr>
            <a:r>
              <a:rPr lang="en-US"/>
              <a:t>Edit date or title/role</a:t>
            </a:r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4"/>
            </p:custDataLst>
          </p:nvPr>
        </p:nvSpPr>
        <p:spPr bwMode="ltGray">
          <a:xfrm>
            <a:off x="551942" y="4728191"/>
            <a:ext cx="5032883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2000" dirty="0">
                <a:ea typeface="+mn-ea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 bwMode="ltGray">
          <a:xfrm>
            <a:off x="551942" y="2583383"/>
            <a:ext cx="5032883" cy="20313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spAutoFit/>
          </a:bodyPr>
          <a:lstStyle>
            <a:lvl1pPr rtl="0">
              <a:defRPr lang="en-US" sz="4400" dirty="0">
                <a:ea typeface="+mj-ea"/>
              </a:defRPr>
            </a:lvl1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title </a:t>
            </a:r>
            <a:br>
              <a:rPr lang="en-US"/>
            </a:br>
            <a:r>
              <a:rPr lang="en-US"/>
              <a:t>style</a:t>
            </a:r>
          </a:p>
        </p:txBody>
      </p:sp>
    </p:spTree>
    <p:extLst>
      <p:ext uri="{BB962C8B-B14F-4D97-AF65-F5344CB8AC3E}">
        <p14:creationId xmlns:p14="http://schemas.microsoft.com/office/powerpoint/2010/main" val="202492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30218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" hidden="1">
            <a:extLst>
              <a:ext uri="{FF2B5EF4-FFF2-40B4-BE49-F238E27FC236}">
                <a16:creationId xmlns:a16="http://schemas.microsoft.com/office/drawing/2014/main" id="{FCC3A0E6-E630-4C26-B008-93BA0B5B11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19250"/>
            <a:ext cx="11082528" cy="2462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b="0" baseline="0" dirty="0">
                <a:ea typeface="+mn-ea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>
                <a:ea typeface="+mn-ea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sp>
        <p:nvSpPr>
          <p:cNvPr id="10" name="2. Slide Title">
            <a:extLst>
              <a:ext uri="{FF2B5EF4-FFF2-40B4-BE49-F238E27FC236}">
                <a16:creationId xmlns:a16="http://schemas.microsoft.com/office/drawing/2014/main" id="{8326FFD0-8389-4032-AAB8-00C262CAF746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>
                <a:ea typeface="+mj-ea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174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9BA84E71-6FE7-4585-B82E-BE560331194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86303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9BA84E71-6FE7-4585-B82E-BE5603311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D62A08AB-557D-4245-84FA-9DB6B6C6845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06563"/>
            <a:ext cx="3813048" cy="769441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 rtl="0">
              <a:lnSpc>
                <a:spcPct val="100000"/>
              </a:lnSpc>
              <a:defRPr>
                <a:ln w="6350" cap="flat">
                  <a:noFill/>
                  <a:miter lim="800000"/>
                </a:ln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A2582D75-79F8-4634-92EF-A9F0840C018B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78709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C4F5195-E8F7-4A2F-B02E-643BB3D883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2527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C4F5195-E8F7-4A2F-B02E-643BB3D883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15EFC92-5E3D-4BDC-A378-85D30212A9E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vert="horz" rIns="365760" anchor="ctr">
            <a:noAutofit/>
          </a:bodyPr>
          <a:lstStyle>
            <a:lvl1pPr rtl="0">
              <a:defRPr>
                <a:ln w="6350" cap="flat">
                  <a:noFill/>
                  <a:miter lim="800000"/>
                </a:ln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4983596-431B-4F12-AA07-76914CD3DEE7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395084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51522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DCF374B-2477-45CD-A00B-B8676A45ACD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 rtl="0">
              <a:lnSpc>
                <a:spcPct val="100000"/>
              </a:lnSpc>
              <a:defRPr sz="4400"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FA764DC8-CEA6-42F3-8E66-7C768AAD275E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121368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18985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1" progId="TCLayout.ActiveDocument.1">
                  <p:embed/>
                </p:oleObj>
              </mc:Choice>
              <mc:Fallback>
                <p:oleObj name="think-cell Slide" r:id="rId9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526043-F22A-4ED3-B0A1-DD7C4F83AF9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4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56229"/>
            <a:ext cx="9180576" cy="523220"/>
          </a:xfrm>
          <a:prstGeom prst="rect">
            <a:avLst/>
          </a:prstGeom>
        </p:spPr>
        <p:txBody>
          <a:bodyPr vert="horz">
            <a:spAutoFit/>
          </a:bodyPr>
          <a:lstStyle>
            <a:lvl1pPr rtl="0">
              <a:lnSpc>
                <a:spcPct val="105000"/>
              </a:lnSpc>
              <a:defRPr sz="3400">
                <a:ea typeface="+mj-ea"/>
              </a:defRPr>
            </a:lvl1pPr>
          </a:lstStyle>
          <a:p>
            <a:r>
              <a:rPr lang="en-US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6D1499-3230-4098-85B2-D4CC7CA621F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</p:spTree>
    <p:extLst>
      <p:ext uri="{BB962C8B-B14F-4D97-AF65-F5344CB8AC3E}">
        <p14:creationId xmlns:p14="http://schemas.microsoft.com/office/powerpoint/2010/main" val="4080009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6389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67C50C85-5FB9-4798-A8A4-1DA5B9F3ACC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2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n-US">
              <a:solidFill>
                <a:srgbClr val="F0F0F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>
                <a:ea typeface="+mj-ea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3659644"/>
            <a:ext cx="2514600" cy="49244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ea typeface="+mn-ea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6552B7E-7081-4EA8-9351-FE4C7216ADF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bg object 16">
            <a:extLst>
              <a:ext uri="{FF2B5EF4-FFF2-40B4-BE49-F238E27FC236}">
                <a16:creationId xmlns:a16="http://schemas.microsoft.com/office/drawing/2014/main" id="{3E9CAE59-39AA-DEB0-B3EA-6B6BC9ACAA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988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8399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9D2CA90-0144-4292-9526-98A508F5317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rtl="0">
              <a:defRPr lang="en-US" dirty="0">
                <a:ea typeface="+mj-ea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5" y="3659644"/>
            <a:ext cx="3465575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ea typeface="+mn-ea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9C07342-0520-417C-B878-54C94CBD853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bg object 16">
            <a:extLst>
              <a:ext uri="{FF2B5EF4-FFF2-40B4-BE49-F238E27FC236}">
                <a16:creationId xmlns:a16="http://schemas.microsoft.com/office/drawing/2014/main" id="{581B8377-E92E-BE3D-F48A-5B3C0A476628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4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7707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1725BD87-3C3D-45F6-BBCF-F06FD8676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 rtl="0">
              <a:defRPr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5065776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E9BE4D1E-183A-499B-BFC7-798294EB7AE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bg object 16">
            <a:extLst>
              <a:ext uri="{FF2B5EF4-FFF2-40B4-BE49-F238E27FC236}">
                <a16:creationId xmlns:a16="http://schemas.microsoft.com/office/drawing/2014/main" id="{A5430925-1217-A081-5685-033BF347257F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8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42190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572" imgH="588" progId="TCLayout.ActiveDocument.1">
                  <p:embed/>
                </p:oleObj>
              </mc:Choice>
              <mc:Fallback>
                <p:oleObj name="think-cell Slide" r:id="rId10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2D668F04-7049-40BA-8D63-D8BBB692131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 rtl="0">
              <a:defRPr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>
              <a:solidFill>
                <a:srgbClr val="F0F0F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6967728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baseline="0">
                <a:solidFill>
                  <a:schemeClr val="tx1"/>
                </a:solidFill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solidFill>
                  <a:schemeClr val="tx1"/>
                </a:solidFill>
                <a:ea typeface="+mn-ea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7C393009-0681-4A8F-A1E9-19E10A949DC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bg object 16">
            <a:extLst>
              <a:ext uri="{FF2B5EF4-FFF2-40B4-BE49-F238E27FC236}">
                <a16:creationId xmlns:a16="http://schemas.microsoft.com/office/drawing/2014/main" id="{8BCF32F9-DF16-B2B4-9239-FE9D83E1D01E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8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4908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" hidden="1">
            <a:extLst>
              <a:ext uri="{FF2B5EF4-FFF2-40B4-BE49-F238E27FC236}">
                <a16:creationId xmlns:a16="http://schemas.microsoft.com/office/drawing/2014/main" id="{50854476-2923-4515-A585-4477FF86118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 rtl="0">
              <a:defRPr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19250"/>
            <a:ext cx="7918704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rtl="0">
              <a:buNone/>
              <a:defRPr sz="1600" b="0" u="none" baseline="0">
                <a:solidFill>
                  <a:schemeClr val="tx1"/>
                </a:solidFill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DEC2F904-C5C8-4B39-9C46-6CA56144D86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2" name="bg object 16">
            <a:extLst>
              <a:ext uri="{FF2B5EF4-FFF2-40B4-BE49-F238E27FC236}">
                <a16:creationId xmlns:a16="http://schemas.microsoft.com/office/drawing/2014/main" id="{C8C19A2B-2989-8AFE-C51E-F909E1C7689D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392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48A5D5-75B9-4F02-A4CB-B3C65A9BF2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22596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48A5D5-75B9-4F02-A4CB-B3C65A9BF2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58AAF75-30DC-408A-933A-149F2D14D18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54736" y="172212"/>
            <a:ext cx="11082528" cy="989512"/>
          </a:xfrm>
        </p:spPr>
        <p:txBody>
          <a:bodyPr vert="horz">
            <a:noAutofit/>
          </a:bodyPr>
          <a:lstStyle>
            <a:lvl1pPr rtl="0">
              <a:defRPr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1AA88E-24E2-4493-A340-98EE8666A3B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6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5" name="bg object 16">
            <a:extLst>
              <a:ext uri="{FF2B5EF4-FFF2-40B4-BE49-F238E27FC236}">
                <a16:creationId xmlns:a16="http://schemas.microsoft.com/office/drawing/2014/main" id="{A77E2B49-9C87-BD7C-848A-BE47DCB27CAE}"/>
              </a:ext>
            </a:extLst>
          </p:cNvPr>
          <p:cNvPicPr/>
          <p:nvPr userDrawn="1"/>
        </p:nvPicPr>
        <p:blipFill>
          <a:blip r:embed="rId10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45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52157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592" imgH="591" progId="TCLayout.ActiveDocument.1">
                  <p:embed/>
                </p:oleObj>
              </mc:Choice>
              <mc:Fallback>
                <p:oleObj name="think-cell Slide" r:id="rId6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b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BD5E1493-E8EF-4031-B447-85DA0B418111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 rtl="0">
              <a:defRPr lang="en-US" sz="800" b="0" dirty="0">
                <a:ea typeface="+mn-ea"/>
                <a:cs typeface="+mn-cs"/>
              </a:defRPr>
            </a:lvl1pPr>
          </a:lstStyle>
          <a:p>
            <a:pPr lvl="0">
              <a:buNone/>
            </a:pPr>
            <a:r>
              <a:rPr lang="en-US"/>
              <a:t>Add tracker</a:t>
            </a:r>
          </a:p>
        </p:txBody>
      </p:sp>
      <p:pic>
        <p:nvPicPr>
          <p:cNvPr id="3" name="bg object 16">
            <a:extLst>
              <a:ext uri="{FF2B5EF4-FFF2-40B4-BE49-F238E27FC236}">
                <a16:creationId xmlns:a16="http://schemas.microsoft.com/office/drawing/2014/main" id="{81A0E02A-444B-20B0-0ED9-0FCEF99DB54B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51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49900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pic>
        <p:nvPicPr>
          <p:cNvPr id="3" name="bg object 16">
            <a:extLst>
              <a:ext uri="{FF2B5EF4-FFF2-40B4-BE49-F238E27FC236}">
                <a16:creationId xmlns:a16="http://schemas.microsoft.com/office/drawing/2014/main" id="{005E2BE4-D970-25A4-7062-B683063762D0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 bwMode="ltGray">
          <a:xfrm>
            <a:off x="4959325" y="3077331"/>
            <a:ext cx="2273350" cy="70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40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D6ED5C63-377C-1312-6A4C-26C0962EFAD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91844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6ED5C63-377C-1312-6A4C-26C0962EFA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 rtl="0"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 rtl="0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 rtl="0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rtl="0"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01600">
              <a:spcBef>
                <a:spcPts val="15"/>
              </a:spcBef>
            </a:pPr>
            <a:fld id="{81D60167-4931-47E6-BA6A-407CBD079E47}" type="slidenum">
              <a:rPr lang="en-US" spc="-50" smtClean="0"/>
              <a:pPr marL="101600">
                <a:spcBef>
                  <a:spcPts val="15"/>
                </a:spcBef>
              </a:pPr>
              <a:t>‹#›</a:t>
            </a:fld>
            <a:endParaRPr lang="en-US" spc="-50"/>
          </a:p>
        </p:txBody>
      </p:sp>
    </p:spTree>
    <p:extLst>
      <p:ext uri="{BB962C8B-B14F-4D97-AF65-F5344CB8AC3E}">
        <p14:creationId xmlns:p14="http://schemas.microsoft.com/office/powerpoint/2010/main" val="2468039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41417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rtl="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rtl="0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 rtl="0">
              <a:defRPr sz="800">
                <a:latin typeface="+mn-lt"/>
              </a:defRPr>
            </a:lvl1pPr>
          </a:lstStyle>
          <a:p>
            <a:pPr lvl="0"/>
            <a:r>
              <a:rPr lang="en-US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19250"/>
            <a:ext cx="11082528" cy="246221"/>
          </a:xfrm>
        </p:spPr>
        <p:txBody>
          <a:bodyPr anchor="ctr" anchorCtr="0"/>
          <a:lstStyle>
            <a:lvl1pPr rtl="0">
              <a:defRPr/>
            </a:lvl1pPr>
          </a:lstStyle>
          <a:p>
            <a:r>
              <a:rPr lang="en-US" sz="160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258601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A9CF6F9-3F22-4C1D-8F1F-9500FF4122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0627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A9CF6F9-3F22-4C1D-8F1F-9500FF412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rtl="0"/>
            <a:r>
              <a:rPr lang="en-US" sz="800">
                <a:ea typeface="+mn-ea"/>
              </a:rPr>
              <a:t>Source: …</a:t>
            </a:r>
          </a:p>
        </p:txBody>
      </p:sp>
      <p:pic>
        <p:nvPicPr>
          <p:cNvPr id="28" name="bg object 16">
            <a:extLst>
              <a:ext uri="{FF2B5EF4-FFF2-40B4-BE49-F238E27FC236}">
                <a16:creationId xmlns:a16="http://schemas.microsoft.com/office/drawing/2014/main" id="{201543CF-748E-5F2E-D2A5-8CD1DF8A42BE}"/>
              </a:ext>
            </a:extLst>
          </p:cNvPr>
          <p:cNvPicPr/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68000"/>
                    </a14:imgEffect>
                  </a14:imgLayer>
                </a14:imgProps>
              </a:ext>
            </a:extLst>
          </a:blip>
          <a:srcRect l="699" t="2828" r="770" b="1923"/>
          <a:stretch/>
        </p:blipFill>
        <p:spPr bwMode="ltGray">
          <a:xfrm>
            <a:off x="4975225" y="3097213"/>
            <a:ext cx="2239963" cy="66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590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726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8.xml"/><Relationship Id="rId39" Type="http://schemas.openxmlformats.org/officeDocument/2006/relationships/tags" Target="../tags/tag21.xml"/><Relationship Id="rId21" Type="http://schemas.openxmlformats.org/officeDocument/2006/relationships/tags" Target="../tags/tag3.xml"/><Relationship Id="rId34" Type="http://schemas.openxmlformats.org/officeDocument/2006/relationships/tags" Target="../tags/tag16.xml"/><Relationship Id="rId42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29" Type="http://schemas.openxmlformats.org/officeDocument/2006/relationships/tags" Target="../tags/tag11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32" Type="http://schemas.openxmlformats.org/officeDocument/2006/relationships/tags" Target="../tags/tag14.xml"/><Relationship Id="rId37" Type="http://schemas.openxmlformats.org/officeDocument/2006/relationships/tags" Target="../tags/tag19.xml"/><Relationship Id="rId40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28" Type="http://schemas.openxmlformats.org/officeDocument/2006/relationships/tags" Target="../tags/tag10.xml"/><Relationship Id="rId36" Type="http://schemas.openxmlformats.org/officeDocument/2006/relationships/tags" Target="../tags/tag18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31" Type="http://schemas.openxmlformats.org/officeDocument/2006/relationships/tags" Target="../tags/tag1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Relationship Id="rId27" Type="http://schemas.openxmlformats.org/officeDocument/2006/relationships/tags" Target="../tags/tag9.xml"/><Relationship Id="rId30" Type="http://schemas.openxmlformats.org/officeDocument/2006/relationships/tags" Target="../tags/tag12.xml"/><Relationship Id="rId35" Type="http://schemas.openxmlformats.org/officeDocument/2006/relationships/tags" Target="../tags/tag17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33" Type="http://schemas.openxmlformats.org/officeDocument/2006/relationships/tags" Target="../tags/tag15.xml"/><Relationship Id="rId38" Type="http://schemas.openxmlformats.org/officeDocument/2006/relationships/tags" Target="../tags/tag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345494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413" imgH="416" progId="TCLayout.ActiveDocument.1">
                  <p:embed/>
                </p:oleObj>
              </mc:Choice>
              <mc:Fallback>
                <p:oleObj name="think-cell Slide" r:id="rId4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5B28737-798E-48D4-BBDB-8EB35CB9FFFB}"/>
              </a:ext>
            </a:extLst>
          </p:cNvPr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2500" b="1" i="0" baseline="0">
              <a:solidFill>
                <a:schemeClr val="bg1"/>
              </a:solidFill>
              <a:latin typeface="Arial" panose="020B0604020202020204" pitchFamily="34" charset="0"/>
              <a:ea typeface="+mn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rtlCol="0" anchor="b" anchorCtr="0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 rtl="0"/>
            <a:r>
              <a:rPr lang="en-US">
                <a:ea typeface="+mn-ea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en-US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pPr rtl="0"/>
              <a:endParaRPr lang="en-US" sz="1323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554736" y="1289273"/>
            <a:ext cx="450444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 rtl="0"/>
            <a:r>
              <a:rPr lang="en-US">
                <a:ea typeface="+mn-ea"/>
              </a:rPr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987738" y="2170800"/>
            <a:ext cx="3049253" cy="53860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 rtl="0"/>
            <a:r>
              <a:rPr lang="en-US">
                <a:ea typeface="+mn-ea"/>
              </a:rPr>
              <a:t>Above Chart Exhibit Title</a:t>
            </a:r>
          </a:p>
          <a:p>
            <a:pPr lvl="0" rtl="0"/>
            <a:r>
              <a:rPr lang="en-US" sz="1400" b="0">
                <a:ea typeface="+mn-ea"/>
              </a:rPr>
              <a:t>Unit of Measure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0800"/>
            <a:ext cx="2484655" cy="16312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LegendLines" hidden="1">
            <a:extLst>
              <a:ext uri="{FF2B5EF4-FFF2-40B4-BE49-F238E27FC236}">
                <a16:creationId xmlns:a16="http://schemas.microsoft.com/office/drawing/2014/main" id="{6F4C5333-301C-31CA-5788-F1A11F1895B3}"/>
              </a:ext>
            </a:extLst>
          </p:cNvPr>
          <p:cNvGrpSpPr/>
          <p:nvPr userDrawn="1"/>
        </p:nvGrpSpPr>
        <p:grpSpPr>
          <a:xfrm>
            <a:off x="10317304" y="3150223"/>
            <a:ext cx="1319960" cy="958286"/>
            <a:chOff x="10162879" y="3243772"/>
            <a:chExt cx="1319960" cy="958286"/>
          </a:xfrm>
        </p:grpSpPr>
        <p:sp>
          <p:nvSpPr>
            <p:cNvPr id="8" name="Legend1" hidden="1">
              <a:extLst>
                <a:ext uri="{FF2B5EF4-FFF2-40B4-BE49-F238E27FC236}">
                  <a16:creationId xmlns:a16="http://schemas.microsoft.com/office/drawing/2014/main" id="{5809D380-5DC6-A0A9-3115-644F5473EE95}"/>
                </a:ext>
              </a:extLst>
            </p:cNvPr>
            <p:cNvSpPr txBox="1"/>
            <p:nvPr/>
          </p:nvSpPr>
          <p:spPr>
            <a:xfrm>
              <a:off x="10886522" y="324377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9" name="Legend2" hidden="1">
              <a:extLst>
                <a:ext uri="{FF2B5EF4-FFF2-40B4-BE49-F238E27FC236}">
                  <a16:creationId xmlns:a16="http://schemas.microsoft.com/office/drawing/2014/main" id="{17891444-05D8-F53E-E9B6-5A12F2E482AA}"/>
                </a:ext>
              </a:extLst>
            </p:cNvPr>
            <p:cNvSpPr txBox="1"/>
            <p:nvPr/>
          </p:nvSpPr>
          <p:spPr>
            <a:xfrm>
              <a:off x="10886522" y="3615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10" name="Legend3" hidden="1">
              <a:extLst>
                <a:ext uri="{FF2B5EF4-FFF2-40B4-BE49-F238E27FC236}">
                  <a16:creationId xmlns:a16="http://schemas.microsoft.com/office/drawing/2014/main" id="{A6974435-A3F3-47EF-7028-156087CC20D2}"/>
                </a:ext>
              </a:extLst>
            </p:cNvPr>
            <p:cNvSpPr txBox="1"/>
            <p:nvPr/>
          </p:nvSpPr>
          <p:spPr>
            <a:xfrm>
              <a:off x="10886522" y="398661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11" name="LineLegend3" hidden="1">
              <a:extLst>
                <a:ext uri="{FF2B5EF4-FFF2-40B4-BE49-F238E27FC236}">
                  <a16:creationId xmlns:a16="http://schemas.microsoft.com/office/drawing/2014/main" id="{FEB0B5F8-5F52-C2CE-B1BD-B6EC715D0EF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US" sz="1400" baseline="0">
                <a:ea typeface="+mn-ea"/>
              </a:endParaRPr>
            </a:p>
          </p:txBody>
        </p:sp>
        <p:sp>
          <p:nvSpPr>
            <p:cNvPr id="12" name="LineLegend2" hidden="1">
              <a:extLst>
                <a:ext uri="{FF2B5EF4-FFF2-40B4-BE49-F238E27FC236}">
                  <a16:creationId xmlns:a16="http://schemas.microsoft.com/office/drawing/2014/main" id="{ED9C229F-4106-35FF-0EBB-721D8C5F8F6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US" sz="1400" baseline="0">
                <a:ea typeface="+mn-ea"/>
              </a:endParaRPr>
            </a:p>
          </p:txBody>
        </p:sp>
        <p:sp>
          <p:nvSpPr>
            <p:cNvPr id="13" name="LineLegend1" hidden="1">
              <a:extLst>
                <a:ext uri="{FF2B5EF4-FFF2-40B4-BE49-F238E27FC236}">
                  <a16:creationId xmlns:a16="http://schemas.microsoft.com/office/drawing/2014/main" id="{F84F193B-6C4E-1AC2-66AF-13436246E26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rtl="0"/>
              <a:endParaRPr lang="en-US" sz="1400" baseline="0">
                <a:ea typeface="+mn-ea"/>
              </a:endParaRPr>
            </a:p>
          </p:txBody>
        </p:sp>
      </p:grpSp>
      <p:grpSp>
        <p:nvGrpSpPr>
          <p:cNvPr id="14" name="LegendMoons" hidden="1">
            <a:extLst>
              <a:ext uri="{FF2B5EF4-FFF2-40B4-BE49-F238E27FC236}">
                <a16:creationId xmlns:a16="http://schemas.microsoft.com/office/drawing/2014/main" id="{F8F083EE-1F71-FD97-A25A-2A01472C4882}"/>
              </a:ext>
            </a:extLst>
          </p:cNvPr>
          <p:cNvGrpSpPr/>
          <p:nvPr userDrawn="1"/>
        </p:nvGrpSpPr>
        <p:grpSpPr>
          <a:xfrm>
            <a:off x="10688315" y="1145373"/>
            <a:ext cx="948949" cy="1731859"/>
            <a:chOff x="7723680" y="1702457"/>
            <a:chExt cx="948949" cy="1731859"/>
          </a:xfrm>
        </p:grpSpPr>
        <p:sp>
          <p:nvSpPr>
            <p:cNvPr id="15" name="Legend1" hidden="1">
              <a:extLst>
                <a:ext uri="{FF2B5EF4-FFF2-40B4-BE49-F238E27FC236}">
                  <a16:creationId xmlns:a16="http://schemas.microsoft.com/office/drawing/2014/main" id="{F7FCD738-706C-ECB7-1DCE-346AD8108D76}"/>
                </a:ext>
              </a:extLst>
            </p:cNvPr>
            <p:cNvSpPr txBox="1"/>
            <p:nvPr/>
          </p:nvSpPr>
          <p:spPr>
            <a:xfrm>
              <a:off x="8076312" y="1709816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17" name="Legend2" hidden="1">
              <a:extLst>
                <a:ext uri="{FF2B5EF4-FFF2-40B4-BE49-F238E27FC236}">
                  <a16:creationId xmlns:a16="http://schemas.microsoft.com/office/drawing/2014/main" id="{C9637331-955E-9C5A-9A9E-5375D200053A}"/>
                </a:ext>
              </a:extLst>
            </p:cNvPr>
            <p:cNvSpPr txBox="1"/>
            <p:nvPr/>
          </p:nvSpPr>
          <p:spPr>
            <a:xfrm>
              <a:off x="8076312" y="2085275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18" name="Legend3" hidden="1">
              <a:extLst>
                <a:ext uri="{FF2B5EF4-FFF2-40B4-BE49-F238E27FC236}">
                  <a16:creationId xmlns:a16="http://schemas.microsoft.com/office/drawing/2014/main" id="{F93E4B2D-4080-E373-635C-5CA49FA1A053}"/>
                </a:ext>
              </a:extLst>
            </p:cNvPr>
            <p:cNvSpPr txBox="1"/>
            <p:nvPr/>
          </p:nvSpPr>
          <p:spPr>
            <a:xfrm>
              <a:off x="8076312" y="246073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19" name="Legend4" hidden="1">
              <a:extLst>
                <a:ext uri="{FF2B5EF4-FFF2-40B4-BE49-F238E27FC236}">
                  <a16:creationId xmlns:a16="http://schemas.microsoft.com/office/drawing/2014/main" id="{AF6A4A43-128E-6ACB-E330-07255B068258}"/>
                </a:ext>
              </a:extLst>
            </p:cNvPr>
            <p:cNvSpPr txBox="1"/>
            <p:nvPr/>
          </p:nvSpPr>
          <p:spPr>
            <a:xfrm>
              <a:off x="8076312" y="2836193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20" name="Legend5" hidden="1">
              <a:extLst>
                <a:ext uri="{FF2B5EF4-FFF2-40B4-BE49-F238E27FC236}">
                  <a16:creationId xmlns:a16="http://schemas.microsoft.com/office/drawing/2014/main" id="{59859D06-1170-B39D-68BC-2239AAD94C75}"/>
                </a:ext>
              </a:extLst>
            </p:cNvPr>
            <p:cNvSpPr txBox="1"/>
            <p:nvPr/>
          </p:nvSpPr>
          <p:spPr>
            <a:xfrm>
              <a:off x="8076312" y="321165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grpSp>
          <p:nvGrpSpPr>
            <p:cNvPr id="21" name="MoonLegend1" hidden="1">
              <a:extLst>
                <a:ext uri="{FF2B5EF4-FFF2-40B4-BE49-F238E27FC236}">
                  <a16:creationId xmlns:a16="http://schemas.microsoft.com/office/drawing/2014/main" id="{91A5F416-99A2-73D7-E7B9-79B186B0F0DD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34" name="Oval 33" hidden="1">
                <a:extLst>
                  <a:ext uri="{FF2B5EF4-FFF2-40B4-BE49-F238E27FC236}">
                    <a16:creationId xmlns:a16="http://schemas.microsoft.com/office/drawing/2014/main" id="{780646D6-675B-B91B-306E-60628E01D958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solidFill>
                    <a:schemeClr val="tx1"/>
                  </a:solidFill>
                  <a:ea typeface="+mn-ea"/>
                </a:endParaRPr>
              </a:p>
            </p:txBody>
          </p:sp>
          <p:sp>
            <p:nvSpPr>
              <p:cNvPr id="35" name="Arc 34" hidden="1">
                <a:extLst>
                  <a:ext uri="{FF2B5EF4-FFF2-40B4-BE49-F238E27FC236}">
                    <a16:creationId xmlns:a16="http://schemas.microsoft.com/office/drawing/2014/main" id="{18912D38-27C9-B6DF-ADB1-47602B2DF0B3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ea typeface="+mn-ea"/>
                </a:endParaRPr>
              </a:p>
            </p:txBody>
          </p:sp>
        </p:grpSp>
        <p:grpSp>
          <p:nvGrpSpPr>
            <p:cNvPr id="22" name="MoonLegend2" hidden="1">
              <a:extLst>
                <a:ext uri="{FF2B5EF4-FFF2-40B4-BE49-F238E27FC236}">
                  <a16:creationId xmlns:a16="http://schemas.microsoft.com/office/drawing/2014/main" id="{961C171B-F4A5-72B4-7EC6-4B0A9E05D637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32" name="Oval 31" hidden="1">
                <a:extLst>
                  <a:ext uri="{FF2B5EF4-FFF2-40B4-BE49-F238E27FC236}">
                    <a16:creationId xmlns:a16="http://schemas.microsoft.com/office/drawing/2014/main" id="{A7A1DBDC-6E02-DDF8-0D86-88C45EDDB849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solidFill>
                    <a:schemeClr val="tx1"/>
                  </a:solidFill>
                  <a:ea typeface="+mn-ea"/>
                </a:endParaRPr>
              </a:p>
            </p:txBody>
          </p:sp>
          <p:sp>
            <p:nvSpPr>
              <p:cNvPr id="33" name="Arc 32" hidden="1">
                <a:extLst>
                  <a:ext uri="{FF2B5EF4-FFF2-40B4-BE49-F238E27FC236}">
                    <a16:creationId xmlns:a16="http://schemas.microsoft.com/office/drawing/2014/main" id="{AB3F359B-B4A2-60FE-BFE5-16D057DF0F69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ea typeface="+mn-ea"/>
                </a:endParaRPr>
              </a:p>
            </p:txBody>
          </p:sp>
        </p:grpSp>
        <p:grpSp>
          <p:nvGrpSpPr>
            <p:cNvPr id="23" name="MoonLegend3" hidden="1">
              <a:extLst>
                <a:ext uri="{FF2B5EF4-FFF2-40B4-BE49-F238E27FC236}">
                  <a16:creationId xmlns:a16="http://schemas.microsoft.com/office/drawing/2014/main" id="{426F7876-FBAC-2EC2-A781-79CBC55B3D80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30" name="Oval 29" hidden="1">
                <a:extLst>
                  <a:ext uri="{FF2B5EF4-FFF2-40B4-BE49-F238E27FC236}">
                    <a16:creationId xmlns:a16="http://schemas.microsoft.com/office/drawing/2014/main" id="{BB256B16-11DF-3D6D-B5A8-D19B4EAB8FD1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solidFill>
                    <a:schemeClr val="tx1"/>
                  </a:solidFill>
                  <a:ea typeface="+mn-ea"/>
                </a:endParaRPr>
              </a:p>
            </p:txBody>
          </p:sp>
          <p:sp>
            <p:nvSpPr>
              <p:cNvPr id="31" name="Arc 30" hidden="1">
                <a:extLst>
                  <a:ext uri="{FF2B5EF4-FFF2-40B4-BE49-F238E27FC236}">
                    <a16:creationId xmlns:a16="http://schemas.microsoft.com/office/drawing/2014/main" id="{8444E28C-75CB-006E-5B3B-A817036E7D19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ea typeface="+mn-ea"/>
                </a:endParaRPr>
              </a:p>
            </p:txBody>
          </p:sp>
        </p:grpSp>
        <p:grpSp>
          <p:nvGrpSpPr>
            <p:cNvPr id="24" name="MoonLegend4" hidden="1">
              <a:extLst>
                <a:ext uri="{FF2B5EF4-FFF2-40B4-BE49-F238E27FC236}">
                  <a16:creationId xmlns:a16="http://schemas.microsoft.com/office/drawing/2014/main" id="{07021886-2C3F-68E1-AF30-24716F0BA996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8" name="Oval 27" hidden="1">
                <a:extLst>
                  <a:ext uri="{FF2B5EF4-FFF2-40B4-BE49-F238E27FC236}">
                    <a16:creationId xmlns:a16="http://schemas.microsoft.com/office/drawing/2014/main" id="{EE4EB6CE-D57F-1344-18FB-6D8249EEEEB5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solidFill>
                    <a:schemeClr val="tx1"/>
                  </a:solidFill>
                  <a:ea typeface="+mn-ea"/>
                </a:endParaRPr>
              </a:p>
            </p:txBody>
          </p:sp>
          <p:sp>
            <p:nvSpPr>
              <p:cNvPr id="29" name="Arc 28" hidden="1">
                <a:extLst>
                  <a:ext uri="{FF2B5EF4-FFF2-40B4-BE49-F238E27FC236}">
                    <a16:creationId xmlns:a16="http://schemas.microsoft.com/office/drawing/2014/main" id="{817FC34E-1491-9717-D118-5BF21F17A796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ea typeface="+mn-ea"/>
                </a:endParaRPr>
              </a:p>
            </p:txBody>
          </p:sp>
        </p:grpSp>
        <p:grpSp>
          <p:nvGrpSpPr>
            <p:cNvPr id="25" name="MoonLegend5" hidden="1">
              <a:extLst>
                <a:ext uri="{FF2B5EF4-FFF2-40B4-BE49-F238E27FC236}">
                  <a16:creationId xmlns:a16="http://schemas.microsoft.com/office/drawing/2014/main" id="{DBC1063F-597B-3CF2-F00C-22D7E5855DA8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6" name="Oval 25" hidden="1">
                <a:extLst>
                  <a:ext uri="{FF2B5EF4-FFF2-40B4-BE49-F238E27FC236}">
                    <a16:creationId xmlns:a16="http://schemas.microsoft.com/office/drawing/2014/main" id="{9A895220-EA8D-317B-6439-1640CDA126CD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solidFill>
                    <a:schemeClr val="tx1"/>
                  </a:solidFill>
                  <a:ea typeface="+mn-ea"/>
                </a:endParaRPr>
              </a:p>
            </p:txBody>
          </p:sp>
          <p:sp>
            <p:nvSpPr>
              <p:cNvPr id="27" name="Arc 26" hidden="1">
                <a:extLst>
                  <a:ext uri="{FF2B5EF4-FFF2-40B4-BE49-F238E27FC236}">
                    <a16:creationId xmlns:a16="http://schemas.microsoft.com/office/drawing/2014/main" id="{0D5ACF7C-21DA-5626-4D56-7217811332A1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/>
                <a:endParaRPr lang="en-US" sz="1400">
                  <a:ea typeface="+mn-ea"/>
                </a:endParaRPr>
              </a:p>
            </p:txBody>
          </p:sp>
        </p:grpSp>
      </p:grpSp>
      <p:grpSp>
        <p:nvGrpSpPr>
          <p:cNvPr id="36" name="LegendBoxes" hidden="1">
            <a:extLst>
              <a:ext uri="{FF2B5EF4-FFF2-40B4-BE49-F238E27FC236}">
                <a16:creationId xmlns:a16="http://schemas.microsoft.com/office/drawing/2014/main" id="{A07373FC-6345-F370-7DAB-B419E0801AE8}"/>
              </a:ext>
            </a:extLst>
          </p:cNvPr>
          <p:cNvGrpSpPr/>
          <p:nvPr userDrawn="1"/>
        </p:nvGrpSpPr>
        <p:grpSpPr>
          <a:xfrm>
            <a:off x="10714801" y="4381500"/>
            <a:ext cx="922463" cy="1717282"/>
            <a:chOff x="10652400" y="4322824"/>
            <a:chExt cx="922463" cy="1717282"/>
          </a:xfrm>
        </p:grpSpPr>
        <p:sp>
          <p:nvSpPr>
            <p:cNvPr id="37" name="RectangleLegend1" hidden="1">
              <a:extLst>
                <a:ext uri="{FF2B5EF4-FFF2-40B4-BE49-F238E27FC236}">
                  <a16:creationId xmlns:a16="http://schemas.microsoft.com/office/drawing/2014/main" id="{7663E5EA-FD23-10EA-6829-D8581CF86E93}"/>
                </a:ext>
              </a:extLst>
            </p:cNvPr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>
                <a:solidFill>
                  <a:schemeClr val="tx1"/>
                </a:solidFill>
                <a:ea typeface="+mn-ea"/>
              </a:endParaRPr>
            </a:p>
          </p:txBody>
        </p:sp>
        <p:sp>
          <p:nvSpPr>
            <p:cNvPr id="38" name="RectangleLegend2" hidden="1">
              <a:extLst>
                <a:ext uri="{FF2B5EF4-FFF2-40B4-BE49-F238E27FC236}">
                  <a16:creationId xmlns:a16="http://schemas.microsoft.com/office/drawing/2014/main" id="{EFE46594-6FF2-A191-A082-281933F95752}"/>
                </a:ext>
              </a:extLst>
            </p:cNvPr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>
                <a:solidFill>
                  <a:schemeClr val="tx1"/>
                </a:solidFill>
                <a:ea typeface="+mn-ea"/>
              </a:endParaRPr>
            </a:p>
          </p:txBody>
        </p:sp>
        <p:sp>
          <p:nvSpPr>
            <p:cNvPr id="39" name="RectangleLegend3" hidden="1">
              <a:extLst>
                <a:ext uri="{FF2B5EF4-FFF2-40B4-BE49-F238E27FC236}">
                  <a16:creationId xmlns:a16="http://schemas.microsoft.com/office/drawing/2014/main" id="{C56E4517-0F1F-E6FE-4CBF-4FED38A027EA}"/>
                </a:ext>
              </a:extLst>
            </p:cNvPr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>
                <a:solidFill>
                  <a:schemeClr val="tx1"/>
                </a:solidFill>
                <a:ea typeface="+mn-ea"/>
              </a:endParaRPr>
            </a:p>
          </p:txBody>
        </p:sp>
        <p:sp>
          <p:nvSpPr>
            <p:cNvPr id="40" name="RectangleLegend4" hidden="1">
              <a:extLst>
                <a:ext uri="{FF2B5EF4-FFF2-40B4-BE49-F238E27FC236}">
                  <a16:creationId xmlns:a16="http://schemas.microsoft.com/office/drawing/2014/main" id="{0E0975B0-13EA-E395-173A-9F1056BFEA00}"/>
                </a:ext>
              </a:extLst>
            </p:cNvPr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>
                <a:solidFill>
                  <a:schemeClr val="tx1"/>
                </a:solidFill>
                <a:ea typeface="+mn-ea"/>
              </a:endParaRPr>
            </a:p>
          </p:txBody>
        </p:sp>
        <p:sp>
          <p:nvSpPr>
            <p:cNvPr id="41" name="RectangleLegend5" hidden="1">
              <a:extLst>
                <a:ext uri="{FF2B5EF4-FFF2-40B4-BE49-F238E27FC236}">
                  <a16:creationId xmlns:a16="http://schemas.microsoft.com/office/drawing/2014/main" id="{21166FD3-B4A3-DA06-F6F5-F5302A6389DD}"/>
                </a:ext>
              </a:extLst>
            </p:cNvPr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0"/>
              <a:endParaRPr lang="en-US" sz="1400">
                <a:solidFill>
                  <a:schemeClr val="tx1"/>
                </a:solidFill>
                <a:ea typeface="+mn-ea"/>
              </a:endParaRPr>
            </a:p>
          </p:txBody>
        </p:sp>
        <p:sp>
          <p:nvSpPr>
            <p:cNvPr id="42" name="Legend1" hidden="1">
              <a:extLst>
                <a:ext uri="{FF2B5EF4-FFF2-40B4-BE49-F238E27FC236}">
                  <a16:creationId xmlns:a16="http://schemas.microsoft.com/office/drawing/2014/main" id="{5E0B1367-BA6D-E24C-E4B2-6BEA4813E0F8}"/>
                </a:ext>
              </a:extLst>
            </p:cNvPr>
            <p:cNvSpPr txBox="1"/>
            <p:nvPr/>
          </p:nvSpPr>
          <p:spPr>
            <a:xfrm>
              <a:off x="10978546" y="4322824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43" name="Legend2" hidden="1">
              <a:extLst>
                <a:ext uri="{FF2B5EF4-FFF2-40B4-BE49-F238E27FC236}">
                  <a16:creationId xmlns:a16="http://schemas.microsoft.com/office/drawing/2014/main" id="{A10F1E78-BA4C-57A9-D741-DD528D34EB16}"/>
                </a:ext>
              </a:extLst>
            </p:cNvPr>
            <p:cNvSpPr txBox="1"/>
            <p:nvPr/>
          </p:nvSpPr>
          <p:spPr>
            <a:xfrm>
              <a:off x="10978546" y="470232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44" name="Legend3" hidden="1">
              <a:extLst>
                <a:ext uri="{FF2B5EF4-FFF2-40B4-BE49-F238E27FC236}">
                  <a16:creationId xmlns:a16="http://schemas.microsoft.com/office/drawing/2014/main" id="{7AB1995A-B01C-4F24-C50C-197B97CCB93C}"/>
                </a:ext>
              </a:extLst>
            </p:cNvPr>
            <p:cNvSpPr txBox="1"/>
            <p:nvPr/>
          </p:nvSpPr>
          <p:spPr>
            <a:xfrm>
              <a:off x="10978546" y="5081820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45" name="Legend4" hidden="1">
              <a:extLst>
                <a:ext uri="{FF2B5EF4-FFF2-40B4-BE49-F238E27FC236}">
                  <a16:creationId xmlns:a16="http://schemas.microsoft.com/office/drawing/2014/main" id="{9AF8BDAE-7C0E-15CA-47E4-61138C317AAE}"/>
                </a:ext>
              </a:extLst>
            </p:cNvPr>
            <p:cNvSpPr txBox="1"/>
            <p:nvPr/>
          </p:nvSpPr>
          <p:spPr>
            <a:xfrm>
              <a:off x="10978546" y="5453241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  <p:sp>
          <p:nvSpPr>
            <p:cNvPr id="46" name="Legend5" hidden="1">
              <a:extLst>
                <a:ext uri="{FF2B5EF4-FFF2-40B4-BE49-F238E27FC236}">
                  <a16:creationId xmlns:a16="http://schemas.microsoft.com/office/drawing/2014/main" id="{889861C2-A899-CACA-F7C5-7F410A754106}"/>
                </a:ext>
              </a:extLst>
            </p:cNvPr>
            <p:cNvSpPr txBox="1"/>
            <p:nvPr/>
          </p:nvSpPr>
          <p:spPr>
            <a:xfrm>
              <a:off x="10978545" y="5824662"/>
              <a:ext cx="596317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 rtl="0">
                <a:spcAft>
                  <a:spcPts val="600"/>
                </a:spcAft>
              </a:pPr>
              <a:r>
                <a:rPr lang="en-US" sz="1400">
                  <a:ea typeface="+mn-ea"/>
                </a:rPr>
                <a:t>Legend</a:t>
              </a:r>
            </a:p>
          </p:txBody>
        </p:sp>
      </p:grpSp>
      <p:pic>
        <p:nvPicPr>
          <p:cNvPr id="6" name="bg object 16">
            <a:extLst>
              <a:ext uri="{FF2B5EF4-FFF2-40B4-BE49-F238E27FC236}">
                <a16:creationId xmlns:a16="http://schemas.microsoft.com/office/drawing/2014/main" id="{BC9F2A5E-0F6E-DE2D-7171-1145F557F3F8}"/>
              </a:ext>
            </a:extLst>
          </p:cNvPr>
          <p:cNvPicPr/>
          <p:nvPr userDrawn="1"/>
        </p:nvPicPr>
        <p:blipFill>
          <a:blip r:embed="rId42" cstate="print"/>
          <a:stretch>
            <a:fillRect/>
          </a:stretch>
        </p:blipFill>
        <p:spPr bwMode="ltGray">
          <a:xfrm>
            <a:off x="10429792" y="6430201"/>
            <a:ext cx="864743" cy="26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22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  <p:sldLayoutId id="2147483936" r:id="rId5"/>
    <p:sldLayoutId id="2147483937" r:id="rId6"/>
    <p:sldLayoutId id="2147483938" r:id="rId7"/>
    <p:sldLayoutId id="2147483939" r:id="rId8"/>
    <p:sldLayoutId id="2147483940" r:id="rId9"/>
    <p:sldLayoutId id="2147483941" r:id="rId10"/>
    <p:sldLayoutId id="2147483942" r:id="rId11"/>
    <p:sldLayoutId id="2147483943" r:id="rId12"/>
    <p:sldLayoutId id="2147483944" r:id="rId13"/>
    <p:sldLayoutId id="2147483945" r:id="rId14"/>
    <p:sldLayoutId id="2147483946" r:id="rId15"/>
    <p:sldLayoutId id="2147483947" r:id="rId16"/>
    <p:sldLayoutId id="2147484112" r:id="rId17"/>
    <p:sldLayoutId id="2147484113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5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38912" indent="-210312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5544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3816" indent="-146304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1.xml"/><Relationship Id="rId4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22.xml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0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21.bin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3.xml"/><Relationship Id="rId1" Type="http://schemas.openxmlformats.org/officeDocument/2006/relationships/tags" Target="../tags/tag13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7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8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41.xml"/><Relationship Id="rId1" Type="http://schemas.openxmlformats.org/officeDocument/2006/relationships/tags" Target="../tags/tag140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30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31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32.bin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9A19CED-051F-60D4-7095-028F0B425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54146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A19CED-051F-60D4-7095-028F0B425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sz="1400">
                <a:latin typeface="Arial"/>
              </a:rPr>
              <a:t>Discussion document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latin typeface="Arial"/>
              </a:rPr>
              <a:t>August 2026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1942" y="3629823"/>
            <a:ext cx="5032883" cy="984885"/>
          </a:xfrm>
        </p:spPr>
        <p:txBody>
          <a:bodyPr vert="horz" wrap="square"/>
          <a:lstStyle/>
          <a:p>
            <a:r>
              <a:rPr sz="3200" b="1" dirty="0">
                <a:latin typeface="Arial"/>
              </a:rPr>
              <a:t>AI Champions Program</a:t>
            </a:r>
          </a:p>
          <a:p>
            <a:r>
              <a:rPr sz="3200" b="1" dirty="0">
                <a:latin typeface="Arial"/>
              </a:rPr>
              <a:t>Progress Update</a:t>
            </a:r>
          </a:p>
        </p:txBody>
      </p:sp>
    </p:spTree>
    <p:extLst>
      <p:ext uri="{BB962C8B-B14F-4D97-AF65-F5344CB8AC3E}">
        <p14:creationId xmlns:p14="http://schemas.microsoft.com/office/powerpoint/2010/main" val="72737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hink-cell data - do not delete" hidden="1">
            <a:extLst>
              <a:ext uri="{FF2B5EF4-FFF2-40B4-BE49-F238E27FC236}">
                <a16:creationId xmlns:a16="http://schemas.microsoft.com/office/drawing/2014/main" id="{F6EBFB40-C7C4-1371-2ABD-AE29928DBA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63411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3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EBFB40-C7C4-1371-2ABD-AE29928DBA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/>
          <a:lstStyle/>
          <a:p>
            <a:r>
              <a:rPr sz="2500" b="1">
                <a:solidFill>
                  <a:srgbClr val="333333"/>
                </a:solidFill>
                <a:latin typeface="Arial"/>
              </a:rPr>
              <a:t>Today's agenda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606708-CE8B-1FAE-C2DC-A2C2D058C5AA}"/>
              </a:ext>
            </a:extLst>
          </p:cNvPr>
          <p:cNvGrpSpPr>
            <a:grpSpLocks/>
          </p:cNvGrpSpPr>
          <p:nvPr/>
        </p:nvGrpSpPr>
        <p:grpSpPr>
          <a:xfrm>
            <a:off x="554736" y="1325420"/>
            <a:ext cx="11082528" cy="822960"/>
            <a:chOff x="554736" y="1438634"/>
            <a:chExt cx="11082528" cy="822960"/>
          </a:xfrm>
        </p:grpSpPr>
        <p:sp>
          <p:nvSpPr>
            <p:cNvPr id="4" name="Rounded Rectangle 3"/>
            <p:cNvSpPr/>
            <p:nvPr/>
          </p:nvSpPr>
          <p:spPr>
            <a:xfrm>
              <a:off x="554736" y="1438634"/>
              <a:ext cx="11082528" cy="822960"/>
            </a:xfrm>
            <a:prstGeom prst="roundRect">
              <a:avLst>
                <a:gd name="adj" fmla="val 5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DDE3E2"/>
              </a:solidFill>
            </a:ln>
            <a:effectLst>
              <a:outerShdw blurRad="70000" dist="25000" dir="5400000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8432" y="1698791"/>
              <a:ext cx="8686800" cy="302647"/>
            </a:xfrm>
            <a:prstGeom prst="rect">
              <a:avLst/>
            </a:prstGeom>
            <a:noFill/>
          </p:spPr>
          <p:txBody>
            <a:bodyPr wrap="square" lIns="25400" tIns="12700" rIns="25400" bIns="12700" anchor="ctr">
              <a:spAutoFit/>
            </a:bodyPr>
            <a:lstStyle/>
            <a:p>
              <a:pPr algn="l"/>
              <a:r>
                <a:rPr lang="tr-TR" b="1" i="0" dirty="0">
                  <a:solidFill>
                    <a:srgbClr val="333333"/>
                  </a:solidFill>
                  <a:latin typeface="Arial"/>
                </a:rPr>
                <a:t>Progress update and roadmap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2B6289A-C6E7-5BFC-2527-A7C08C4B4E18}"/>
              </a:ext>
            </a:extLst>
          </p:cNvPr>
          <p:cNvGrpSpPr>
            <a:grpSpLocks/>
          </p:cNvGrpSpPr>
          <p:nvPr/>
        </p:nvGrpSpPr>
        <p:grpSpPr>
          <a:xfrm>
            <a:off x="557784" y="5312733"/>
            <a:ext cx="11082528" cy="822960"/>
            <a:chOff x="557784" y="5425946"/>
            <a:chExt cx="11082528" cy="822960"/>
          </a:xfrm>
        </p:grpSpPr>
        <p:sp>
          <p:nvSpPr>
            <p:cNvPr id="21" name="Rounded Rectangle 20"/>
            <p:cNvSpPr/>
            <p:nvPr/>
          </p:nvSpPr>
          <p:spPr>
            <a:xfrm>
              <a:off x="557784" y="5425946"/>
              <a:ext cx="11082528" cy="82296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3E2"/>
              </a:solidFill>
            </a:ln>
            <a:effectLst>
              <a:outerShdw blurRad="70000" dist="25000" dir="5400000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78432" y="5686102"/>
              <a:ext cx="8686800" cy="302647"/>
            </a:xfrm>
            <a:prstGeom prst="rect">
              <a:avLst/>
            </a:prstGeom>
            <a:noFill/>
          </p:spPr>
          <p:txBody>
            <a:bodyPr wrap="square" lIns="25400" tIns="12700" rIns="25400" bIns="12700" anchor="ctr">
              <a:spAutoFit/>
            </a:bodyPr>
            <a:lstStyle/>
            <a:p>
              <a:pPr algn="l"/>
              <a:r>
                <a:rPr b="1" i="0" dirty="0">
                  <a:solidFill>
                    <a:srgbClr val="333333"/>
                  </a:solidFill>
                  <a:latin typeface="Arial"/>
                </a:rPr>
                <a:t>Next steps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817879F-8D2B-2045-1DD1-7CC5CA521D3A}"/>
              </a:ext>
            </a:extLst>
          </p:cNvPr>
          <p:cNvGrpSpPr/>
          <p:nvPr/>
        </p:nvGrpSpPr>
        <p:grpSpPr>
          <a:xfrm>
            <a:off x="554736" y="2300537"/>
            <a:ext cx="11082528" cy="2872594"/>
            <a:chOff x="554736" y="2529139"/>
            <a:chExt cx="11082528" cy="2872594"/>
          </a:xfrm>
        </p:grpSpPr>
        <p:sp>
          <p:nvSpPr>
            <p:cNvPr id="29" name="Rounded Rectangle 3">
              <a:extLst>
                <a:ext uri="{FF2B5EF4-FFF2-40B4-BE49-F238E27FC236}">
                  <a16:creationId xmlns:a16="http://schemas.microsoft.com/office/drawing/2014/main" id="{123EFE98-8079-C957-0E79-AD78F5D1B562}"/>
                </a:ext>
              </a:extLst>
            </p:cNvPr>
            <p:cNvSpPr/>
            <p:nvPr/>
          </p:nvSpPr>
          <p:spPr>
            <a:xfrm>
              <a:off x="554736" y="2529139"/>
              <a:ext cx="11082528" cy="2872594"/>
            </a:xfrm>
            <a:prstGeom prst="roundRect">
              <a:avLst>
                <a:gd name="adj" fmla="val 3400"/>
              </a:avLst>
            </a:prstGeom>
            <a:solidFill>
              <a:srgbClr val="FFFFFF"/>
            </a:solidFill>
            <a:ln w="9525">
              <a:solidFill>
                <a:srgbClr val="DDE3E2"/>
              </a:solidFill>
            </a:ln>
            <a:effectLst>
              <a:outerShdw blurRad="70000" dist="25000" dir="5400000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A902D68-EC2E-37B9-89F4-547CCFA5943F}"/>
                </a:ext>
              </a:extLst>
            </p:cNvPr>
            <p:cNvGrpSpPr/>
            <p:nvPr/>
          </p:nvGrpSpPr>
          <p:grpSpPr>
            <a:xfrm>
              <a:off x="778432" y="2740109"/>
              <a:ext cx="10001864" cy="2450654"/>
              <a:chOff x="778432" y="2763169"/>
              <a:chExt cx="10001864" cy="2450654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43DA2D5-1FA4-6F4E-7C6E-04296AC3E698}"/>
                  </a:ext>
                </a:extLst>
              </p:cNvPr>
              <p:cNvSpPr txBox="1"/>
              <p:nvPr/>
            </p:nvSpPr>
            <p:spPr>
              <a:xfrm>
                <a:off x="778432" y="2763169"/>
                <a:ext cx="8686800" cy="302647"/>
              </a:xfrm>
              <a:prstGeom prst="rect">
                <a:avLst/>
              </a:prstGeom>
              <a:noFill/>
            </p:spPr>
            <p:txBody>
              <a:bodyPr wrap="square" lIns="25400" tIns="12700" rIns="25400" bIns="12700" anchor="ctr">
                <a:spAutoFit/>
              </a:bodyPr>
              <a:lstStyle/>
              <a:p>
                <a:pPr algn="l"/>
                <a:r>
                  <a:rPr lang="tr-TR" b="1" i="0" dirty="0">
                    <a:solidFill>
                      <a:srgbClr val="333333"/>
                    </a:solidFill>
                    <a:latin typeface="Arial"/>
                  </a:rPr>
                  <a:t>PoC reviews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1DF4C25-6BE9-F290-0D11-CB3DC95F02A8}"/>
                  </a:ext>
                </a:extLst>
              </p:cNvPr>
              <p:cNvSpPr txBox="1"/>
              <p:nvPr/>
            </p:nvSpPr>
            <p:spPr>
              <a:xfrm>
                <a:off x="778432" y="3244053"/>
                <a:ext cx="10001864" cy="1969770"/>
              </a:xfrm>
              <a:prstGeom prst="rect">
                <a:avLst/>
              </a:prstGeom>
            </p:spPr>
            <p:txBody>
              <a:bodyPr vert="horz" wrap="square" lIns="0" tIns="0" rIns="0" bIns="0" rtlCol="0" anchor="t" anchorCtr="0">
                <a:spAutoFit/>
              </a:bodyPr>
              <a:lstStyle>
                <a:lvl1pPr lvl="0" indent="0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Segoe UI" panose="020B0502040204020203" pitchFamily="34" charset="0"/>
                  <a:buChar char="​"/>
                  <a:defRPr lang="en-US" sz="1600" dirty="0">
                    <a:cs typeface="Arial" panose="020B0604020202020204" pitchFamily="34" charset="0"/>
                  </a:defRPr>
                </a:lvl1pPr>
                <a:lvl2pPr marL="228600" lvl="1" indent="-22860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10000"/>
                  <a:buFont typeface="Wingdings" panose="05000000000000000000" pitchFamily="2" charset="2"/>
                  <a:buChar char=""/>
                  <a:defRPr lang="en-US" sz="1600" dirty="0"/>
                </a:lvl2pPr>
                <a:lvl3pPr marL="438912" lvl="2" indent="-210312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10000"/>
                  <a:buFont typeface="Arial" panose="020B0604020202020204" pitchFamily="34" charset="0"/>
                  <a:buChar char="‒"/>
                  <a:defRPr lang="en-US" sz="1600" dirty="0"/>
                </a:lvl3pPr>
                <a:lvl4pPr marL="594360" lvl="3" indent="-155448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•"/>
                  <a:defRPr lang="en-US" sz="1600" dirty="0"/>
                </a:lvl4pPr>
                <a:lvl5pPr marL="813816" lvl="4" indent="-146304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̶"/>
                  <a:defRPr lang="en-US" sz="1600" dirty="0"/>
                </a:lvl5pPr>
                <a:lvl6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6pPr>
                <a:lvl7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7pPr>
                <a:lvl8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8pPr>
                <a:lvl9pPr marL="1085850" indent="-171450">
                  <a:lnSpc>
                    <a:spcPct val="100000"/>
                  </a:lnSpc>
                  <a:spcBef>
                    <a:spcPts val="0"/>
                  </a:spcBef>
                  <a:spcAft>
                    <a:spcPts val="300"/>
                  </a:spcAft>
                  <a:buSzPct val="100000"/>
                  <a:buFont typeface="Arial" panose="020B0604020202020204" pitchFamily="34" charset="0"/>
                  <a:buChar char="▫"/>
                  <a:defRPr sz="1600">
                    <a:cs typeface="Arial" panose="020B0604020202020204" pitchFamily="34" charset="0"/>
                  </a:defRPr>
                </a:lvl9pPr>
              </a:lstStyle>
              <a:p>
                <a:pPr lvl="1">
                  <a:spcAft>
                    <a:spcPts val="2400"/>
                  </a:spcAft>
                </a:pPr>
                <a:r>
                  <a:rPr lang="tr-TR" sz="1700" b="1" dirty="0">
                    <a:solidFill>
                      <a:srgbClr val="333333"/>
                    </a:solidFill>
                  </a:rPr>
                  <a:t>AI-based unified BoQ: MEP</a:t>
                </a:r>
              </a:p>
              <a:p>
                <a:pPr lvl="1">
                  <a:spcAft>
                    <a:spcPts val="2400"/>
                  </a:spcAft>
                </a:pPr>
                <a:r>
                  <a:rPr lang="tr-TR" sz="1700" b="1" dirty="0">
                    <a:solidFill>
                      <a:srgbClr val="333333"/>
                    </a:solidFill>
                  </a:rPr>
                  <a:t>CAPEX estimation: MEP</a:t>
                </a:r>
              </a:p>
              <a:p>
                <a:pPr lvl="1">
                  <a:spcAft>
                    <a:spcPts val="2400"/>
                  </a:spcAft>
                </a:pPr>
                <a:r>
                  <a:rPr lang="tr-TR" sz="1700" b="1" dirty="0">
                    <a:solidFill>
                      <a:srgbClr val="333333"/>
                    </a:solidFill>
                  </a:rPr>
                  <a:t>CAPEX estimation: Project Brief workflow initial draft</a:t>
                </a:r>
              </a:p>
              <a:p>
                <a:pPr lvl="1">
                  <a:spcAft>
                    <a:spcPts val="2400"/>
                  </a:spcAft>
                </a:pPr>
                <a:r>
                  <a:rPr lang="tr-TR" sz="1700" b="1" dirty="0">
                    <a:solidFill>
                      <a:srgbClr val="333333"/>
                    </a:solidFill>
                  </a:rPr>
                  <a:t>Construction control tower design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4052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3074A10B-B18F-CD27-30B1-101D8FE900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23312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74A10B-B18F-CD27-30B1-101D8FE900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4736" y="172212"/>
            <a:ext cx="11082528" cy="731520"/>
          </a:xfrm>
        </p:spPr>
        <p:txBody>
          <a:bodyPr vert="horz" wrap="square">
            <a:noAutofit/>
          </a:bodyPr>
          <a:lstStyle/>
          <a:p>
            <a:r>
              <a:rPr lang="tr-TR" sz="2500" b="1" dirty="0">
                <a:solidFill>
                  <a:srgbClr val="333333"/>
                </a:solidFill>
                <a:latin typeface="Arial"/>
              </a:rPr>
              <a:t>Recap: 3 solutions in one connected workflow on a single AI platform</a:t>
            </a:r>
            <a:br>
              <a:rPr lang="tr-TR" sz="2500" b="1" dirty="0">
                <a:solidFill>
                  <a:srgbClr val="333333"/>
                </a:solidFill>
                <a:latin typeface="Arial"/>
              </a:rPr>
            </a:br>
            <a:endParaRPr lang="tr-TR" sz="25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7" name="Rounded Rectangle 26">
            <a:extLst>
              <a:ext uri="{FF2B5EF4-FFF2-40B4-BE49-F238E27FC236}">
                <a16:creationId xmlns:a16="http://schemas.microsoft.com/office/drawing/2014/main" id="{054791EA-43DE-1CC8-0B38-E1641E9EAACF}"/>
              </a:ext>
            </a:extLst>
          </p:cNvPr>
          <p:cNvSpPr/>
          <p:nvPr/>
        </p:nvSpPr>
        <p:spPr>
          <a:xfrm>
            <a:off x="554736" y="4140837"/>
            <a:ext cx="11082528" cy="2284901"/>
          </a:xfrm>
          <a:prstGeom prst="roundRect">
            <a:avLst>
              <a:gd name="adj" fmla="val 0"/>
            </a:avLst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defRPr/>
            </a:pPr>
            <a:r>
              <a:rPr lang="tr-TR" b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FOUNDATIONS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54736" y="737419"/>
            <a:ext cx="11082528" cy="3205930"/>
          </a:xfrm>
          <a:prstGeom prst="roundRect">
            <a:avLst>
              <a:gd name="adj" fmla="val 0"/>
            </a:avLst>
          </a:prstGeom>
          <a:solidFill>
            <a:srgbClr val="EAF1F0"/>
          </a:solidFill>
          <a:ln>
            <a:noFill/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defRPr/>
            </a:pPr>
            <a:r>
              <a:rPr lang="tr-TR" b="1" dirty="0">
                <a:solidFill>
                  <a:srgbClr val="377A6C"/>
                </a:solidFill>
                <a:latin typeface="+mj-lt"/>
              </a:rPr>
              <a:t>SINGLE PRE AI PLATFORM FOR ALL IN-HOUSE SOLUTIONS</a:t>
            </a:r>
            <a:endParaRPr lang="en-US" b="1" dirty="0">
              <a:solidFill>
                <a:srgbClr val="377A6C"/>
              </a:solidFill>
              <a:latin typeface="+mj-lt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453A4F6-DD97-CA84-8098-49E157BA4AC6}"/>
              </a:ext>
            </a:extLst>
          </p:cNvPr>
          <p:cNvGrpSpPr/>
          <p:nvPr/>
        </p:nvGrpSpPr>
        <p:grpSpPr>
          <a:xfrm>
            <a:off x="620867" y="1156358"/>
            <a:ext cx="5312145" cy="2636276"/>
            <a:chOff x="620867" y="1485008"/>
            <a:chExt cx="5312145" cy="2471852"/>
          </a:xfrm>
        </p:grpSpPr>
        <p:sp>
          <p:nvSpPr>
            <p:cNvPr id="5" name="Chevron 4"/>
            <p:cNvSpPr/>
            <p:nvPr/>
          </p:nvSpPr>
          <p:spPr>
            <a:xfrm>
              <a:off x="2393301" y="1485008"/>
              <a:ext cx="1767277" cy="660000"/>
            </a:xfrm>
            <a:prstGeom prst="chevron">
              <a:avLst>
                <a:gd name="adj" fmla="val 18000"/>
              </a:avLst>
            </a:prstGeom>
            <a:solidFill>
              <a:srgbClr val="377A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25400" rIns="63500" bIns="25400" rtlCol="0" anchor="ctr"/>
            <a:lstStyle/>
            <a:p>
              <a:pPr algn="ctr"/>
              <a:r>
                <a:rPr sz="1600" b="1" i="0" dirty="0">
                  <a:solidFill>
                    <a:srgbClr val="FFFFFF"/>
                  </a:solidFill>
                  <a:latin typeface="+mj-lt"/>
                </a:rPr>
                <a:t>Concept design</a:t>
              </a:r>
            </a:p>
          </p:txBody>
        </p:sp>
        <p:sp>
          <p:nvSpPr>
            <p:cNvPr id="4" name="Pentagon 3"/>
            <p:cNvSpPr/>
            <p:nvPr/>
          </p:nvSpPr>
          <p:spPr>
            <a:xfrm>
              <a:off x="620867" y="1485008"/>
              <a:ext cx="1767277" cy="660000"/>
            </a:xfrm>
            <a:prstGeom prst="homePlate">
              <a:avLst>
                <a:gd name="adj" fmla="val 18000"/>
              </a:avLst>
            </a:prstGeom>
            <a:solidFill>
              <a:srgbClr val="377A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25400" rIns="63500" bIns="25400" rtlCol="0" anchor="ctr"/>
            <a:lstStyle/>
            <a:p>
              <a:pPr algn="ctr"/>
              <a:r>
                <a:rPr sz="1600" b="1" i="0" dirty="0">
                  <a:solidFill>
                    <a:srgbClr val="FFFFFF"/>
                  </a:solidFill>
                  <a:latin typeface="+mj-lt"/>
                </a:rPr>
                <a:t>Project brief </a:t>
              </a:r>
            </a:p>
          </p:txBody>
        </p:sp>
        <p:sp>
          <p:nvSpPr>
            <p:cNvPr id="6" name="Chevron 5"/>
            <p:cNvSpPr/>
            <p:nvPr/>
          </p:nvSpPr>
          <p:spPr>
            <a:xfrm>
              <a:off x="4165735" y="1485008"/>
              <a:ext cx="1767277" cy="660000"/>
            </a:xfrm>
            <a:prstGeom prst="chevron">
              <a:avLst>
                <a:gd name="adj" fmla="val 18000"/>
              </a:avLst>
            </a:prstGeom>
            <a:solidFill>
              <a:srgbClr val="377A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25400" rIns="63500" bIns="25400" rtlCol="0" anchor="ctr"/>
            <a:lstStyle/>
            <a:p>
              <a:pPr algn="ctr"/>
              <a:r>
                <a:rPr sz="1600" b="1" i="0" dirty="0">
                  <a:solidFill>
                    <a:srgbClr val="FFFFFF"/>
                  </a:solidFill>
                  <a:latin typeface="+mj-lt"/>
                </a:rPr>
                <a:t>Technical design</a:t>
              </a:r>
            </a:p>
          </p:txBody>
        </p:sp>
        <p:sp>
          <p:nvSpPr>
            <p:cNvPr id="9" name="Rounded Rectangle 8"/>
            <p:cNvSpPr>
              <a:spLocks/>
            </p:cNvSpPr>
            <p:nvPr/>
          </p:nvSpPr>
          <p:spPr>
            <a:xfrm>
              <a:off x="620868" y="2330180"/>
              <a:ext cx="5251170" cy="162668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3E2"/>
              </a:solidFill>
            </a:ln>
            <a:effectLst>
              <a:outerShdw blurRad="70000" dist="25000" dir="5400000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r>
                <a:rPr lang="en-US" b="1" dirty="0">
                  <a:solidFill>
                    <a:srgbClr val="333333"/>
                  </a:solidFill>
                  <a:latin typeface="+mj-lt"/>
                </a:rPr>
                <a:t>CAPEX estimation</a:t>
              </a:r>
            </a:p>
            <a:p>
              <a:r>
                <a:rPr lang="en-US" sz="1600" dirty="0">
                  <a:solidFill>
                    <a:srgbClr val="444444"/>
                  </a:solidFill>
                  <a:latin typeface="+mj-lt"/>
                </a:rPr>
                <a:t>Estimate project cost in different </a:t>
              </a:r>
              <a:r>
                <a:rPr lang="tr-TR" sz="1600" dirty="0">
                  <a:solidFill>
                    <a:srgbClr val="444444"/>
                  </a:solidFill>
                  <a:latin typeface="+mj-lt"/>
                </a:rPr>
                <a:t>detail </a:t>
              </a:r>
              <a:r>
                <a:rPr lang="en-US" sz="1600" dirty="0">
                  <a:solidFill>
                    <a:srgbClr val="444444"/>
                  </a:solidFill>
                  <a:latin typeface="+mj-lt"/>
                </a:rPr>
                <a:t>levels using historical </a:t>
              </a:r>
              <a:r>
                <a:rPr lang="tr-TR" sz="1600" dirty="0">
                  <a:solidFill>
                    <a:srgbClr val="444444"/>
                  </a:solidFill>
                  <a:latin typeface="+mj-lt"/>
                </a:rPr>
                <a:t>data</a:t>
              </a:r>
              <a:r>
                <a:rPr lang="en-US" sz="1600" dirty="0">
                  <a:solidFill>
                    <a:srgbClr val="444444"/>
                  </a:solidFill>
                  <a:latin typeface="+mj-lt"/>
                </a:rPr>
                <a:t> and item-level price forecasting model</a:t>
              </a:r>
            </a:p>
            <a:p>
              <a:endParaRPr lang="en-US" b="1" dirty="0">
                <a:solidFill>
                  <a:srgbClr val="333333"/>
                </a:solidFill>
                <a:latin typeface="+mj-lt"/>
              </a:endParaRPr>
            </a:p>
          </p:txBody>
        </p:sp>
        <p:sp>
          <p:nvSpPr>
            <p:cNvPr id="10" name="Rounded Rectangle 47">
              <a:extLst>
                <a:ext uri="{FF2B5EF4-FFF2-40B4-BE49-F238E27FC236}">
                  <a16:creationId xmlns:a16="http://schemas.microsoft.com/office/drawing/2014/main" id="{08D72E48-914D-75C5-3C3F-4D684F04814C}"/>
                </a:ext>
              </a:extLst>
            </p:cNvPr>
            <p:cNvSpPr/>
            <p:nvPr/>
          </p:nvSpPr>
          <p:spPr>
            <a:xfrm>
              <a:off x="713053" y="3526462"/>
              <a:ext cx="1740587" cy="299887"/>
            </a:xfrm>
            <a:prstGeom prst="roundRect">
              <a:avLst>
                <a:gd name="adj" fmla="val 35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25400" rIns="63500" bIns="25400" rtlCol="0" anchor="ctr"/>
            <a:lstStyle/>
            <a:p>
              <a:pPr algn="ctr"/>
              <a:r>
                <a:rPr lang="tr-TR" sz="1400" b="1" i="0" dirty="0">
                  <a:solidFill>
                    <a:srgbClr val="FFFFFF"/>
                  </a:solidFill>
                  <a:latin typeface="Arial"/>
                </a:rPr>
                <a:t>Today’s agenda</a:t>
              </a:r>
              <a:endParaRPr sz="1400" b="1" i="0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AEF9EFF-0CD3-70A8-2DCE-A50F57FF929F}"/>
              </a:ext>
            </a:extLst>
          </p:cNvPr>
          <p:cNvGrpSpPr/>
          <p:nvPr/>
        </p:nvGrpSpPr>
        <p:grpSpPr>
          <a:xfrm>
            <a:off x="8757230" y="1156358"/>
            <a:ext cx="2813903" cy="2636275"/>
            <a:chOff x="8757230" y="1485008"/>
            <a:chExt cx="2813903" cy="2471851"/>
          </a:xfrm>
        </p:grpSpPr>
        <p:sp>
          <p:nvSpPr>
            <p:cNvPr id="8" name="Chevron 7"/>
            <p:cNvSpPr>
              <a:spLocks/>
            </p:cNvSpPr>
            <p:nvPr/>
          </p:nvSpPr>
          <p:spPr>
            <a:xfrm>
              <a:off x="8757230" y="1485008"/>
              <a:ext cx="2813903" cy="660000"/>
            </a:xfrm>
            <a:prstGeom prst="chevron">
              <a:avLst>
                <a:gd name="adj" fmla="val 18000"/>
              </a:avLst>
            </a:prstGeom>
            <a:solidFill>
              <a:srgbClr val="377A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25400" rIns="63500" bIns="25400" rtlCol="0" anchor="ctr">
              <a:noAutofit/>
            </a:bodyPr>
            <a:lstStyle/>
            <a:p>
              <a:pPr algn="ctr"/>
              <a:r>
                <a:rPr sz="1600" b="1" i="0" dirty="0">
                  <a:solidFill>
                    <a:srgbClr val="FFFFFF"/>
                  </a:solidFill>
                  <a:latin typeface="+mj-lt"/>
                </a:rPr>
                <a:t>Construction</a:t>
              </a:r>
            </a:p>
          </p:txBody>
        </p:sp>
        <p:sp>
          <p:nvSpPr>
            <p:cNvPr id="21" name="Rounded Rectangle 20"/>
            <p:cNvSpPr>
              <a:spLocks/>
            </p:cNvSpPr>
            <p:nvPr/>
          </p:nvSpPr>
          <p:spPr>
            <a:xfrm>
              <a:off x="8806886" y="2330179"/>
              <a:ext cx="2714590" cy="162668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3E2"/>
              </a:solidFill>
            </a:ln>
            <a:effectLst>
              <a:outerShdw blurRad="70000" dist="25000" dir="5400000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Construction </a:t>
              </a:r>
              <a:r>
                <a:rPr kumimoji="0" lang="tr-TR" b="1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control tower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Monitor progress and budget in one view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8" name="Rounded Rectangle 47">
              <a:extLst>
                <a:ext uri="{FF2B5EF4-FFF2-40B4-BE49-F238E27FC236}">
                  <a16:creationId xmlns:a16="http://schemas.microsoft.com/office/drawing/2014/main" id="{08D72E48-914D-75C5-3C3F-4D684F04814C}"/>
                </a:ext>
              </a:extLst>
            </p:cNvPr>
            <p:cNvSpPr/>
            <p:nvPr/>
          </p:nvSpPr>
          <p:spPr>
            <a:xfrm>
              <a:off x="8940337" y="3524597"/>
              <a:ext cx="1737360" cy="301752"/>
            </a:xfrm>
            <a:prstGeom prst="roundRect">
              <a:avLst>
                <a:gd name="adj" fmla="val 35000"/>
              </a:avLst>
            </a:prstGeom>
            <a:solidFill>
              <a:srgbClr val="0070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25400" rIns="63500" bIns="25400" rtlCol="0" anchor="ctr"/>
            <a:lstStyle/>
            <a:p>
              <a:pPr algn="ctr"/>
              <a:r>
                <a:rPr lang="tr-TR" sz="1400" b="1" i="0" dirty="0">
                  <a:solidFill>
                    <a:srgbClr val="FFFFFF"/>
                  </a:solidFill>
                  <a:latin typeface="Arial"/>
                </a:rPr>
                <a:t>Today’s agenda</a:t>
              </a:r>
              <a:endParaRPr sz="1400" b="1" i="0" dirty="0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11450E-2E66-BA55-DE3B-4F9FAFBA8F72}"/>
              </a:ext>
            </a:extLst>
          </p:cNvPr>
          <p:cNvGrpSpPr/>
          <p:nvPr/>
        </p:nvGrpSpPr>
        <p:grpSpPr>
          <a:xfrm>
            <a:off x="5938170" y="1156358"/>
            <a:ext cx="2813903" cy="2636275"/>
            <a:chOff x="5938169" y="1485008"/>
            <a:chExt cx="2813903" cy="2471851"/>
          </a:xfrm>
        </p:grpSpPr>
        <p:sp>
          <p:nvSpPr>
            <p:cNvPr id="7" name="Chevron 6"/>
            <p:cNvSpPr>
              <a:spLocks/>
            </p:cNvSpPr>
            <p:nvPr/>
          </p:nvSpPr>
          <p:spPr>
            <a:xfrm>
              <a:off x="5938169" y="1485008"/>
              <a:ext cx="2813903" cy="660000"/>
            </a:xfrm>
            <a:prstGeom prst="chevron">
              <a:avLst>
                <a:gd name="adj" fmla="val 18000"/>
              </a:avLst>
            </a:prstGeom>
            <a:solidFill>
              <a:srgbClr val="377A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25400" rIns="63500" bIns="25400" rtlCol="0" anchor="ctr">
              <a:noAutofit/>
            </a:bodyPr>
            <a:lstStyle/>
            <a:p>
              <a:pPr algn="ctr"/>
              <a:r>
                <a:rPr sz="1600" b="1" i="0" dirty="0">
                  <a:solidFill>
                    <a:srgbClr val="FFFFFF"/>
                  </a:solidFill>
                  <a:latin typeface="+mj-lt"/>
                </a:rPr>
                <a:t>Tender</a:t>
              </a:r>
            </a:p>
          </p:txBody>
        </p:sp>
        <p:sp>
          <p:nvSpPr>
            <p:cNvPr id="15" name="Rounded Rectangle 14"/>
            <p:cNvSpPr>
              <a:spLocks/>
            </p:cNvSpPr>
            <p:nvPr/>
          </p:nvSpPr>
          <p:spPr>
            <a:xfrm>
              <a:off x="5987825" y="2330179"/>
              <a:ext cx="2714590" cy="162668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DDE3E2"/>
              </a:solidFill>
            </a:ln>
            <a:effectLst>
              <a:outerShdw blurRad="70000" dist="25000" dir="5400000" rotWithShape="0">
                <a:srgbClr val="000000">
                  <a:alpha val="11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tr-TR" b="1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Tender bid evaluation</a:t>
              </a:r>
              <a:endPara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Compare bids on unified </a:t>
              </a:r>
              <a:r>
                <a:rPr kumimoji="0" 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BoQ</a:t>
              </a:r>
              <a:r>
                <a:rPr lang="tr-TR" sz="1600" dirty="0">
                  <a:solidFill>
                    <a:srgbClr val="444444"/>
                  </a:solidFill>
                  <a:latin typeface="+mj-lt"/>
                </a:rPr>
                <a:t> with </a:t>
              </a:r>
              <a:r>
                <a:rPr kumimoji="0" lang="tr-TR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AI-suggested prices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444444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and flag</a:t>
              </a:r>
              <a:r>
                <a:rPr lang="tr-TR" sz="1600" dirty="0">
                  <a:solidFill>
                    <a:srgbClr val="444444"/>
                  </a:solidFill>
                  <a:latin typeface="+mj-lt"/>
                </a:rPr>
                <a:t>s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2" name="Rounded Rectangle 47">
              <a:extLst>
                <a:ext uri="{FF2B5EF4-FFF2-40B4-BE49-F238E27FC236}">
                  <a16:creationId xmlns:a16="http://schemas.microsoft.com/office/drawing/2014/main" id="{7376E30C-D2DE-C339-D87C-B6D6447CE6A6}"/>
                </a:ext>
              </a:extLst>
            </p:cNvPr>
            <p:cNvSpPr/>
            <p:nvPr/>
          </p:nvSpPr>
          <p:spPr>
            <a:xfrm>
              <a:off x="6106901" y="3526462"/>
              <a:ext cx="1740587" cy="299887"/>
            </a:xfrm>
            <a:prstGeom prst="roundRect">
              <a:avLst>
                <a:gd name="adj" fmla="val 35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25400" rIns="63500" bIns="25400" rtlCol="0" anchor="ctr"/>
            <a:lstStyle/>
            <a:p>
              <a:pPr algn="ctr"/>
              <a:r>
                <a:rPr lang="tr-TR" sz="1400" b="1" i="0" dirty="0">
                  <a:solidFill>
                    <a:schemeClr val="bg1">
                      <a:lumMod val="65000"/>
                    </a:schemeClr>
                  </a:solidFill>
                  <a:latin typeface="Arial"/>
                </a:rPr>
                <a:t>To start in Oct-26</a:t>
              </a:r>
              <a:endParaRPr sz="1400" b="1" i="0" dirty="0">
                <a:solidFill>
                  <a:schemeClr val="bg1">
                    <a:lumMod val="65000"/>
                  </a:schemeClr>
                </a:solidFill>
                <a:latin typeface="Arial"/>
              </a:endParaRPr>
            </a:p>
          </p:txBody>
        </p:sp>
      </p:grpSp>
      <p:sp>
        <p:nvSpPr>
          <p:cNvPr id="11" name="Rounded Rectangle 29">
            <a:extLst>
              <a:ext uri="{FF2B5EF4-FFF2-40B4-BE49-F238E27FC236}">
                <a16:creationId xmlns:a16="http://schemas.microsoft.com/office/drawing/2014/main" id="{FAF98E28-5A2F-78CB-05B3-C7234B2B6920}"/>
              </a:ext>
            </a:extLst>
          </p:cNvPr>
          <p:cNvSpPr>
            <a:spLocks/>
          </p:cNvSpPr>
          <p:nvPr/>
        </p:nvSpPr>
        <p:spPr>
          <a:xfrm>
            <a:off x="700856" y="5619738"/>
            <a:ext cx="10827052" cy="50576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>
            <a:noAutofit/>
          </a:bodyPr>
          <a:lstStyle/>
          <a:p>
            <a:pPr algn="ctr"/>
            <a:r>
              <a:rPr lang="tr-TR" b="1" dirty="0">
                <a:solidFill>
                  <a:srgbClr val="333333"/>
                </a:solidFill>
                <a:latin typeface="+mj-lt"/>
              </a:rPr>
              <a:t>Agentic workflow design</a:t>
            </a:r>
            <a:endParaRPr lang="en-US" b="1" i="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085911" y="4581677"/>
            <a:ext cx="3441997" cy="9332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tr-TR" b="1" dirty="0">
                <a:solidFill>
                  <a:srgbClr val="333333"/>
                </a:solidFill>
                <a:latin typeface="+mj-lt"/>
              </a:rPr>
              <a:t>PRE </a:t>
            </a:r>
            <a:r>
              <a:rPr b="1" i="0" dirty="0">
                <a:solidFill>
                  <a:srgbClr val="333333"/>
                </a:solidFill>
                <a:latin typeface="+mj-lt"/>
              </a:rPr>
              <a:t>AI stack</a:t>
            </a:r>
            <a:endParaRPr lang="tr-TR" b="1" i="0" dirty="0">
              <a:solidFill>
                <a:srgbClr val="333333"/>
              </a:solidFill>
              <a:latin typeface="+mj-lt"/>
            </a:endParaRPr>
          </a:p>
          <a:p>
            <a:pPr algn="ctr"/>
            <a:endParaRPr lang="tr-TR" b="1" i="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00856" y="4581677"/>
            <a:ext cx="3441997" cy="9332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en-US" b="1" i="0" dirty="0">
                <a:solidFill>
                  <a:srgbClr val="333333"/>
                </a:solidFill>
                <a:latin typeface="+mj-lt"/>
              </a:rPr>
              <a:t>PRE </a:t>
            </a:r>
            <a:r>
              <a:rPr lang="tr-TR" b="1" i="0" dirty="0">
                <a:solidFill>
                  <a:srgbClr val="333333"/>
                </a:solidFill>
                <a:latin typeface="+mj-lt"/>
              </a:rPr>
              <a:t>core data lake</a:t>
            </a:r>
          </a:p>
          <a:p>
            <a:pPr algn="ctr"/>
            <a:endParaRPr lang="tr-TR" b="1" i="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93385" y="4581677"/>
            <a:ext cx="3441997" cy="9332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tr-TR" b="1" i="0" dirty="0">
                <a:solidFill>
                  <a:srgbClr val="333333"/>
                </a:solidFill>
                <a:latin typeface="+mj-lt"/>
              </a:rPr>
              <a:t>AI-based unified BoQ</a:t>
            </a:r>
          </a:p>
          <a:p>
            <a:pPr algn="ctr"/>
            <a:endParaRPr lang="tr-TR" b="1" i="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3" name="Rounded Rectangle 47">
            <a:extLst>
              <a:ext uri="{FF2B5EF4-FFF2-40B4-BE49-F238E27FC236}">
                <a16:creationId xmlns:a16="http://schemas.microsoft.com/office/drawing/2014/main" id="{B815AF72-D6F3-6FF3-4477-C2355C338D5E}"/>
              </a:ext>
            </a:extLst>
          </p:cNvPr>
          <p:cNvSpPr/>
          <p:nvPr/>
        </p:nvSpPr>
        <p:spPr>
          <a:xfrm>
            <a:off x="5225706" y="5100045"/>
            <a:ext cx="1740587" cy="319835"/>
          </a:xfrm>
          <a:prstGeom prst="roundRect">
            <a:avLst>
              <a:gd name="adj" fmla="val 3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/>
          <a:lstStyle/>
          <a:p>
            <a:pPr algn="ctr"/>
            <a:r>
              <a:rPr lang="tr-TR" sz="1400" b="1" i="0" dirty="0">
                <a:solidFill>
                  <a:srgbClr val="FFFFFF"/>
                </a:solidFill>
                <a:latin typeface="Arial"/>
              </a:rPr>
              <a:t>Today’s agenda</a:t>
            </a:r>
            <a:endParaRPr sz="1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Rounded Rectangle 47">
            <a:extLst>
              <a:ext uri="{FF2B5EF4-FFF2-40B4-BE49-F238E27FC236}">
                <a16:creationId xmlns:a16="http://schemas.microsoft.com/office/drawing/2014/main" id="{1F34C872-EB58-5AD7-B3FF-93B812B6930F}"/>
              </a:ext>
            </a:extLst>
          </p:cNvPr>
          <p:cNvSpPr/>
          <p:nvPr/>
        </p:nvSpPr>
        <p:spPr>
          <a:xfrm>
            <a:off x="1551561" y="5100045"/>
            <a:ext cx="1740587" cy="319835"/>
          </a:xfrm>
          <a:prstGeom prst="roundRect">
            <a:avLst>
              <a:gd name="adj" fmla="val 35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/>
          <a:lstStyle/>
          <a:p>
            <a:pPr algn="ctr"/>
            <a:r>
              <a:rPr lang="tr-TR" sz="1400" b="1" i="0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Ongoing</a:t>
            </a:r>
            <a:endParaRPr sz="1400" b="1" i="0" dirty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6" name="Rounded Rectangle 47">
            <a:extLst>
              <a:ext uri="{FF2B5EF4-FFF2-40B4-BE49-F238E27FC236}">
                <a16:creationId xmlns:a16="http://schemas.microsoft.com/office/drawing/2014/main" id="{790B99B7-BE00-03D2-7636-2C7C12DFC9F2}"/>
              </a:ext>
            </a:extLst>
          </p:cNvPr>
          <p:cNvSpPr/>
          <p:nvPr/>
        </p:nvSpPr>
        <p:spPr>
          <a:xfrm>
            <a:off x="8936616" y="5100045"/>
            <a:ext cx="1740587" cy="319835"/>
          </a:xfrm>
          <a:prstGeom prst="roundRect">
            <a:avLst>
              <a:gd name="adj" fmla="val 35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/>
          <a:lstStyle/>
          <a:p>
            <a:pPr algn="ctr"/>
            <a:r>
              <a:rPr lang="tr-TR" sz="1400" b="1" i="0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Ongoing</a:t>
            </a:r>
            <a:endParaRPr sz="1400" b="1" i="0" dirty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17" name="Rounded Rectangle 47">
            <a:extLst>
              <a:ext uri="{FF2B5EF4-FFF2-40B4-BE49-F238E27FC236}">
                <a16:creationId xmlns:a16="http://schemas.microsoft.com/office/drawing/2014/main" id="{9BA51A1D-7FD6-1978-F24A-77A4F1C5C292}"/>
              </a:ext>
            </a:extLst>
          </p:cNvPr>
          <p:cNvSpPr/>
          <p:nvPr/>
        </p:nvSpPr>
        <p:spPr>
          <a:xfrm>
            <a:off x="7573329" y="5712703"/>
            <a:ext cx="1740587" cy="319835"/>
          </a:xfrm>
          <a:prstGeom prst="roundRect">
            <a:avLst>
              <a:gd name="adj" fmla="val 35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25400" rIns="63500" bIns="25400" rtlCol="0" anchor="ctr"/>
          <a:lstStyle/>
          <a:p>
            <a:pPr algn="ctr"/>
            <a:r>
              <a:rPr lang="tr-TR" sz="1400" b="1" i="0" dirty="0">
                <a:solidFill>
                  <a:schemeClr val="accent6">
                    <a:lumMod val="75000"/>
                  </a:schemeClr>
                </a:solidFill>
                <a:latin typeface="Arial"/>
              </a:rPr>
              <a:t>Ongoing</a:t>
            </a:r>
            <a:endParaRPr sz="1400" b="1" i="0" dirty="0">
              <a:solidFill>
                <a:schemeClr val="accent6">
                  <a:lumMod val="7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394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0628502-7A94-2091-6F52-941996D3C9B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22977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0628502-7A94-2091-6F52-941996D3C9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DAF12D5-95D6-F0F4-F59E-06A1A0477EFB}"/>
              </a:ext>
            </a:extLst>
          </p:cNvPr>
          <p:cNvCxnSpPr>
            <a:cxnSpLocks/>
          </p:cNvCxnSpPr>
          <p:nvPr/>
        </p:nvCxnSpPr>
        <p:spPr>
          <a:xfrm flipH="1">
            <a:off x="4776583" y="1069800"/>
            <a:ext cx="0" cy="5451870"/>
          </a:xfrm>
          <a:prstGeom prst="line">
            <a:avLst/>
          </a:prstGeom>
          <a:ln w="28575" cap="flat">
            <a:solidFill>
              <a:srgbClr val="C00000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CBBE357C-A67E-3201-826E-994309DCCA95}"/>
              </a:ext>
            </a:extLst>
          </p:cNvPr>
          <p:cNvCxnSpPr>
            <a:cxnSpLocks/>
          </p:cNvCxnSpPr>
          <p:nvPr/>
        </p:nvCxnSpPr>
        <p:spPr>
          <a:xfrm flipH="1">
            <a:off x="7674683" y="748619"/>
            <a:ext cx="14499" cy="5626285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85879B4-30E5-54E0-F4A1-7D554AE93CE0}"/>
              </a:ext>
            </a:extLst>
          </p:cNvPr>
          <p:cNvCxnSpPr>
            <a:cxnSpLocks/>
          </p:cNvCxnSpPr>
          <p:nvPr/>
        </p:nvCxnSpPr>
        <p:spPr>
          <a:xfrm flipH="1">
            <a:off x="5678473" y="753532"/>
            <a:ext cx="14499" cy="5626285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2. Slide Title">
            <a:extLst>
              <a:ext uri="{FF2B5EF4-FFF2-40B4-BE49-F238E27FC236}">
                <a16:creationId xmlns:a16="http://schemas.microsoft.com/office/drawing/2014/main" id="{7ECCA39E-649E-1E3B-7EAA-F950B4E8308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 wrap="square">
            <a:noAutofit/>
          </a:bodyPr>
          <a:lstStyle/>
          <a:p>
            <a:r>
              <a:rPr lang="tr-TR" sz="2500" b="1">
                <a:solidFill>
                  <a:srgbClr val="333333"/>
                </a:solidFill>
                <a:latin typeface="Arial"/>
              </a:rPr>
              <a:t>AI Champions Program Action Plan</a:t>
            </a:r>
            <a:br>
              <a:rPr lang="tr-TR" sz="2500" b="1">
                <a:solidFill>
                  <a:srgbClr val="333333"/>
                </a:solidFill>
                <a:latin typeface="Arial"/>
              </a:rPr>
            </a:b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59AE6ED-C146-5BDB-7BEE-0251D4F781E1}"/>
              </a:ext>
            </a:extLst>
          </p:cNvPr>
          <p:cNvCxnSpPr>
            <a:cxnSpLocks/>
          </p:cNvCxnSpPr>
          <p:nvPr/>
        </p:nvCxnSpPr>
        <p:spPr>
          <a:xfrm>
            <a:off x="1414512" y="4992448"/>
            <a:ext cx="8231651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2836BF8-8125-FF80-E50F-72DD0CDE79F9}"/>
              </a:ext>
            </a:extLst>
          </p:cNvPr>
          <p:cNvCxnSpPr>
            <a:cxnSpLocks/>
          </p:cNvCxnSpPr>
          <p:nvPr/>
        </p:nvCxnSpPr>
        <p:spPr>
          <a:xfrm>
            <a:off x="1414512" y="5719337"/>
            <a:ext cx="8231651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674DDA4-59C7-97AA-D7BD-F6DCC01FC409}"/>
              </a:ext>
            </a:extLst>
          </p:cNvPr>
          <p:cNvCxnSpPr>
            <a:cxnSpLocks/>
          </p:cNvCxnSpPr>
          <p:nvPr/>
        </p:nvCxnSpPr>
        <p:spPr>
          <a:xfrm>
            <a:off x="1414512" y="2811781"/>
            <a:ext cx="8231651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53172C-9CCC-AB01-04CC-76D9E2D19175}"/>
              </a:ext>
            </a:extLst>
          </p:cNvPr>
          <p:cNvCxnSpPr>
            <a:cxnSpLocks/>
          </p:cNvCxnSpPr>
          <p:nvPr/>
        </p:nvCxnSpPr>
        <p:spPr>
          <a:xfrm>
            <a:off x="1414512" y="3538669"/>
            <a:ext cx="8231651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5DBF144-53F8-7232-9B10-F21D5045366B}"/>
              </a:ext>
            </a:extLst>
          </p:cNvPr>
          <p:cNvCxnSpPr>
            <a:cxnSpLocks/>
          </p:cNvCxnSpPr>
          <p:nvPr/>
        </p:nvCxnSpPr>
        <p:spPr>
          <a:xfrm>
            <a:off x="1414512" y="2084891"/>
            <a:ext cx="8231651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>
            <a:spLocks/>
          </p:cNvSpPr>
          <p:nvPr/>
        </p:nvSpPr>
        <p:spPr>
          <a:xfrm>
            <a:off x="2747298" y="1069800"/>
            <a:ext cx="956027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Jul</a:t>
            </a:r>
          </a:p>
        </p:txBody>
      </p:sp>
      <p:sp>
        <p:nvSpPr>
          <p:cNvPr id="7" name="Rounded Rectangle 6"/>
          <p:cNvSpPr>
            <a:spLocks/>
          </p:cNvSpPr>
          <p:nvPr/>
        </p:nvSpPr>
        <p:spPr>
          <a:xfrm>
            <a:off x="3732326" y="1069800"/>
            <a:ext cx="956027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 dirty="0">
                <a:solidFill>
                  <a:schemeClr val="tx1"/>
                </a:solidFill>
                <a:latin typeface="Arial"/>
              </a:rPr>
              <a:t>Aug</a:t>
            </a:r>
          </a:p>
        </p:txBody>
      </p:sp>
      <p:sp>
        <p:nvSpPr>
          <p:cNvPr id="8" name="Rounded Rectangle 7"/>
          <p:cNvSpPr>
            <a:spLocks/>
          </p:cNvSpPr>
          <p:nvPr/>
        </p:nvSpPr>
        <p:spPr>
          <a:xfrm>
            <a:off x="4717357" y="1069800"/>
            <a:ext cx="956027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Sep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3AF97C2-4F0B-3A1E-E61D-EAB28804C289}"/>
              </a:ext>
            </a:extLst>
          </p:cNvPr>
          <p:cNvSpPr>
            <a:spLocks/>
          </p:cNvSpPr>
          <p:nvPr/>
        </p:nvSpPr>
        <p:spPr>
          <a:xfrm>
            <a:off x="551689" y="4336241"/>
            <a:ext cx="809856" cy="2039297"/>
          </a:xfrm>
          <a:prstGeom prst="rect">
            <a:avLst/>
          </a:prstGeom>
          <a:solidFill>
            <a:srgbClr val="00A8A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tr-TR" sz="1100" b="1">
                <a:solidFill>
                  <a:schemeClr val="bg1"/>
                </a:solidFill>
              </a:rPr>
              <a:t>Solutions</a:t>
            </a:r>
            <a:endParaRPr lang="en-US" sz="1100" b="1" err="1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414512" y="2882462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 core data</a:t>
            </a: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4512" y="2159847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 AI stack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14512" y="5063130"/>
            <a:ext cx="1267000" cy="585525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Tender bid evaluation</a:t>
            </a:r>
          </a:p>
        </p:txBody>
      </p:sp>
      <p:sp>
        <p:nvSpPr>
          <p:cNvPr id="27" name="Rounded Rectangle 26"/>
          <p:cNvSpPr>
            <a:spLocks/>
          </p:cNvSpPr>
          <p:nvPr/>
        </p:nvSpPr>
        <p:spPr>
          <a:xfrm>
            <a:off x="1414512" y="4336241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CAPEX estimation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4512" y="3609352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AI-based </a:t>
            </a:r>
            <a:b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unified BoQ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414512" y="5794292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Construction</a:t>
            </a: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control tower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Rounded Rectangle 13">
            <a:extLst>
              <a:ext uri="{FF2B5EF4-FFF2-40B4-BE49-F238E27FC236}">
                <a16:creationId xmlns:a16="http://schemas.microsoft.com/office/drawing/2014/main" id="{727864BE-E5D5-5979-6D27-17AD8A3F07E4}"/>
              </a:ext>
            </a:extLst>
          </p:cNvPr>
          <p:cNvSpPr>
            <a:spLocks/>
          </p:cNvSpPr>
          <p:nvPr/>
        </p:nvSpPr>
        <p:spPr>
          <a:xfrm>
            <a:off x="1414512" y="1428684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Agentic workflow design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BA134E1-07A9-46F5-F4A7-092467E2FBFF}"/>
              </a:ext>
            </a:extLst>
          </p:cNvPr>
          <p:cNvSpPr>
            <a:spLocks/>
          </p:cNvSpPr>
          <p:nvPr/>
        </p:nvSpPr>
        <p:spPr>
          <a:xfrm>
            <a:off x="554109" y="1428684"/>
            <a:ext cx="809856" cy="2766192"/>
          </a:xfrm>
          <a:prstGeom prst="rect">
            <a:avLst/>
          </a:prstGeom>
          <a:solidFill>
            <a:srgbClr val="377A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tr-TR" sz="1100" b="1">
                <a:solidFill>
                  <a:schemeClr val="bg1"/>
                </a:solidFill>
              </a:rPr>
              <a:t>Foun-dations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6" name="Pentagon 15"/>
          <p:cNvSpPr>
            <a:spLocks/>
          </p:cNvSpPr>
          <p:nvPr/>
        </p:nvSpPr>
        <p:spPr>
          <a:xfrm>
            <a:off x="2747298" y="1428684"/>
            <a:ext cx="1941055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chemeClr val="bg1"/>
                </a:solidFill>
                <a:latin typeface="Arial"/>
              </a:rPr>
              <a:t>Target state agentic workflow design</a:t>
            </a:r>
            <a:endParaRPr sz="11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4" name="Pentagon 23"/>
          <p:cNvSpPr>
            <a:spLocks/>
          </p:cNvSpPr>
          <p:nvPr/>
        </p:nvSpPr>
        <p:spPr>
          <a:xfrm>
            <a:off x="2747297" y="3609352"/>
            <a:ext cx="1464708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chemeClr val="bg1"/>
                </a:solidFill>
                <a:latin typeface="Arial"/>
              </a:rPr>
              <a:t>MEP PoC</a:t>
            </a:r>
            <a:endParaRPr sz="11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5" name="Chevron 24"/>
          <p:cNvSpPr>
            <a:spLocks/>
          </p:cNvSpPr>
          <p:nvPr/>
        </p:nvSpPr>
        <p:spPr>
          <a:xfrm>
            <a:off x="4261150" y="3609352"/>
            <a:ext cx="1408661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Scale-up</a:t>
            </a:r>
            <a:r>
              <a:rPr sz="1100" b="1" dirty="0">
                <a:solidFill>
                  <a:srgbClr val="333333"/>
                </a:solidFill>
                <a:latin typeface="Arial"/>
              </a:rPr>
              <a:t> </a:t>
            </a:r>
            <a:r>
              <a:rPr sz="1100" b="1">
                <a:solidFill>
                  <a:srgbClr val="333333"/>
                </a:solidFill>
                <a:latin typeface="Arial"/>
              </a:rPr>
              <a:t>to </a:t>
            </a:r>
            <a:r>
              <a:rPr lang="tr-TR" sz="1100" b="1" dirty="0">
                <a:solidFill>
                  <a:srgbClr val="333333"/>
                </a:solidFill>
                <a:latin typeface="Arial"/>
              </a:rPr>
              <a:t>all</a:t>
            </a:r>
            <a:r>
              <a:rPr sz="1100" b="1" dirty="0">
                <a:solidFill>
                  <a:srgbClr val="333333"/>
                </a:solidFill>
                <a:latin typeface="Arial"/>
              </a:rPr>
              <a:t> categories</a:t>
            </a:r>
          </a:p>
        </p:txBody>
      </p:sp>
      <p:sp>
        <p:nvSpPr>
          <p:cNvPr id="50" name="Chevron 20">
            <a:extLst>
              <a:ext uri="{FF2B5EF4-FFF2-40B4-BE49-F238E27FC236}">
                <a16:creationId xmlns:a16="http://schemas.microsoft.com/office/drawing/2014/main" id="{D249602F-2CBA-2982-1038-A8FC8DE41977}"/>
              </a:ext>
            </a:extLst>
          </p:cNvPr>
          <p:cNvSpPr>
            <a:spLocks/>
          </p:cNvSpPr>
          <p:nvPr/>
        </p:nvSpPr>
        <p:spPr>
          <a:xfrm>
            <a:off x="5702386" y="3609352"/>
            <a:ext cx="1941055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BoQ maintenance solution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20" name="Pentagon 19"/>
          <p:cNvSpPr>
            <a:spLocks/>
          </p:cNvSpPr>
          <p:nvPr/>
        </p:nvSpPr>
        <p:spPr>
          <a:xfrm>
            <a:off x="2747298" y="2883845"/>
            <a:ext cx="1936732" cy="5841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PRE central database creation for all BoQs, </a:t>
            </a:r>
            <a:br>
              <a:rPr lang="tr-TR" sz="1100" b="1" dirty="0">
                <a:solidFill>
                  <a:srgbClr val="333333"/>
                </a:solidFill>
                <a:latin typeface="Arial"/>
              </a:rPr>
            </a:br>
            <a:r>
              <a:rPr lang="tr-TR" sz="1100" b="1" dirty="0">
                <a:solidFill>
                  <a:srgbClr val="333333"/>
                </a:solidFill>
                <a:latin typeface="Arial"/>
              </a:rPr>
              <a:t>bids and contracts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21" name="Chevron 20"/>
          <p:cNvSpPr>
            <a:spLocks/>
          </p:cNvSpPr>
          <p:nvPr/>
        </p:nvSpPr>
        <p:spPr>
          <a:xfrm>
            <a:off x="4717357" y="2882462"/>
            <a:ext cx="1941056" cy="5841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PRE data lake setup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3" name="Chevron 20">
            <a:extLst>
              <a:ext uri="{FF2B5EF4-FFF2-40B4-BE49-F238E27FC236}">
                <a16:creationId xmlns:a16="http://schemas.microsoft.com/office/drawing/2014/main" id="{18DE42AB-0B4F-6ABD-C79D-90D7706F73C7}"/>
              </a:ext>
            </a:extLst>
          </p:cNvPr>
          <p:cNvSpPr/>
          <p:nvPr/>
        </p:nvSpPr>
        <p:spPr>
          <a:xfrm>
            <a:off x="6720079" y="2882462"/>
            <a:ext cx="2926084" cy="5841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COINS &amp; Aconex integration</a:t>
            </a:r>
            <a:br>
              <a:rPr lang="tr-TR" sz="1100" b="1" dirty="0">
                <a:solidFill>
                  <a:srgbClr val="333333"/>
                </a:solidFill>
                <a:latin typeface="Arial"/>
              </a:rPr>
            </a:br>
            <a:r>
              <a:rPr lang="tr-TR" sz="1100" dirty="0">
                <a:solidFill>
                  <a:srgbClr val="333333"/>
                </a:solidFill>
                <a:latin typeface="Arial"/>
              </a:rPr>
              <a:t>(TBD on technical feasibility)</a:t>
            </a:r>
            <a:endParaRPr sz="110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1" name="Chevron 20">
            <a:extLst>
              <a:ext uri="{FF2B5EF4-FFF2-40B4-BE49-F238E27FC236}">
                <a16:creationId xmlns:a16="http://schemas.microsoft.com/office/drawing/2014/main" id="{D12D86D0-87E1-717E-AED7-F462C171E1E5}"/>
              </a:ext>
            </a:extLst>
          </p:cNvPr>
          <p:cNvSpPr>
            <a:spLocks/>
          </p:cNvSpPr>
          <p:nvPr/>
        </p:nvSpPr>
        <p:spPr>
          <a:xfrm>
            <a:off x="4261150" y="4689766"/>
            <a:ext cx="3382291" cy="2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Scale to all categories</a:t>
            </a:r>
          </a:p>
        </p:txBody>
      </p:sp>
      <p:sp>
        <p:nvSpPr>
          <p:cNvPr id="29" name="Pentagon 28"/>
          <p:cNvSpPr>
            <a:spLocks/>
          </p:cNvSpPr>
          <p:nvPr/>
        </p:nvSpPr>
        <p:spPr>
          <a:xfrm>
            <a:off x="2747297" y="4336241"/>
            <a:ext cx="1464708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chemeClr val="bg1"/>
                </a:solidFill>
                <a:latin typeface="Arial"/>
              </a:rPr>
              <a:t>MEP PoC</a:t>
            </a:r>
            <a:endParaRPr sz="11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56" name="Chevron 20">
            <a:extLst>
              <a:ext uri="{FF2B5EF4-FFF2-40B4-BE49-F238E27FC236}">
                <a16:creationId xmlns:a16="http://schemas.microsoft.com/office/drawing/2014/main" id="{C1D2FDD5-C185-8B4B-BF57-EC798290754B}"/>
              </a:ext>
            </a:extLst>
          </p:cNvPr>
          <p:cNvSpPr>
            <a:spLocks/>
          </p:cNvSpPr>
          <p:nvPr/>
        </p:nvSpPr>
        <p:spPr>
          <a:xfrm>
            <a:off x="4261150" y="4336241"/>
            <a:ext cx="1408661" cy="3074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MVP agentic workflow</a:t>
            </a:r>
          </a:p>
        </p:txBody>
      </p:sp>
      <p:sp>
        <p:nvSpPr>
          <p:cNvPr id="87" name="Pentagon 15">
            <a:extLst>
              <a:ext uri="{FF2B5EF4-FFF2-40B4-BE49-F238E27FC236}">
                <a16:creationId xmlns:a16="http://schemas.microsoft.com/office/drawing/2014/main" id="{E2B9596A-125F-7DC7-3098-254D6B624307}"/>
              </a:ext>
            </a:extLst>
          </p:cNvPr>
          <p:cNvSpPr>
            <a:spLocks/>
          </p:cNvSpPr>
          <p:nvPr/>
        </p:nvSpPr>
        <p:spPr>
          <a:xfrm>
            <a:off x="2747298" y="2159847"/>
            <a:ext cx="1941055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chemeClr val="bg1"/>
                </a:solidFill>
                <a:latin typeface="Arial"/>
              </a:rPr>
              <a:t>AI stack cloud environment</a:t>
            </a:r>
            <a:endParaRPr lang="en-US" sz="11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90" name="Chevron 20">
            <a:extLst>
              <a:ext uri="{FF2B5EF4-FFF2-40B4-BE49-F238E27FC236}">
                <a16:creationId xmlns:a16="http://schemas.microsoft.com/office/drawing/2014/main" id="{AAB967FE-2CDB-03F5-0608-CD61504401A0}"/>
              </a:ext>
            </a:extLst>
          </p:cNvPr>
          <p:cNvSpPr>
            <a:spLocks/>
          </p:cNvSpPr>
          <p:nvPr/>
        </p:nvSpPr>
        <p:spPr>
          <a:xfrm>
            <a:off x="4717357" y="2159847"/>
            <a:ext cx="1941056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Long-term architecture design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7" name="Pentagon 28">
            <a:extLst>
              <a:ext uri="{FF2B5EF4-FFF2-40B4-BE49-F238E27FC236}">
                <a16:creationId xmlns:a16="http://schemas.microsoft.com/office/drawing/2014/main" id="{578988E5-A37A-8F60-B70C-AD7EFD770FF3}"/>
              </a:ext>
            </a:extLst>
          </p:cNvPr>
          <p:cNvSpPr>
            <a:spLocks/>
          </p:cNvSpPr>
          <p:nvPr/>
        </p:nvSpPr>
        <p:spPr>
          <a:xfrm>
            <a:off x="5702386" y="5058857"/>
            <a:ext cx="948776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PoC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96" name="Chevron 20">
            <a:extLst>
              <a:ext uri="{FF2B5EF4-FFF2-40B4-BE49-F238E27FC236}">
                <a16:creationId xmlns:a16="http://schemas.microsoft.com/office/drawing/2014/main" id="{77DEDFDC-354B-54D1-7E78-EDE479FD0FAE}"/>
              </a:ext>
            </a:extLst>
          </p:cNvPr>
          <p:cNvSpPr>
            <a:spLocks/>
          </p:cNvSpPr>
          <p:nvPr/>
        </p:nvSpPr>
        <p:spPr>
          <a:xfrm>
            <a:off x="6687414" y="5058857"/>
            <a:ext cx="956027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57150"/>
            <a:r>
              <a:rPr lang="tr-TR" sz="1100" b="1" dirty="0">
                <a:solidFill>
                  <a:srgbClr val="333333"/>
                </a:solidFill>
              </a:rPr>
              <a:t>Agentic workflow</a:t>
            </a:r>
          </a:p>
        </p:txBody>
      </p:sp>
      <p:sp>
        <p:nvSpPr>
          <p:cNvPr id="97" name="Chevron 20">
            <a:extLst>
              <a:ext uri="{FF2B5EF4-FFF2-40B4-BE49-F238E27FC236}">
                <a16:creationId xmlns:a16="http://schemas.microsoft.com/office/drawing/2014/main" id="{A2E5EEB1-B236-6F65-2066-26FE52F149E2}"/>
              </a:ext>
            </a:extLst>
          </p:cNvPr>
          <p:cNvSpPr>
            <a:spLocks/>
          </p:cNvSpPr>
          <p:nvPr/>
        </p:nvSpPr>
        <p:spPr>
          <a:xfrm>
            <a:off x="7733836" y="5058857"/>
            <a:ext cx="1912327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57150"/>
            <a:r>
              <a:rPr lang="tr-TR" sz="1100" b="1" dirty="0">
                <a:solidFill>
                  <a:srgbClr val="333333"/>
                </a:solidFill>
              </a:rPr>
              <a:t>Scale-up to all projects </a:t>
            </a:r>
          </a:p>
        </p:txBody>
      </p:sp>
      <p:sp>
        <p:nvSpPr>
          <p:cNvPr id="98" name="Pentagon 28">
            <a:extLst>
              <a:ext uri="{FF2B5EF4-FFF2-40B4-BE49-F238E27FC236}">
                <a16:creationId xmlns:a16="http://schemas.microsoft.com/office/drawing/2014/main" id="{2C2D448B-A29F-F727-0DFA-CF89B9D33A23}"/>
              </a:ext>
            </a:extLst>
          </p:cNvPr>
          <p:cNvSpPr>
            <a:spLocks/>
          </p:cNvSpPr>
          <p:nvPr/>
        </p:nvSpPr>
        <p:spPr>
          <a:xfrm>
            <a:off x="2747298" y="5790020"/>
            <a:ext cx="1464708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chemeClr val="bg1"/>
                </a:solidFill>
                <a:latin typeface="Arial"/>
              </a:rPr>
              <a:t>Analytics control tower design</a:t>
            </a:r>
            <a:endParaRPr sz="1100" b="1" dirty="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066885B-AA85-A386-EBB7-77CD03F9F1F5}"/>
              </a:ext>
            </a:extLst>
          </p:cNvPr>
          <p:cNvCxnSpPr>
            <a:cxnSpLocks/>
          </p:cNvCxnSpPr>
          <p:nvPr/>
        </p:nvCxnSpPr>
        <p:spPr>
          <a:xfrm>
            <a:off x="2747299" y="1002852"/>
            <a:ext cx="2918833" cy="0"/>
          </a:xfrm>
          <a:prstGeom prst="line">
            <a:avLst/>
          </a:prstGeom>
          <a:ln w="28575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017D2B64-F892-7054-24A8-CC5D52E99302}"/>
              </a:ext>
            </a:extLst>
          </p:cNvPr>
          <p:cNvSpPr txBox="1"/>
          <p:nvPr/>
        </p:nvSpPr>
        <p:spPr>
          <a:xfrm>
            <a:off x="2747299" y="783368"/>
            <a:ext cx="2918833" cy="1949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sz="1100" b="1" i="0">
                <a:solidFill>
                  <a:srgbClr val="333333"/>
                </a:solidFill>
                <a:latin typeface="Arial"/>
              </a:rPr>
              <a:t>SPRINT 1</a:t>
            </a:r>
            <a:endParaRPr sz="1100" b="1" i="0">
              <a:solidFill>
                <a:srgbClr val="333333"/>
              </a:solidFill>
              <a:latin typeface="Arial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12BD577-2851-3D42-5C12-E0B4162D1B78}"/>
              </a:ext>
            </a:extLst>
          </p:cNvPr>
          <p:cNvGrpSpPr/>
          <p:nvPr/>
        </p:nvGrpSpPr>
        <p:grpSpPr>
          <a:xfrm>
            <a:off x="5721636" y="1069800"/>
            <a:ext cx="1941055" cy="283540"/>
            <a:chOff x="5897119" y="1069800"/>
            <a:chExt cx="1941055" cy="283540"/>
          </a:xfrm>
        </p:grpSpPr>
        <p:sp>
          <p:nvSpPr>
            <p:cNvPr id="9" name="Rounded Rectangle 8"/>
            <p:cNvSpPr>
              <a:spLocks/>
            </p:cNvSpPr>
            <p:nvPr/>
          </p:nvSpPr>
          <p:spPr>
            <a:xfrm>
              <a:off x="5897119" y="1069800"/>
              <a:ext cx="956027" cy="283540"/>
            </a:xfrm>
            <a:prstGeom prst="roundRect">
              <a:avLst>
                <a:gd name="adj" fmla="val 12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12700" rIns="50800" bIns="12700" rtlCol="0" anchor="ctr">
              <a:noAutofit/>
            </a:bodyPr>
            <a:lstStyle/>
            <a:p>
              <a:pPr algn="ctr"/>
              <a:r>
                <a:rPr sz="1200" b="1" i="0">
                  <a:solidFill>
                    <a:schemeClr val="tx1"/>
                  </a:solidFill>
                  <a:latin typeface="Arial"/>
                </a:rPr>
                <a:t>Oct</a:t>
              </a:r>
            </a:p>
          </p:txBody>
        </p:sp>
        <p:sp>
          <p:nvSpPr>
            <p:cNvPr id="10" name="Rounded Rectangle 9"/>
            <p:cNvSpPr>
              <a:spLocks/>
            </p:cNvSpPr>
            <p:nvPr/>
          </p:nvSpPr>
          <p:spPr>
            <a:xfrm>
              <a:off x="6882147" y="1069800"/>
              <a:ext cx="956027" cy="283540"/>
            </a:xfrm>
            <a:prstGeom prst="roundRect">
              <a:avLst>
                <a:gd name="adj" fmla="val 12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12700" rIns="50800" bIns="12700" rtlCol="0" anchor="ctr">
              <a:noAutofit/>
            </a:bodyPr>
            <a:lstStyle/>
            <a:p>
              <a:pPr algn="ctr"/>
              <a:r>
                <a:rPr sz="1200" b="1" i="0">
                  <a:solidFill>
                    <a:schemeClr val="tx1"/>
                  </a:solidFill>
                  <a:latin typeface="Arial"/>
                </a:rPr>
                <a:t>Nov</a:t>
              </a:r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9FAC8BC-D4DF-90A6-D681-7319DCD8AFE9}"/>
              </a:ext>
            </a:extLst>
          </p:cNvPr>
          <p:cNvCxnSpPr>
            <a:cxnSpLocks/>
          </p:cNvCxnSpPr>
          <p:nvPr/>
        </p:nvCxnSpPr>
        <p:spPr>
          <a:xfrm>
            <a:off x="5721636" y="1001198"/>
            <a:ext cx="1920052" cy="0"/>
          </a:xfrm>
          <a:prstGeom prst="line">
            <a:avLst/>
          </a:prstGeom>
          <a:ln w="28575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4978D801-FEC3-AD0F-7DB2-51EFFD8E699C}"/>
              </a:ext>
            </a:extLst>
          </p:cNvPr>
          <p:cNvSpPr txBox="1">
            <a:spLocks/>
          </p:cNvSpPr>
          <p:nvPr/>
        </p:nvSpPr>
        <p:spPr>
          <a:xfrm>
            <a:off x="5721636" y="774020"/>
            <a:ext cx="1941056" cy="21031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noAutofit/>
          </a:bodyPr>
          <a:lstStyle/>
          <a:p>
            <a:pPr algn="l"/>
            <a:r>
              <a:rPr lang="tr-TR" sz="1100" b="1" i="0">
                <a:solidFill>
                  <a:srgbClr val="333333"/>
                </a:solidFill>
                <a:latin typeface="Arial"/>
              </a:rPr>
              <a:t>SPRINT 2</a:t>
            </a:r>
            <a:endParaRPr sz="1100" b="1" i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1" name="Rounded Rectangle 10"/>
          <p:cNvSpPr>
            <a:spLocks/>
          </p:cNvSpPr>
          <p:nvPr/>
        </p:nvSpPr>
        <p:spPr>
          <a:xfrm>
            <a:off x="7710944" y="1069800"/>
            <a:ext cx="956027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Dec</a:t>
            </a:r>
          </a:p>
        </p:txBody>
      </p:sp>
      <p:sp>
        <p:nvSpPr>
          <p:cNvPr id="12" name="Rounded Rectangle 11"/>
          <p:cNvSpPr>
            <a:spLocks/>
          </p:cNvSpPr>
          <p:nvPr/>
        </p:nvSpPr>
        <p:spPr>
          <a:xfrm>
            <a:off x="8695973" y="1069800"/>
            <a:ext cx="956027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Jan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EB4A53C3-9221-369F-8E96-8CDF96A4190A}"/>
              </a:ext>
            </a:extLst>
          </p:cNvPr>
          <p:cNvCxnSpPr>
            <a:cxnSpLocks/>
          </p:cNvCxnSpPr>
          <p:nvPr/>
        </p:nvCxnSpPr>
        <p:spPr>
          <a:xfrm>
            <a:off x="7710944" y="1001198"/>
            <a:ext cx="1941056" cy="0"/>
          </a:xfrm>
          <a:prstGeom prst="line">
            <a:avLst/>
          </a:prstGeom>
          <a:ln w="28575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FA3F84B-C159-E7D2-A71F-A9089F5E6534}"/>
              </a:ext>
            </a:extLst>
          </p:cNvPr>
          <p:cNvSpPr txBox="1"/>
          <p:nvPr/>
        </p:nvSpPr>
        <p:spPr>
          <a:xfrm>
            <a:off x="7710944" y="781714"/>
            <a:ext cx="1941056" cy="1949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sz="1100" b="1" i="0" dirty="0">
                <a:solidFill>
                  <a:srgbClr val="333333"/>
                </a:solidFill>
                <a:latin typeface="Arial"/>
              </a:rPr>
              <a:t>SPRINT 3</a:t>
            </a:r>
            <a:endParaRPr sz="1100" b="1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33" name="Chevron 20">
            <a:extLst>
              <a:ext uri="{FF2B5EF4-FFF2-40B4-BE49-F238E27FC236}">
                <a16:creationId xmlns:a16="http://schemas.microsoft.com/office/drawing/2014/main" id="{9A8CEAEB-5662-100C-AC99-808F9987EC25}"/>
              </a:ext>
            </a:extLst>
          </p:cNvPr>
          <p:cNvSpPr>
            <a:spLocks/>
          </p:cNvSpPr>
          <p:nvPr/>
        </p:nvSpPr>
        <p:spPr>
          <a:xfrm>
            <a:off x="6683091" y="5790020"/>
            <a:ext cx="1945380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57150"/>
            <a:r>
              <a:rPr lang="tr-TR" sz="1100" b="1" dirty="0">
                <a:solidFill>
                  <a:srgbClr val="333333"/>
                </a:solidFill>
                <a:latin typeface="Arial"/>
              </a:rPr>
              <a:t>Scale-up to all projects </a:t>
            </a:r>
          </a:p>
        </p:txBody>
      </p:sp>
      <p:sp>
        <p:nvSpPr>
          <p:cNvPr id="135" name="Pentagon 28">
            <a:extLst>
              <a:ext uri="{FF2B5EF4-FFF2-40B4-BE49-F238E27FC236}">
                <a16:creationId xmlns:a16="http://schemas.microsoft.com/office/drawing/2014/main" id="{ADFF2A27-B2A3-4643-45DA-C9635A400791}"/>
              </a:ext>
            </a:extLst>
          </p:cNvPr>
          <p:cNvSpPr>
            <a:spLocks/>
          </p:cNvSpPr>
          <p:nvPr/>
        </p:nvSpPr>
        <p:spPr>
          <a:xfrm>
            <a:off x="4275647" y="5790019"/>
            <a:ext cx="1372408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PoC on AI features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36" name="Chevron 20">
            <a:extLst>
              <a:ext uri="{FF2B5EF4-FFF2-40B4-BE49-F238E27FC236}">
                <a16:creationId xmlns:a16="http://schemas.microsoft.com/office/drawing/2014/main" id="{EF5B05DB-A432-B32F-CC5B-884817D17FE1}"/>
              </a:ext>
            </a:extLst>
          </p:cNvPr>
          <p:cNvSpPr>
            <a:spLocks/>
          </p:cNvSpPr>
          <p:nvPr/>
        </p:nvSpPr>
        <p:spPr>
          <a:xfrm>
            <a:off x="5702386" y="5790020"/>
            <a:ext cx="956027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57150"/>
            <a:r>
              <a:rPr lang="tr-TR" sz="1100" b="1" dirty="0">
                <a:solidFill>
                  <a:srgbClr val="333333"/>
                </a:solidFill>
                <a:latin typeface="Arial"/>
              </a:rPr>
              <a:t>MVP </a:t>
            </a:r>
            <a:br>
              <a:rPr lang="tr-TR" sz="1100" b="1" dirty="0">
                <a:solidFill>
                  <a:srgbClr val="333333"/>
                </a:solidFill>
                <a:latin typeface="Arial"/>
              </a:rPr>
            </a:br>
            <a:r>
              <a:rPr lang="tr-TR" sz="1100" b="1" dirty="0">
                <a:solidFill>
                  <a:srgbClr val="333333"/>
                </a:solidFill>
                <a:latin typeface="Arial"/>
              </a:rPr>
              <a:t>agentic workflow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5A13558-7DC1-4243-84C3-0E1779A00603}"/>
              </a:ext>
            </a:extLst>
          </p:cNvPr>
          <p:cNvSpPr txBox="1"/>
          <p:nvPr/>
        </p:nvSpPr>
        <p:spPr>
          <a:xfrm>
            <a:off x="4492696" y="6510113"/>
            <a:ext cx="2918833" cy="194925"/>
          </a:xfrm>
          <a:prstGeom prst="rect">
            <a:avLst/>
          </a:prstGeom>
          <a:noFill/>
        </p:spPr>
        <p:txBody>
          <a:bodyPr wrap="square" lIns="25400" tIns="12700" rIns="25400" bIns="12700" anchor="b">
            <a:spAutoFit/>
          </a:bodyPr>
          <a:lstStyle/>
          <a:p>
            <a:pPr algn="l"/>
            <a:r>
              <a:rPr lang="tr-TR" sz="1100" b="1" i="0" dirty="0">
                <a:solidFill>
                  <a:srgbClr val="C00000"/>
                </a:solidFill>
                <a:latin typeface="Arial"/>
              </a:rPr>
              <a:t>TODAY</a:t>
            </a:r>
            <a:endParaRPr sz="1100" b="1" i="0" dirty="0">
              <a:solidFill>
                <a:srgbClr val="C00000"/>
              </a:solidFill>
              <a:latin typeface="Arial"/>
            </a:endParaRPr>
          </a:p>
        </p:txBody>
      </p:sp>
      <p:sp>
        <p:nvSpPr>
          <p:cNvPr id="33" name="RectangleLegend1">
            <a:extLst>
              <a:ext uri="{FF2B5EF4-FFF2-40B4-BE49-F238E27FC236}">
                <a16:creationId xmlns:a16="http://schemas.microsoft.com/office/drawing/2014/main" id="{AB09B615-9421-E6A1-D5ED-F29ADB24A8DE}"/>
              </a:ext>
            </a:extLst>
          </p:cNvPr>
          <p:cNvSpPr/>
          <p:nvPr/>
        </p:nvSpPr>
        <p:spPr>
          <a:xfrm>
            <a:off x="8911579" y="278237"/>
            <a:ext cx="172729" cy="172729"/>
          </a:xfrm>
          <a:prstGeom prst="rect">
            <a:avLst/>
          </a:prstGeom>
          <a:solidFill>
            <a:srgbClr val="D1EAE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0" name="Legend1">
            <a:extLst>
              <a:ext uri="{FF2B5EF4-FFF2-40B4-BE49-F238E27FC236}">
                <a16:creationId xmlns:a16="http://schemas.microsoft.com/office/drawing/2014/main" id="{BF198DF3-C9F7-6E27-B364-64028D145A98}"/>
              </a:ext>
            </a:extLst>
          </p:cNvPr>
          <p:cNvSpPr txBox="1"/>
          <p:nvPr/>
        </p:nvSpPr>
        <p:spPr>
          <a:xfrm>
            <a:off x="9237725" y="256879"/>
            <a:ext cx="1074012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en-US" sz="1400">
                <a:ea typeface="+mn-ea"/>
              </a:rPr>
              <a:t>Current focus</a:t>
            </a:r>
          </a:p>
        </p:txBody>
      </p:sp>
      <p:sp>
        <p:nvSpPr>
          <p:cNvPr id="34" name="RectangleLegend2">
            <a:extLst>
              <a:ext uri="{FF2B5EF4-FFF2-40B4-BE49-F238E27FC236}">
                <a16:creationId xmlns:a16="http://schemas.microsoft.com/office/drawing/2014/main" id="{D6B6B5FB-0190-9DE9-45E3-71A76178BA3D}"/>
              </a:ext>
            </a:extLst>
          </p:cNvPr>
          <p:cNvSpPr/>
          <p:nvPr/>
        </p:nvSpPr>
        <p:spPr>
          <a:xfrm>
            <a:off x="10435878" y="278237"/>
            <a:ext cx="172729" cy="17272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1" name="Legend2">
            <a:extLst>
              <a:ext uri="{FF2B5EF4-FFF2-40B4-BE49-F238E27FC236}">
                <a16:creationId xmlns:a16="http://schemas.microsoft.com/office/drawing/2014/main" id="{2BDC1308-82D2-A505-2009-3E9A0A14DE2E}"/>
              </a:ext>
            </a:extLst>
          </p:cNvPr>
          <p:cNvSpPr txBox="1"/>
          <p:nvPr/>
        </p:nvSpPr>
        <p:spPr>
          <a:xfrm>
            <a:off x="10762024" y="256879"/>
            <a:ext cx="875240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en-US" sz="1400" dirty="0">
                <a:ea typeface="+mn-ea"/>
              </a:rPr>
              <a:t>No</a:t>
            </a:r>
            <a:r>
              <a:rPr lang="tr-TR" sz="1400" dirty="0">
                <a:ea typeface="+mn-ea"/>
              </a:rPr>
              <a:t>t</a:t>
            </a:r>
            <a:r>
              <a:rPr lang="en-US" sz="1400" dirty="0">
                <a:ea typeface="+mn-ea"/>
              </a:rPr>
              <a:t> started</a:t>
            </a:r>
          </a:p>
        </p:txBody>
      </p:sp>
      <p:sp>
        <p:nvSpPr>
          <p:cNvPr id="66" name="Chevron 20">
            <a:extLst>
              <a:ext uri="{FF2B5EF4-FFF2-40B4-BE49-F238E27FC236}">
                <a16:creationId xmlns:a16="http://schemas.microsoft.com/office/drawing/2014/main" id="{E14C6F05-E78E-1168-F11A-2BFB087BDBFD}"/>
              </a:ext>
            </a:extLst>
          </p:cNvPr>
          <p:cNvSpPr/>
          <p:nvPr/>
        </p:nvSpPr>
        <p:spPr>
          <a:xfrm>
            <a:off x="9708985" y="1001198"/>
            <a:ext cx="1912326" cy="5398262"/>
          </a:xfrm>
          <a:prstGeom prst="rect">
            <a:avLst/>
          </a:prstGeom>
          <a:solidFill>
            <a:srgbClr val="EAF2F1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100" dirty="0">
              <a:solidFill>
                <a:srgbClr val="333333"/>
              </a:solidFill>
              <a:latin typeface="Arial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6F94AA2-7DE5-2CB4-7714-C3FED0C4D585}"/>
              </a:ext>
            </a:extLst>
          </p:cNvPr>
          <p:cNvCxnSpPr>
            <a:cxnSpLocks/>
          </p:cNvCxnSpPr>
          <p:nvPr/>
        </p:nvCxnSpPr>
        <p:spPr>
          <a:xfrm>
            <a:off x="554109" y="4265559"/>
            <a:ext cx="9092054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722FCBD-F0D9-1249-F09B-7B3F928CD3C1}"/>
              </a:ext>
            </a:extLst>
          </p:cNvPr>
          <p:cNvSpPr txBox="1"/>
          <p:nvPr/>
        </p:nvSpPr>
        <p:spPr>
          <a:xfrm>
            <a:off x="9812569" y="1065623"/>
            <a:ext cx="1558163" cy="2410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sz="1400" b="1" i="0" dirty="0">
                <a:solidFill>
                  <a:srgbClr val="333333"/>
                </a:solidFill>
                <a:latin typeface="Arial"/>
              </a:rPr>
              <a:t>Key highlights</a:t>
            </a:r>
            <a:endParaRPr sz="1400" b="1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07D1E99-986C-47D6-9083-B6AD668D0C59}"/>
              </a:ext>
            </a:extLst>
          </p:cNvPr>
          <p:cNvSpPr txBox="1">
            <a:spLocks/>
          </p:cNvSpPr>
          <p:nvPr/>
        </p:nvSpPr>
        <p:spPr>
          <a:xfrm>
            <a:off x="9812569" y="1428684"/>
            <a:ext cx="1663827" cy="233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4625" lvl="1" indent="-174625">
              <a:spcAft>
                <a:spcPts val="1200"/>
              </a:spcAft>
            </a:pPr>
            <a:r>
              <a:rPr lang="tr-TR" sz="1200" b="1" dirty="0"/>
              <a:t>Target state workflow </a:t>
            </a:r>
            <a:r>
              <a:rPr lang="tr-TR" sz="1200" dirty="0"/>
              <a:t>to be completed this week</a:t>
            </a:r>
          </a:p>
          <a:p>
            <a:pPr marL="174625" lvl="1" indent="-174625">
              <a:spcAft>
                <a:spcPts val="1200"/>
              </a:spcAft>
            </a:pPr>
            <a:r>
              <a:rPr lang="tr-TR" sz="1200" b="1" dirty="0"/>
              <a:t>Azure cloud accounts opened</a:t>
            </a:r>
          </a:p>
          <a:p>
            <a:pPr marL="174625" lvl="1" indent="-174625">
              <a:spcAft>
                <a:spcPts val="1200"/>
              </a:spcAft>
            </a:pPr>
            <a:r>
              <a:rPr lang="tr-TR" sz="1200" b="1" dirty="0"/>
              <a:t>Historical data collection completed since Jan-25 </a:t>
            </a:r>
            <a:r>
              <a:rPr lang="tr-TR" sz="1200" dirty="0"/>
              <a:t>(BoQ and bids done, contract extraction ongoing)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DE2519A-399D-2853-55F4-7470774717FC}"/>
              </a:ext>
            </a:extLst>
          </p:cNvPr>
          <p:cNvSpPr txBox="1"/>
          <p:nvPr/>
        </p:nvSpPr>
        <p:spPr>
          <a:xfrm>
            <a:off x="9812569" y="4161878"/>
            <a:ext cx="1663827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4625" lvl="1" indent="-174625">
              <a:spcAft>
                <a:spcPts val="1200"/>
              </a:spcAft>
            </a:pPr>
            <a:r>
              <a:rPr lang="tr-TR" sz="1200" b="1" dirty="0"/>
              <a:t>BoQ-level CAPEX estimation PoC done for MEP</a:t>
            </a:r>
          </a:p>
          <a:p>
            <a:pPr marL="174625" lvl="1" indent="-174625">
              <a:spcAft>
                <a:spcPts val="1200"/>
              </a:spcAft>
            </a:pPr>
            <a:r>
              <a:rPr lang="tr-TR" sz="1200" b="1" dirty="0"/>
              <a:t>Initial draft on Project Brief workflow completed</a:t>
            </a:r>
          </a:p>
          <a:p>
            <a:pPr marL="174625" lvl="1" indent="-174625">
              <a:spcAft>
                <a:spcPts val="1200"/>
              </a:spcAft>
            </a:pPr>
            <a:r>
              <a:rPr lang="tr-TR" sz="1200" b="1" dirty="0"/>
              <a:t>Construction control tower design completed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6FD9A29-5E51-F560-2768-9556DB94DC9F}"/>
              </a:ext>
            </a:extLst>
          </p:cNvPr>
          <p:cNvCxnSpPr>
            <a:cxnSpLocks/>
          </p:cNvCxnSpPr>
          <p:nvPr/>
        </p:nvCxnSpPr>
        <p:spPr>
          <a:xfrm flipV="1">
            <a:off x="9812569" y="1340582"/>
            <a:ext cx="1663827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F5FA70-2889-6015-B213-BEC3110604E6}"/>
              </a:ext>
            </a:extLst>
          </p:cNvPr>
          <p:cNvCxnSpPr>
            <a:cxnSpLocks/>
          </p:cNvCxnSpPr>
          <p:nvPr/>
        </p:nvCxnSpPr>
        <p:spPr>
          <a:xfrm flipV="1">
            <a:off x="9646163" y="4046219"/>
            <a:ext cx="157717" cy="21934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603FC6-BD32-CBF0-32E2-3FDCBED7023E}"/>
              </a:ext>
            </a:extLst>
          </p:cNvPr>
          <p:cNvCxnSpPr>
            <a:cxnSpLocks/>
          </p:cNvCxnSpPr>
          <p:nvPr/>
        </p:nvCxnSpPr>
        <p:spPr>
          <a:xfrm flipV="1">
            <a:off x="9803880" y="4046218"/>
            <a:ext cx="1672516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Legend1">
            <a:extLst>
              <a:ext uri="{FF2B5EF4-FFF2-40B4-BE49-F238E27FC236}">
                <a16:creationId xmlns:a16="http://schemas.microsoft.com/office/drawing/2014/main" id="{E1F4D164-B3E0-1930-C490-DC9E855347B3}"/>
              </a:ext>
            </a:extLst>
          </p:cNvPr>
          <p:cNvSpPr/>
          <p:nvPr/>
        </p:nvSpPr>
        <p:spPr>
          <a:xfrm>
            <a:off x="7510404" y="264075"/>
            <a:ext cx="172729" cy="172729"/>
          </a:xfrm>
          <a:prstGeom prst="rect">
            <a:avLst/>
          </a:prstGeom>
          <a:solidFill>
            <a:srgbClr val="0070C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6" name="Legend1">
            <a:extLst>
              <a:ext uri="{FF2B5EF4-FFF2-40B4-BE49-F238E27FC236}">
                <a16:creationId xmlns:a16="http://schemas.microsoft.com/office/drawing/2014/main" id="{CD06BD8F-C52A-71EB-3D61-1ADC363F49CB}"/>
              </a:ext>
            </a:extLst>
          </p:cNvPr>
          <p:cNvSpPr txBox="1"/>
          <p:nvPr/>
        </p:nvSpPr>
        <p:spPr>
          <a:xfrm>
            <a:off x="7836550" y="242717"/>
            <a:ext cx="865622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tr-TR" sz="1400" dirty="0">
                <a:ea typeface="+mn-ea"/>
              </a:rPr>
              <a:t>Completed</a:t>
            </a:r>
            <a:endParaRPr lang="en-US" sz="1400" dirty="0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0999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B15AF-D632-0581-042E-B3023F18D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Object 2" hidden="1">
            <a:extLst>
              <a:ext uri="{FF2B5EF4-FFF2-40B4-BE49-F238E27FC236}">
                <a16:creationId xmlns:a16="http://schemas.microsoft.com/office/drawing/2014/main" id="{5ED3BC2B-DE25-7185-9698-717CB6778D4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0335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33" name="Object 2" hidden="1">
                        <a:extLst>
                          <a:ext uri="{FF2B5EF4-FFF2-40B4-BE49-F238E27FC236}">
                            <a16:creationId xmlns:a16="http://schemas.microsoft.com/office/drawing/2014/main" id="{5ED3BC2B-DE25-7185-9698-717CB6778D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2C2CBB87-A087-E0D1-045F-C065A4775003}"/>
              </a:ext>
            </a:extLst>
          </p:cNvPr>
          <p:cNvSpPr/>
          <p:nvPr/>
        </p:nvSpPr>
        <p:spPr>
          <a:xfrm>
            <a:off x="554736" y="2300537"/>
            <a:ext cx="11082528" cy="2872594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C7DA06FF-B186-DB01-8919-D9E41F97F45A}"/>
              </a:ext>
            </a:extLst>
          </p:cNvPr>
          <p:cNvSpPr/>
          <p:nvPr/>
        </p:nvSpPr>
        <p:spPr>
          <a:xfrm>
            <a:off x="753031" y="2848701"/>
            <a:ext cx="10635136" cy="588766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5EC6CC7A-D8AD-B38D-DF6C-D6C8D9EFBF7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/>
          <a:lstStyle/>
          <a:p>
            <a:r>
              <a:rPr sz="2500" b="1">
                <a:solidFill>
                  <a:srgbClr val="333333"/>
                </a:solidFill>
                <a:latin typeface="Arial"/>
              </a:rPr>
              <a:t>Today's agenda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9AA670BF-9419-E073-F9A7-C9FD9FDA6979}"/>
              </a:ext>
            </a:extLst>
          </p:cNvPr>
          <p:cNvSpPr/>
          <p:nvPr/>
        </p:nvSpPr>
        <p:spPr>
          <a:xfrm>
            <a:off x="554736" y="1325420"/>
            <a:ext cx="1108252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B2975-5B62-9FC3-0CA7-725CC2B5D37E}"/>
              </a:ext>
            </a:extLst>
          </p:cNvPr>
          <p:cNvSpPr txBox="1"/>
          <p:nvPr/>
        </p:nvSpPr>
        <p:spPr>
          <a:xfrm>
            <a:off x="778432" y="1585577"/>
            <a:ext cx="8686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b="1" i="0" dirty="0">
                <a:solidFill>
                  <a:srgbClr val="333333"/>
                </a:solidFill>
                <a:latin typeface="Arial"/>
              </a:rPr>
              <a:t>Progress update and roadmap</a:t>
            </a:r>
          </a:p>
        </p:txBody>
      </p:sp>
      <p:sp>
        <p:nvSpPr>
          <p:cNvPr id="11" name="Rounded Rectangle 20">
            <a:extLst>
              <a:ext uri="{FF2B5EF4-FFF2-40B4-BE49-F238E27FC236}">
                <a16:creationId xmlns:a16="http://schemas.microsoft.com/office/drawing/2014/main" id="{E5EE835C-1B4C-AB7A-D60D-8D87AD6D82E7}"/>
              </a:ext>
            </a:extLst>
          </p:cNvPr>
          <p:cNvSpPr/>
          <p:nvPr/>
        </p:nvSpPr>
        <p:spPr>
          <a:xfrm>
            <a:off x="557784" y="5312733"/>
            <a:ext cx="1108252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C937A5-2BFD-F658-9F53-7302025DF855}"/>
              </a:ext>
            </a:extLst>
          </p:cNvPr>
          <p:cNvSpPr txBox="1"/>
          <p:nvPr/>
        </p:nvSpPr>
        <p:spPr>
          <a:xfrm>
            <a:off x="778432" y="5572889"/>
            <a:ext cx="8686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b="1" i="0" dirty="0">
                <a:solidFill>
                  <a:srgbClr val="333333"/>
                </a:solidFill>
                <a:latin typeface="Arial"/>
              </a:rPr>
              <a:t>Next steps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7064DA-010E-E226-7FFA-1FDDDA2DAF79}"/>
              </a:ext>
            </a:extLst>
          </p:cNvPr>
          <p:cNvSpPr txBox="1"/>
          <p:nvPr/>
        </p:nvSpPr>
        <p:spPr>
          <a:xfrm>
            <a:off x="778432" y="2511507"/>
            <a:ext cx="8686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b="1" i="0" dirty="0">
                <a:solidFill>
                  <a:srgbClr val="333333"/>
                </a:solidFill>
                <a:latin typeface="Arial"/>
              </a:rPr>
              <a:t>PoC reviews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792026-3FDA-BF52-2984-25D7EC02F501}"/>
              </a:ext>
            </a:extLst>
          </p:cNvPr>
          <p:cNvSpPr txBox="1"/>
          <p:nvPr/>
        </p:nvSpPr>
        <p:spPr>
          <a:xfrm>
            <a:off x="778432" y="2992391"/>
            <a:ext cx="10001864" cy="19697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AI-based unified BoQ: MEP</a:t>
            </a:r>
          </a:p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CAPEX estimation: MEP</a:t>
            </a:r>
          </a:p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CAPEX estimation: Project Brief workflow initial draft</a:t>
            </a:r>
          </a:p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Construction control tower design</a:t>
            </a:r>
          </a:p>
        </p:txBody>
      </p:sp>
    </p:spTree>
    <p:extLst>
      <p:ext uri="{BB962C8B-B14F-4D97-AF65-F5344CB8AC3E}">
        <p14:creationId xmlns:p14="http://schemas.microsoft.com/office/powerpoint/2010/main" val="2598224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8917E-6EA7-4E6A-5F41-ABC68236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2464E45B-2A31-3330-B641-25B5404B31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53084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2464E45B-2A31-3330-B641-25B5404B31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EFBB164D-FB89-421E-4F48-C699F56B885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tr-TR" dirty="0"/>
              <a:t>Switch to the unified BoQ and master data search view</a:t>
            </a:r>
          </a:p>
        </p:txBody>
      </p:sp>
    </p:spTree>
    <p:extLst>
      <p:ext uri="{BB962C8B-B14F-4D97-AF65-F5344CB8AC3E}">
        <p14:creationId xmlns:p14="http://schemas.microsoft.com/office/powerpoint/2010/main" val="87130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960511C7-7F98-BD7A-E4AC-9C7ACC3A331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43230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960511C7-7F98-BD7A-E4AC-9C7ACC3A33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535806DE-1F85-79FF-9F49-737D6EAB88D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5" y="172212"/>
            <a:ext cx="11082528" cy="731520"/>
          </a:xfrm>
        </p:spPr>
        <p:txBody>
          <a:bodyPr vert="horz">
            <a:noAutofit/>
          </a:bodyPr>
          <a:lstStyle/>
          <a:p>
            <a:r>
              <a:rPr lang="tr-TR" dirty="0"/>
              <a:t>As next step, we plan to scale the solution to next categories while PRE teams continue to review MEP mapping and forecasts</a:t>
            </a:r>
            <a:endParaRPr lang="en-US" dirty="0"/>
          </a:p>
        </p:txBody>
      </p:sp>
      <p:sp>
        <p:nvSpPr>
          <p:cNvPr id="47" name="Rounded Rectangle 4">
            <a:extLst>
              <a:ext uri="{FF2B5EF4-FFF2-40B4-BE49-F238E27FC236}">
                <a16:creationId xmlns:a16="http://schemas.microsoft.com/office/drawing/2014/main" id="{1517B439-F262-6E63-9378-ED78111A6A45}"/>
              </a:ext>
            </a:extLst>
          </p:cNvPr>
          <p:cNvSpPr>
            <a:spLocks/>
          </p:cNvSpPr>
          <p:nvPr/>
        </p:nvSpPr>
        <p:spPr>
          <a:xfrm>
            <a:off x="558174" y="1601765"/>
            <a:ext cx="5214885" cy="512064"/>
          </a:xfrm>
          <a:prstGeom prst="roundRect">
            <a:avLst>
              <a:gd name="adj" fmla="val 10000"/>
            </a:avLst>
          </a:prstGeom>
          <a:solidFill>
            <a:srgbClr val="37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38100" rIns="76200" bIns="38100" rtlCol="0" anchor="ctr">
            <a:noAutofit/>
          </a:bodyPr>
          <a:lstStyle/>
          <a:p>
            <a:pPr algn="l"/>
            <a:r>
              <a:rPr lang="tr-TR" b="1" dirty="0">
                <a:solidFill>
                  <a:srgbClr val="FFFFFF"/>
                </a:solidFill>
                <a:latin typeface="Arial"/>
              </a:rPr>
              <a:t>Support needed – only for 1 time data check</a:t>
            </a:r>
            <a:endParaRPr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Rounded Rectangle 5">
            <a:extLst>
              <a:ext uri="{FF2B5EF4-FFF2-40B4-BE49-F238E27FC236}">
                <a16:creationId xmlns:a16="http://schemas.microsoft.com/office/drawing/2014/main" id="{2B61238F-DC5F-3076-E60B-93E08B16251A}"/>
              </a:ext>
            </a:extLst>
          </p:cNvPr>
          <p:cNvSpPr>
            <a:spLocks/>
          </p:cNvSpPr>
          <p:nvPr/>
        </p:nvSpPr>
        <p:spPr>
          <a:xfrm>
            <a:off x="554736" y="2196294"/>
            <a:ext cx="5214885" cy="2619418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spcAft>
                <a:spcPts val="1200"/>
              </a:spcAft>
              <a:buClr>
                <a:srgbClr val="377A6C"/>
              </a:buClr>
            </a:pPr>
            <a:r>
              <a:rPr lang="tr-TR" sz="2000" b="1" dirty="0">
                <a:solidFill>
                  <a:schemeClr val="tx1"/>
                </a:solidFill>
              </a:rPr>
              <a:t>Establish a task force to:</a:t>
            </a:r>
            <a:endParaRPr lang="en-US" sz="2000" b="1" dirty="0">
              <a:solidFill>
                <a:schemeClr val="tx1"/>
              </a:solidFill>
            </a:endParaRPr>
          </a:p>
          <a:p>
            <a:pPr marL="201168" indent="-201168">
              <a:spcAft>
                <a:spcPts val="1200"/>
              </a:spcAft>
              <a:buClr>
                <a:srgbClr val="377A6C"/>
              </a:buClr>
              <a:buFont typeface="Arial"/>
              <a:buChar char="•"/>
            </a:pPr>
            <a:r>
              <a:rPr lang="tr-TR" sz="2000" dirty="0">
                <a:solidFill>
                  <a:schemeClr val="tx1"/>
                </a:solidFill>
              </a:rPr>
              <a:t>Review each item to validate correct categorization</a:t>
            </a:r>
          </a:p>
          <a:p>
            <a:pPr marL="201168" indent="-201168">
              <a:spcAft>
                <a:spcPts val="1200"/>
              </a:spcAft>
              <a:buClr>
                <a:srgbClr val="377A6C"/>
              </a:buClr>
              <a:buFont typeface="Arial"/>
              <a:buChar char="•"/>
            </a:pPr>
            <a:r>
              <a:rPr lang="tr-TR" sz="2000" dirty="0">
                <a:solidFill>
                  <a:schemeClr val="tx1"/>
                </a:solidFill>
              </a:rPr>
              <a:t>Make decision on the flagged items to finalize categorization</a:t>
            </a:r>
          </a:p>
        </p:txBody>
      </p:sp>
      <p:sp>
        <p:nvSpPr>
          <p:cNvPr id="54" name="Rounded Rectangle 4">
            <a:extLst>
              <a:ext uri="{FF2B5EF4-FFF2-40B4-BE49-F238E27FC236}">
                <a16:creationId xmlns:a16="http://schemas.microsoft.com/office/drawing/2014/main" id="{860A20FB-EEBA-04F1-2913-7AB5CEF9FD6D}"/>
              </a:ext>
            </a:extLst>
          </p:cNvPr>
          <p:cNvSpPr>
            <a:spLocks/>
          </p:cNvSpPr>
          <p:nvPr/>
        </p:nvSpPr>
        <p:spPr>
          <a:xfrm>
            <a:off x="554737" y="5174698"/>
            <a:ext cx="11082528" cy="512064"/>
          </a:xfrm>
          <a:prstGeom prst="roundRect">
            <a:avLst>
              <a:gd name="adj" fmla="val 10000"/>
            </a:avLst>
          </a:prstGeom>
          <a:solidFill>
            <a:srgbClr val="A8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38100" rIns="76200" bIns="38100" rtlCol="0" anchor="ctr">
            <a:noAutofit/>
          </a:bodyPr>
          <a:lstStyle/>
          <a:p>
            <a:pPr algn="ctr"/>
            <a:r>
              <a:rPr lang="tr-TR" b="1" dirty="0">
                <a:solidFill>
                  <a:srgbClr val="FFFFFF"/>
                </a:solidFill>
                <a:latin typeface="Arial"/>
              </a:rPr>
              <a:t>Target: Finalize the MEP review by August 21 (Friday next week)</a:t>
            </a:r>
            <a:endParaRPr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E9E860AA-22CB-B0E9-38C8-D84E8FA5983D}"/>
              </a:ext>
            </a:extLst>
          </p:cNvPr>
          <p:cNvSpPr>
            <a:spLocks/>
          </p:cNvSpPr>
          <p:nvPr/>
        </p:nvSpPr>
        <p:spPr>
          <a:xfrm>
            <a:off x="7258982" y="1601765"/>
            <a:ext cx="4378283" cy="512064"/>
          </a:xfrm>
          <a:prstGeom prst="roundRect">
            <a:avLst>
              <a:gd name="adj" fmla="val 10000"/>
            </a:avLst>
          </a:prstGeom>
          <a:solidFill>
            <a:srgbClr val="37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38100" rIns="76200" bIns="38100" rtlCol="0" anchor="ctr">
            <a:noAutofit/>
          </a:bodyPr>
          <a:lstStyle/>
          <a:p>
            <a:pPr algn="l"/>
            <a:r>
              <a:rPr lang="tr-TR" b="1" dirty="0">
                <a:solidFill>
                  <a:srgbClr val="FFFFFF"/>
                </a:solidFill>
                <a:latin typeface="Arial"/>
              </a:rPr>
              <a:t>Suggested team members from:</a:t>
            </a:r>
            <a:endParaRPr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Rounded Rectangle 5">
            <a:extLst>
              <a:ext uri="{FF2B5EF4-FFF2-40B4-BE49-F238E27FC236}">
                <a16:creationId xmlns:a16="http://schemas.microsoft.com/office/drawing/2014/main" id="{12818773-19CE-DEFE-7C16-B00B303BEC11}"/>
              </a:ext>
            </a:extLst>
          </p:cNvPr>
          <p:cNvSpPr>
            <a:spLocks/>
          </p:cNvSpPr>
          <p:nvPr/>
        </p:nvSpPr>
        <p:spPr>
          <a:xfrm>
            <a:off x="7258982" y="2196294"/>
            <a:ext cx="4378283" cy="748285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spcAft>
                <a:spcPts val="1200"/>
              </a:spcAft>
              <a:buClr>
                <a:srgbClr val="377A6C"/>
              </a:buClr>
            </a:pPr>
            <a:r>
              <a:rPr lang="tr-TR" sz="2000" b="1" dirty="0">
                <a:solidFill>
                  <a:schemeClr val="tx1"/>
                </a:solidFill>
              </a:rPr>
              <a:t>Construction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7" name="Rounded Rectangle 5">
            <a:extLst>
              <a:ext uri="{FF2B5EF4-FFF2-40B4-BE49-F238E27FC236}">
                <a16:creationId xmlns:a16="http://schemas.microsoft.com/office/drawing/2014/main" id="{EB7DB925-CC9B-3722-9E50-D4C8F85BF4FE}"/>
              </a:ext>
            </a:extLst>
          </p:cNvPr>
          <p:cNvSpPr>
            <a:spLocks/>
          </p:cNvSpPr>
          <p:nvPr/>
        </p:nvSpPr>
        <p:spPr>
          <a:xfrm>
            <a:off x="7258982" y="3131860"/>
            <a:ext cx="4378283" cy="748285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spcAft>
                <a:spcPts val="1200"/>
              </a:spcAft>
              <a:buClr>
                <a:srgbClr val="377A6C"/>
              </a:buClr>
            </a:pPr>
            <a:r>
              <a:rPr lang="tr-TR" sz="2000" b="1" dirty="0">
                <a:solidFill>
                  <a:schemeClr val="tx1"/>
                </a:solidFill>
              </a:rPr>
              <a:t>Development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8" name="Rounded Rectangle 5">
            <a:extLst>
              <a:ext uri="{FF2B5EF4-FFF2-40B4-BE49-F238E27FC236}">
                <a16:creationId xmlns:a16="http://schemas.microsoft.com/office/drawing/2014/main" id="{D4DDBDE0-9874-DD04-441E-4D9599FCE3DC}"/>
              </a:ext>
            </a:extLst>
          </p:cNvPr>
          <p:cNvSpPr>
            <a:spLocks/>
          </p:cNvSpPr>
          <p:nvPr/>
        </p:nvSpPr>
        <p:spPr>
          <a:xfrm>
            <a:off x="7258982" y="4067427"/>
            <a:ext cx="4378283" cy="748285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spcAft>
                <a:spcPts val="1200"/>
              </a:spcAft>
              <a:buClr>
                <a:srgbClr val="377A6C"/>
              </a:buClr>
            </a:pPr>
            <a:r>
              <a:rPr lang="tr-TR" sz="2000" b="1" dirty="0">
                <a:solidFill>
                  <a:schemeClr val="tx1"/>
                </a:solidFill>
              </a:rPr>
              <a:t>Procurement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314423C8-A89A-F3CC-63D7-D4CD6815B7B8}"/>
              </a:ext>
            </a:extLst>
          </p:cNvPr>
          <p:cNvCxnSpPr>
            <a:cxnSpLocks/>
            <a:stCxn id="49" idx="3"/>
            <a:endCxn id="56" idx="1"/>
          </p:cNvCxnSpPr>
          <p:nvPr/>
        </p:nvCxnSpPr>
        <p:spPr>
          <a:xfrm flipV="1">
            <a:off x="5769621" y="2570437"/>
            <a:ext cx="1489361" cy="935566"/>
          </a:xfrm>
          <a:prstGeom prst="bentConnector3">
            <a:avLst/>
          </a:prstGeom>
          <a:ln w="9525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CB27881B-60C6-C5CC-5CE5-7C14A094ACFF}"/>
              </a:ext>
            </a:extLst>
          </p:cNvPr>
          <p:cNvCxnSpPr>
            <a:cxnSpLocks/>
            <a:stCxn id="49" idx="3"/>
            <a:endCxn id="58" idx="1"/>
          </p:cNvCxnSpPr>
          <p:nvPr/>
        </p:nvCxnSpPr>
        <p:spPr>
          <a:xfrm>
            <a:off x="5769621" y="3506003"/>
            <a:ext cx="1489361" cy="935567"/>
          </a:xfrm>
          <a:prstGeom prst="bentConnector3">
            <a:avLst/>
          </a:prstGeom>
          <a:ln w="9525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FADB9AF-40A3-1D0F-88DC-9E49CC3A60D8}"/>
              </a:ext>
            </a:extLst>
          </p:cNvPr>
          <p:cNvCxnSpPr>
            <a:cxnSpLocks/>
            <a:stCxn id="49" idx="3"/>
            <a:endCxn id="57" idx="1"/>
          </p:cNvCxnSpPr>
          <p:nvPr/>
        </p:nvCxnSpPr>
        <p:spPr>
          <a:xfrm>
            <a:off x="5769621" y="3506003"/>
            <a:ext cx="1489361" cy="0"/>
          </a:xfrm>
          <a:prstGeom prst="straightConnector1">
            <a:avLst/>
          </a:prstGeom>
          <a:ln w="9525" cap="flat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844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D9281-338E-688F-93C3-E3F6B117A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Object 2" hidden="1">
            <a:extLst>
              <a:ext uri="{FF2B5EF4-FFF2-40B4-BE49-F238E27FC236}">
                <a16:creationId xmlns:a16="http://schemas.microsoft.com/office/drawing/2014/main" id="{CA4745DC-F165-046A-A0D1-0AD1CF09BF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7982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33" name="Object 2" hidden="1">
                        <a:extLst>
                          <a:ext uri="{FF2B5EF4-FFF2-40B4-BE49-F238E27FC236}">
                            <a16:creationId xmlns:a16="http://schemas.microsoft.com/office/drawing/2014/main" id="{CA4745DC-F165-046A-A0D1-0AD1CF09BF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D151C75E-DA0D-BA5F-1206-D235F581B3C6}"/>
              </a:ext>
            </a:extLst>
          </p:cNvPr>
          <p:cNvSpPr/>
          <p:nvPr/>
        </p:nvSpPr>
        <p:spPr>
          <a:xfrm>
            <a:off x="554736" y="2300537"/>
            <a:ext cx="11082528" cy="2872594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3F0A119-5A1B-F5BC-3BEB-3BA531C12304}"/>
              </a:ext>
            </a:extLst>
          </p:cNvPr>
          <p:cNvSpPr/>
          <p:nvPr/>
        </p:nvSpPr>
        <p:spPr>
          <a:xfrm>
            <a:off x="753031" y="3365170"/>
            <a:ext cx="10635136" cy="1181429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41B515A5-3FEA-4ADE-9A12-800987F0E4E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/>
          <a:lstStyle/>
          <a:p>
            <a:r>
              <a:rPr sz="2500" b="1">
                <a:solidFill>
                  <a:srgbClr val="333333"/>
                </a:solidFill>
                <a:latin typeface="Arial"/>
              </a:rPr>
              <a:t>Today's agenda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E74E088C-3CDF-9DD1-1FF1-A0F629A37FB9}"/>
              </a:ext>
            </a:extLst>
          </p:cNvPr>
          <p:cNvSpPr/>
          <p:nvPr/>
        </p:nvSpPr>
        <p:spPr>
          <a:xfrm>
            <a:off x="554736" y="1325420"/>
            <a:ext cx="1108252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06F1A-3838-6D57-FEE9-B2C78558968F}"/>
              </a:ext>
            </a:extLst>
          </p:cNvPr>
          <p:cNvSpPr txBox="1"/>
          <p:nvPr/>
        </p:nvSpPr>
        <p:spPr>
          <a:xfrm>
            <a:off x="778432" y="1585577"/>
            <a:ext cx="8686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b="1" i="0" dirty="0">
                <a:solidFill>
                  <a:srgbClr val="333333"/>
                </a:solidFill>
                <a:latin typeface="Arial"/>
              </a:rPr>
              <a:t>Progress update and roadmap</a:t>
            </a:r>
          </a:p>
        </p:txBody>
      </p:sp>
      <p:sp>
        <p:nvSpPr>
          <p:cNvPr id="11" name="Rounded Rectangle 20">
            <a:extLst>
              <a:ext uri="{FF2B5EF4-FFF2-40B4-BE49-F238E27FC236}">
                <a16:creationId xmlns:a16="http://schemas.microsoft.com/office/drawing/2014/main" id="{FD04660D-CC10-D41A-B5BF-B4A88654B7AC}"/>
              </a:ext>
            </a:extLst>
          </p:cNvPr>
          <p:cNvSpPr/>
          <p:nvPr/>
        </p:nvSpPr>
        <p:spPr>
          <a:xfrm>
            <a:off x="557784" y="5312733"/>
            <a:ext cx="1108252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F3E56B-DB7C-6304-ADF5-25E28BCCC58A}"/>
              </a:ext>
            </a:extLst>
          </p:cNvPr>
          <p:cNvSpPr txBox="1"/>
          <p:nvPr/>
        </p:nvSpPr>
        <p:spPr>
          <a:xfrm>
            <a:off x="778432" y="5572889"/>
            <a:ext cx="8686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b="1" i="0" dirty="0">
                <a:solidFill>
                  <a:srgbClr val="333333"/>
                </a:solidFill>
                <a:latin typeface="Arial"/>
              </a:rPr>
              <a:t>Next steps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E3A309-107A-88B1-9DDB-367A712DC151}"/>
              </a:ext>
            </a:extLst>
          </p:cNvPr>
          <p:cNvSpPr txBox="1"/>
          <p:nvPr/>
        </p:nvSpPr>
        <p:spPr>
          <a:xfrm>
            <a:off x="778432" y="2511507"/>
            <a:ext cx="8686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b="1" i="0" dirty="0">
                <a:solidFill>
                  <a:srgbClr val="333333"/>
                </a:solidFill>
                <a:latin typeface="Arial"/>
              </a:rPr>
              <a:t>PoC reviews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55EA3A-F911-00A5-32D6-9C8C0CB2399B}"/>
              </a:ext>
            </a:extLst>
          </p:cNvPr>
          <p:cNvSpPr txBox="1"/>
          <p:nvPr/>
        </p:nvSpPr>
        <p:spPr>
          <a:xfrm>
            <a:off x="778432" y="2992391"/>
            <a:ext cx="10001864" cy="19697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AI-based unified BoQ: MEP</a:t>
            </a:r>
          </a:p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CAPEX estimation: MEP</a:t>
            </a:r>
          </a:p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CAPEX estimation: Project Brief workflow initial draft</a:t>
            </a:r>
          </a:p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Construction control tower design</a:t>
            </a:r>
          </a:p>
        </p:txBody>
      </p:sp>
    </p:spTree>
    <p:extLst>
      <p:ext uri="{BB962C8B-B14F-4D97-AF65-F5344CB8AC3E}">
        <p14:creationId xmlns:p14="http://schemas.microsoft.com/office/powerpoint/2010/main" val="3708752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8917E-6EA7-4E6A-5F41-ABC68236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2464E45B-2A31-3330-B641-25B5404B31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2510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2464E45B-2A31-3330-B641-25B5404B31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EFBB164D-FB89-421E-4F48-C699F56B885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/>
          <a:lstStyle/>
          <a:p>
            <a:r>
              <a:rPr lang="tr-TR" dirty="0"/>
              <a:t>CAPEX estimation solution will generate bottom-up forecasts in </a:t>
            </a:r>
            <a:br>
              <a:rPr lang="tr-TR" dirty="0"/>
            </a:br>
            <a:r>
              <a:rPr lang="tr-TR" dirty="0"/>
              <a:t>3 different detail levels across the development lifecycle</a:t>
            </a:r>
          </a:p>
        </p:txBody>
      </p:sp>
      <p:sp>
        <p:nvSpPr>
          <p:cNvPr id="58" name="Rounded Rectangle 26">
            <a:extLst>
              <a:ext uri="{FF2B5EF4-FFF2-40B4-BE49-F238E27FC236}">
                <a16:creationId xmlns:a16="http://schemas.microsoft.com/office/drawing/2014/main" id="{054791EA-43DE-1CC8-0B38-E1641E9EAACF}"/>
              </a:ext>
            </a:extLst>
          </p:cNvPr>
          <p:cNvSpPr/>
          <p:nvPr/>
        </p:nvSpPr>
        <p:spPr>
          <a:xfrm>
            <a:off x="554736" y="5468112"/>
            <a:ext cx="11082528" cy="685800"/>
          </a:xfrm>
          <a:prstGeom prst="roundRect">
            <a:avLst>
              <a:gd name="adj" fmla="val 0"/>
            </a:avLst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tr-TR" b="1" dirty="0">
                <a:solidFill>
                  <a:schemeClr val="tx1"/>
                </a:solidFill>
                <a:latin typeface="+mj-lt"/>
              </a:rPr>
              <a:t>Enabled by the AI-based unified BoQ and data lake</a:t>
            </a:r>
          </a:p>
        </p:txBody>
      </p:sp>
      <p:sp>
        <p:nvSpPr>
          <p:cNvPr id="19" name="Arrow: Pentagon 18">
            <a:extLst>
              <a:ext uri="{FF2B5EF4-FFF2-40B4-BE49-F238E27FC236}">
                <a16:creationId xmlns:a16="http://schemas.microsoft.com/office/drawing/2014/main" id="{76938EFC-D22F-E16D-6FC7-F0F121F198CD}"/>
              </a:ext>
            </a:extLst>
          </p:cNvPr>
          <p:cNvSpPr>
            <a:spLocks/>
          </p:cNvSpPr>
          <p:nvPr/>
        </p:nvSpPr>
        <p:spPr>
          <a:xfrm>
            <a:off x="557784" y="2549876"/>
            <a:ext cx="3588775" cy="530352"/>
          </a:xfrm>
          <a:prstGeom prst="homePlate">
            <a:avLst>
              <a:gd name="adj" fmla="val 34235"/>
            </a:avLst>
          </a:prstGeom>
          <a:solidFill>
            <a:schemeClr val="accent2"/>
          </a:solidFill>
          <a:ln w="190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8016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noProof="0" dirty="0">
                <a:solidFill>
                  <a:srgbClr val="FFFFFF"/>
                </a:solidFill>
              </a:rPr>
              <a:t>Project Brief</a:t>
            </a:r>
          </a:p>
        </p:txBody>
      </p:sp>
      <p:sp>
        <p:nvSpPr>
          <p:cNvPr id="36" name="Rounded Rectangle 5"/>
          <p:cNvSpPr>
            <a:spLocks/>
          </p:cNvSpPr>
          <p:nvPr/>
        </p:nvSpPr>
        <p:spPr>
          <a:xfrm>
            <a:off x="557784" y="3170376"/>
            <a:ext cx="3588775" cy="2167128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 w="15875">
            <a:solidFill>
              <a:srgbClr val="1F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WBS-level benchmarking </a:t>
            </a:r>
            <a:br>
              <a:rPr kumimoji="0" lang="tr-TR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tr-TR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to past PRE projects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r-TR" sz="1600" b="0" i="0" u="none" strike="noStrike" kern="1200" cap="none" spc="0" normalizeH="0" baseline="0" noProof="0" dirty="0">
              <a:ln>
                <a:noFill/>
              </a:ln>
              <a:solidFill>
                <a:srgbClr val="3C3C3B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Questionnaire to find similar past projects</a:t>
            </a:r>
            <a:r>
              <a:rPr lang="tr-TR" sz="1600" dirty="0">
                <a:solidFill>
                  <a:srgbClr val="3C3C3B"/>
                </a:solidFill>
                <a:latin typeface="+mj-lt"/>
              </a:rPr>
              <a:t> as </a:t>
            </a:r>
            <a:r>
              <a:rPr kumimoji="0" lang="tr-TR" sz="1600" b="0" i="0" u="none" strike="noStrike" kern="1200" cap="none" spc="0" normalizeH="0" baseline="0" noProof="0" dirty="0">
                <a:ln>
                  <a:noFill/>
                </a:ln>
                <a:solidFill>
                  <a:srgbClr val="3C3C3B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baseline, then forecast based on BoQ-level estimates</a:t>
            </a: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579A59E9-5175-E6C8-B405-D29AAE50FCFD}"/>
              </a:ext>
            </a:extLst>
          </p:cNvPr>
          <p:cNvSpPr>
            <a:spLocks/>
          </p:cNvSpPr>
          <p:nvPr/>
        </p:nvSpPr>
        <p:spPr>
          <a:xfrm>
            <a:off x="7974430" y="2549876"/>
            <a:ext cx="3588775" cy="530352"/>
          </a:xfrm>
          <a:prstGeom prst="chevron">
            <a:avLst>
              <a:gd name="adj" fmla="val 32659"/>
            </a:avLst>
          </a:prstGeom>
          <a:solidFill>
            <a:schemeClr val="accent2"/>
          </a:solidFill>
          <a:ln w="190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10896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noProof="0">
                <a:solidFill>
                  <a:srgbClr val="FFFFFF"/>
                </a:solidFill>
              </a:rPr>
              <a:t>Technical Design</a:t>
            </a:r>
          </a:p>
        </p:txBody>
      </p:sp>
      <p:sp>
        <p:nvSpPr>
          <p:cNvPr id="39" name="Rounded Rectangle 5"/>
          <p:cNvSpPr>
            <a:spLocks/>
          </p:cNvSpPr>
          <p:nvPr/>
        </p:nvSpPr>
        <p:spPr>
          <a:xfrm>
            <a:off x="8048489" y="3170376"/>
            <a:ext cx="3588775" cy="2167128"/>
          </a:xfrm>
          <a:prstGeom prst="roundRect">
            <a:avLst>
              <a:gd name="adj" fmla="val 5000"/>
            </a:avLst>
          </a:prstGeom>
          <a:solidFill>
            <a:srgbClr val="F4F7F7"/>
          </a:solidFill>
          <a:ln w="15875">
            <a:solidFill>
              <a:srgbClr val="1F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BoQ item-level forecast using historical bids and contracts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sz="1600" dirty="0">
              <a:solidFill>
                <a:srgbClr val="3C3C3B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600" dirty="0">
                <a:solidFill>
                  <a:srgbClr val="3C3C3B"/>
                </a:solidFill>
                <a:latin typeface="+mj-lt"/>
              </a:rPr>
              <a:t>Most granular unit price estimation, on material and labour breakdowns with brand, country and unit filters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2D5AC739-B19E-8B68-D61B-8E875DCB5B1F}"/>
              </a:ext>
            </a:extLst>
          </p:cNvPr>
          <p:cNvSpPr>
            <a:spLocks/>
          </p:cNvSpPr>
          <p:nvPr/>
        </p:nvSpPr>
        <p:spPr>
          <a:xfrm>
            <a:off x="4294272" y="2549876"/>
            <a:ext cx="3588775" cy="530352"/>
          </a:xfrm>
          <a:prstGeom prst="chevron">
            <a:avLst>
              <a:gd name="adj" fmla="val 32659"/>
            </a:avLst>
          </a:prstGeom>
          <a:solidFill>
            <a:schemeClr val="bg1">
              <a:lumMod val="50000"/>
            </a:schemeClr>
          </a:solidFill>
          <a:ln w="190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10896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noProof="0">
                <a:solidFill>
                  <a:srgbClr val="FFFFFF"/>
                </a:solidFill>
              </a:rPr>
              <a:t>Concept Design</a:t>
            </a:r>
          </a:p>
        </p:txBody>
      </p:sp>
      <p:sp>
        <p:nvSpPr>
          <p:cNvPr id="41" name="Rounded Rectangle 5"/>
          <p:cNvSpPr>
            <a:spLocks/>
          </p:cNvSpPr>
          <p:nvPr/>
        </p:nvSpPr>
        <p:spPr>
          <a:xfrm>
            <a:off x="4294272" y="3170376"/>
            <a:ext cx="3588775" cy="2167128"/>
          </a:xfrm>
          <a:prstGeom prst="roundRect">
            <a:avLst>
              <a:gd name="adj" fmla="val 5000"/>
            </a:avLst>
          </a:prstGeom>
          <a:solidFill>
            <a:schemeClr val="bg2">
              <a:lumMod val="95000"/>
            </a:schemeClr>
          </a:solidFill>
          <a:ln w="15875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>
              <a:defRPr/>
            </a:pPr>
            <a:r>
              <a:rPr lang="tr-TR" b="1" dirty="0">
                <a:solidFill>
                  <a:srgbClr val="4D4D4D"/>
                </a:solidFill>
                <a:latin typeface="+mj-lt"/>
              </a:rPr>
              <a:t>To-be-completed next </a:t>
            </a:r>
          </a:p>
          <a:p>
            <a:pPr>
              <a:defRPr/>
            </a:pPr>
            <a:endParaRPr lang="tr-TR" sz="1600" dirty="0">
              <a:solidFill>
                <a:srgbClr val="3C3C3B"/>
              </a:solidFill>
              <a:latin typeface="+mj-lt"/>
            </a:endParaRPr>
          </a:p>
          <a:p>
            <a:pPr>
              <a:defRPr/>
            </a:pPr>
            <a:r>
              <a:rPr lang="tr-TR" sz="1600" dirty="0">
                <a:solidFill>
                  <a:srgbClr val="3C3C3B"/>
                </a:solidFill>
                <a:latin typeface="+mj-lt"/>
              </a:rPr>
              <a:t>as a combination of Project Brief </a:t>
            </a:r>
            <a:br>
              <a:rPr lang="tr-TR" sz="1600" dirty="0">
                <a:solidFill>
                  <a:srgbClr val="3C3C3B"/>
                </a:solidFill>
                <a:latin typeface="+mj-lt"/>
              </a:rPr>
            </a:br>
            <a:r>
              <a:rPr lang="tr-TR" sz="1600" dirty="0">
                <a:solidFill>
                  <a:srgbClr val="3C3C3B"/>
                </a:solidFill>
                <a:latin typeface="+mj-lt"/>
              </a:rPr>
              <a:t>and Technical Design</a:t>
            </a:r>
          </a:p>
          <a:p>
            <a:pPr>
              <a:defRPr/>
            </a:pPr>
            <a:endParaRPr lang="tr-TR" sz="1600" dirty="0">
              <a:solidFill>
                <a:srgbClr val="3C3C3B"/>
              </a:solidFill>
              <a:latin typeface="+mj-lt"/>
            </a:endParaRPr>
          </a:p>
        </p:txBody>
      </p:sp>
      <p:sp>
        <p:nvSpPr>
          <p:cNvPr id="59" name="Detail wedge"/>
          <p:cNvSpPr/>
          <p:nvPr/>
        </p:nvSpPr>
        <p:spPr>
          <a:xfrm flipH="1">
            <a:off x="557784" y="1481328"/>
            <a:ext cx="11082528" cy="932688"/>
          </a:xfrm>
          <a:prstGeom prst="rtTriangle">
            <a:avLst/>
          </a:prstGeom>
          <a:solidFill>
            <a:srgbClr val="D2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0" name="TextBox 59"/>
          <p:cNvSpPr txBox="1"/>
          <p:nvPr/>
        </p:nvSpPr>
        <p:spPr>
          <a:xfrm>
            <a:off x="557784" y="2142174"/>
            <a:ext cx="981038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00" b="1">
                <a:latin typeface="Arial"/>
              </a:rPr>
              <a:t>High-level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36171" y="2142174"/>
            <a:ext cx="3925755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600" b="1" dirty="0">
                <a:latin typeface="Arial"/>
              </a:rPr>
              <a:t>Level of detail and complexity increases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5408" y="2142174"/>
            <a:ext cx="1357744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600" b="1">
                <a:latin typeface="Arial"/>
              </a:rPr>
              <a:t>Most granular</a:t>
            </a:r>
          </a:p>
        </p:txBody>
      </p:sp>
    </p:spTree>
    <p:extLst>
      <p:ext uri="{BB962C8B-B14F-4D97-AF65-F5344CB8AC3E}">
        <p14:creationId xmlns:p14="http://schemas.microsoft.com/office/powerpoint/2010/main" val="3842538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8917E-6EA7-4E6A-5F41-ABC68236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2464E45B-2A31-3330-B641-25B5404B31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8100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2464E45B-2A31-3330-B641-25B5404B31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EFBB164D-FB89-421E-4F48-C699F56B885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tr-TR" dirty="0"/>
              <a:t>Switch to the Technical Design CAPEX forecast view</a:t>
            </a:r>
          </a:p>
        </p:txBody>
      </p:sp>
    </p:spTree>
    <p:extLst>
      <p:ext uri="{BB962C8B-B14F-4D97-AF65-F5344CB8AC3E}">
        <p14:creationId xmlns:p14="http://schemas.microsoft.com/office/powerpoint/2010/main" val="2638258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0B68-1066-327B-E40A-24C4A790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EBF37F97-5568-86E7-DA2F-E3DEAA06963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65656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EBF37F97-5568-86E7-DA2F-E3DEAA0696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04CD3CC4-7BD2-04C6-371E-E29253814EFE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tr-TR" dirty="0"/>
              <a:t>Switch to the Project Brief workflow view</a:t>
            </a:r>
          </a:p>
        </p:txBody>
      </p:sp>
    </p:spTree>
    <p:extLst>
      <p:ext uri="{BB962C8B-B14F-4D97-AF65-F5344CB8AC3E}">
        <p14:creationId xmlns:p14="http://schemas.microsoft.com/office/powerpoint/2010/main" val="97070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C72FC-1933-2BAB-FFBB-D03BD389E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Object 2" hidden="1">
            <a:extLst>
              <a:ext uri="{FF2B5EF4-FFF2-40B4-BE49-F238E27FC236}">
                <a16:creationId xmlns:a16="http://schemas.microsoft.com/office/drawing/2014/main" id="{CAC909B5-9B82-860F-3DA4-A6DC1D8B864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47183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33" name="Object 2" hidden="1">
                        <a:extLst>
                          <a:ext uri="{FF2B5EF4-FFF2-40B4-BE49-F238E27FC236}">
                            <a16:creationId xmlns:a16="http://schemas.microsoft.com/office/drawing/2014/main" id="{CAC909B5-9B82-860F-3DA4-A6DC1D8B8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5B76C5AB-232D-79D1-97D6-647F9D686302}"/>
              </a:ext>
            </a:extLst>
          </p:cNvPr>
          <p:cNvSpPr/>
          <p:nvPr/>
        </p:nvSpPr>
        <p:spPr>
          <a:xfrm>
            <a:off x="554736" y="2300537"/>
            <a:ext cx="11082528" cy="2872594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9EB417D3-F831-4651-EBBE-34191AAF7344}"/>
              </a:ext>
            </a:extLst>
          </p:cNvPr>
          <p:cNvSpPr/>
          <p:nvPr/>
        </p:nvSpPr>
        <p:spPr>
          <a:xfrm>
            <a:off x="753031" y="4504269"/>
            <a:ext cx="10635136" cy="609599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F07D8ABE-3D34-D0B1-5EF4-84DBBA43AEF3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/>
          <a:lstStyle/>
          <a:p>
            <a:r>
              <a:rPr sz="2500" b="1">
                <a:solidFill>
                  <a:srgbClr val="333333"/>
                </a:solidFill>
                <a:latin typeface="Arial"/>
              </a:rPr>
              <a:t>Today's agenda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30D13955-7D91-1E5D-23B9-D8919E471198}"/>
              </a:ext>
            </a:extLst>
          </p:cNvPr>
          <p:cNvSpPr/>
          <p:nvPr/>
        </p:nvSpPr>
        <p:spPr>
          <a:xfrm>
            <a:off x="554736" y="1325420"/>
            <a:ext cx="1108252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81D76-E16A-ECBB-2622-3BBB46BD23C6}"/>
              </a:ext>
            </a:extLst>
          </p:cNvPr>
          <p:cNvSpPr txBox="1"/>
          <p:nvPr/>
        </p:nvSpPr>
        <p:spPr>
          <a:xfrm>
            <a:off x="778432" y="1585577"/>
            <a:ext cx="8686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b="1" i="0" dirty="0">
                <a:solidFill>
                  <a:srgbClr val="333333"/>
                </a:solidFill>
                <a:latin typeface="Arial"/>
              </a:rPr>
              <a:t>Progress update and roadmap</a:t>
            </a:r>
          </a:p>
        </p:txBody>
      </p:sp>
      <p:sp>
        <p:nvSpPr>
          <p:cNvPr id="11" name="Rounded Rectangle 20">
            <a:extLst>
              <a:ext uri="{FF2B5EF4-FFF2-40B4-BE49-F238E27FC236}">
                <a16:creationId xmlns:a16="http://schemas.microsoft.com/office/drawing/2014/main" id="{2205A49A-7B37-956F-5D2F-C88E986B2972}"/>
              </a:ext>
            </a:extLst>
          </p:cNvPr>
          <p:cNvSpPr/>
          <p:nvPr/>
        </p:nvSpPr>
        <p:spPr>
          <a:xfrm>
            <a:off x="557784" y="5312733"/>
            <a:ext cx="1108252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2CA50B-62E4-50B2-8B9D-951D5BD4861B}"/>
              </a:ext>
            </a:extLst>
          </p:cNvPr>
          <p:cNvSpPr txBox="1"/>
          <p:nvPr/>
        </p:nvSpPr>
        <p:spPr>
          <a:xfrm>
            <a:off x="778432" y="5572889"/>
            <a:ext cx="8686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b="1" i="0" dirty="0">
                <a:solidFill>
                  <a:srgbClr val="333333"/>
                </a:solidFill>
                <a:latin typeface="Arial"/>
              </a:rPr>
              <a:t>Next steps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CAD9FE-7811-0AC3-AE27-19DBC882E3ED}"/>
              </a:ext>
            </a:extLst>
          </p:cNvPr>
          <p:cNvSpPr txBox="1"/>
          <p:nvPr/>
        </p:nvSpPr>
        <p:spPr>
          <a:xfrm>
            <a:off x="778432" y="2511507"/>
            <a:ext cx="8686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b="1" i="0" dirty="0">
                <a:solidFill>
                  <a:srgbClr val="333333"/>
                </a:solidFill>
                <a:latin typeface="Arial"/>
              </a:rPr>
              <a:t>PoC reviews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F46CA7-4D49-93A9-9961-F0E728C2DAAF}"/>
              </a:ext>
            </a:extLst>
          </p:cNvPr>
          <p:cNvSpPr txBox="1"/>
          <p:nvPr/>
        </p:nvSpPr>
        <p:spPr>
          <a:xfrm>
            <a:off x="778432" y="2992391"/>
            <a:ext cx="10001864" cy="19697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AI-based unified BoQ: MEP</a:t>
            </a:r>
          </a:p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CAPEX estimation: MEP</a:t>
            </a:r>
          </a:p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CAPEX estimation: Project Brief workflow initial draft</a:t>
            </a:r>
          </a:p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Construction control tower design</a:t>
            </a:r>
          </a:p>
        </p:txBody>
      </p:sp>
    </p:spTree>
    <p:extLst>
      <p:ext uri="{BB962C8B-B14F-4D97-AF65-F5344CB8AC3E}">
        <p14:creationId xmlns:p14="http://schemas.microsoft.com/office/powerpoint/2010/main" val="3696863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8917E-6EA7-4E6A-5F41-ABC68236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2464E45B-2A31-3330-B641-25B5404B31C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53084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2464E45B-2A31-3330-B641-25B5404B31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2. Slide Title">
            <a:extLst>
              <a:ext uri="{FF2B5EF4-FFF2-40B4-BE49-F238E27FC236}">
                <a16:creationId xmlns:a16="http://schemas.microsoft.com/office/drawing/2014/main" id="{EFBB164D-FB89-421E-4F48-C699F56B885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/>
          <a:lstStyle/>
          <a:p>
            <a:r>
              <a:rPr lang="tr-TR" dirty="0"/>
              <a:t>Switch to the construction control tower view</a:t>
            </a:r>
          </a:p>
        </p:txBody>
      </p:sp>
    </p:spTree>
    <p:extLst>
      <p:ext uri="{BB962C8B-B14F-4D97-AF65-F5344CB8AC3E}">
        <p14:creationId xmlns:p14="http://schemas.microsoft.com/office/powerpoint/2010/main" val="3818128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684D5-D668-801F-934D-22119A313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Object 2" hidden="1">
            <a:extLst>
              <a:ext uri="{FF2B5EF4-FFF2-40B4-BE49-F238E27FC236}">
                <a16:creationId xmlns:a16="http://schemas.microsoft.com/office/drawing/2014/main" id="{2B571610-1150-2B2D-0D25-FD3348F2DE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24229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33" name="Object 2" hidden="1">
                        <a:extLst>
                          <a:ext uri="{FF2B5EF4-FFF2-40B4-BE49-F238E27FC236}">
                            <a16:creationId xmlns:a16="http://schemas.microsoft.com/office/drawing/2014/main" id="{2B571610-1150-2B2D-0D25-FD3348F2DE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B627DB81-7882-EFFD-F206-0CF18AAC05C1}"/>
              </a:ext>
            </a:extLst>
          </p:cNvPr>
          <p:cNvSpPr/>
          <p:nvPr/>
        </p:nvSpPr>
        <p:spPr>
          <a:xfrm>
            <a:off x="554736" y="2300537"/>
            <a:ext cx="11082528" cy="2872594"/>
          </a:xfrm>
          <a:prstGeom prst="roundRect">
            <a:avLst>
              <a:gd name="adj" fmla="val 34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5BF2F411-4928-9B64-B15F-9E0931DB814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/>
          <a:lstStyle/>
          <a:p>
            <a:r>
              <a:rPr sz="2500" b="1">
                <a:solidFill>
                  <a:srgbClr val="333333"/>
                </a:solidFill>
                <a:latin typeface="Arial"/>
              </a:rPr>
              <a:t>Today's agenda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1185CC8F-3FC4-D5E6-8261-82F4FE7DA0F7}"/>
              </a:ext>
            </a:extLst>
          </p:cNvPr>
          <p:cNvSpPr/>
          <p:nvPr/>
        </p:nvSpPr>
        <p:spPr>
          <a:xfrm>
            <a:off x="554736" y="1325420"/>
            <a:ext cx="1108252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5BC32-5F02-7620-DB92-9F537AD06196}"/>
              </a:ext>
            </a:extLst>
          </p:cNvPr>
          <p:cNvSpPr txBox="1"/>
          <p:nvPr/>
        </p:nvSpPr>
        <p:spPr>
          <a:xfrm>
            <a:off x="778432" y="1585577"/>
            <a:ext cx="8686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b="1" i="0" dirty="0">
                <a:solidFill>
                  <a:srgbClr val="333333"/>
                </a:solidFill>
                <a:latin typeface="Arial"/>
              </a:rPr>
              <a:t>Progress update and roadmap</a:t>
            </a:r>
          </a:p>
        </p:txBody>
      </p:sp>
      <p:sp>
        <p:nvSpPr>
          <p:cNvPr id="11" name="Rounded Rectangle 20">
            <a:extLst>
              <a:ext uri="{FF2B5EF4-FFF2-40B4-BE49-F238E27FC236}">
                <a16:creationId xmlns:a16="http://schemas.microsoft.com/office/drawing/2014/main" id="{32652EDF-5B58-DEBB-01C5-8DCE3BA3371E}"/>
              </a:ext>
            </a:extLst>
          </p:cNvPr>
          <p:cNvSpPr/>
          <p:nvPr/>
        </p:nvSpPr>
        <p:spPr>
          <a:xfrm>
            <a:off x="557784" y="5312733"/>
            <a:ext cx="11082528" cy="82296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8AA7AE-5B43-C114-29C4-10204200B20F}"/>
              </a:ext>
            </a:extLst>
          </p:cNvPr>
          <p:cNvSpPr txBox="1"/>
          <p:nvPr/>
        </p:nvSpPr>
        <p:spPr>
          <a:xfrm>
            <a:off x="778432" y="5572889"/>
            <a:ext cx="8686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b="1" i="0" dirty="0">
                <a:solidFill>
                  <a:srgbClr val="333333"/>
                </a:solidFill>
                <a:latin typeface="Arial"/>
              </a:rPr>
              <a:t>Next steps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5D8FBC-7FA8-BA38-6020-EF838E395C99}"/>
              </a:ext>
            </a:extLst>
          </p:cNvPr>
          <p:cNvSpPr txBox="1"/>
          <p:nvPr/>
        </p:nvSpPr>
        <p:spPr>
          <a:xfrm>
            <a:off x="778432" y="2511507"/>
            <a:ext cx="8686800" cy="30264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b="1" i="0" dirty="0">
                <a:solidFill>
                  <a:srgbClr val="333333"/>
                </a:solidFill>
                <a:latin typeface="Arial"/>
              </a:rPr>
              <a:t>PoC reviews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9B92E4-C6E4-F376-D95F-7032C5BEFC1D}"/>
              </a:ext>
            </a:extLst>
          </p:cNvPr>
          <p:cNvSpPr txBox="1"/>
          <p:nvPr/>
        </p:nvSpPr>
        <p:spPr>
          <a:xfrm>
            <a:off x="778432" y="2992391"/>
            <a:ext cx="10001864" cy="19697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AI-based unified BoQ: MEP</a:t>
            </a:r>
          </a:p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CAPEX estimation: MEP</a:t>
            </a:r>
          </a:p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CAPEX estimation: Project Brief workflow initial draft</a:t>
            </a:r>
          </a:p>
          <a:p>
            <a:pPr lvl="1">
              <a:spcAft>
                <a:spcPts val="2400"/>
              </a:spcAft>
            </a:pPr>
            <a:r>
              <a:rPr lang="tr-TR" sz="1700" b="1" dirty="0">
                <a:solidFill>
                  <a:srgbClr val="333333"/>
                </a:solidFill>
              </a:rPr>
              <a:t>Construction control tower design</a:t>
            </a:r>
          </a:p>
        </p:txBody>
      </p:sp>
    </p:spTree>
    <p:extLst>
      <p:ext uri="{BB962C8B-B14F-4D97-AF65-F5344CB8AC3E}">
        <p14:creationId xmlns:p14="http://schemas.microsoft.com/office/powerpoint/2010/main" val="3069178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CFD0740C-8CE7-B8BD-0DFB-233B1702BDA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97782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D0740C-8CE7-B8BD-0DFB-233B1702BD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/>
          <a:lstStyle/>
          <a:p>
            <a:r>
              <a:rPr lang="tr-TR" sz="2500" b="1" dirty="0">
                <a:solidFill>
                  <a:srgbClr val="333333"/>
                </a:solidFill>
                <a:latin typeface="Arial"/>
              </a:rPr>
              <a:t>Next steps to end-August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7784" y="1280160"/>
            <a:ext cx="11082528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51688" y="1280160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tr-TR" sz="2000" b="1" i="0">
                <a:solidFill>
                  <a:srgbClr val="FFFFFF"/>
                </a:solidFill>
                <a:latin typeface="Arial"/>
              </a:rPr>
              <a:t>Foundations</a:t>
            </a:r>
            <a:endParaRPr sz="20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21023" y="1647587"/>
            <a:ext cx="7744968" cy="1292662"/>
          </a:xfrm>
          <a:prstGeom prst="rect">
            <a:avLst/>
          </a:prstGeom>
          <a:noFill/>
        </p:spPr>
        <p:txBody>
          <a:bodyPr wrap="square" lIns="0" tIns="0" rIns="25400" bIns="0">
            <a:spAutoFit/>
          </a:bodyPr>
          <a:lstStyle/>
          <a:p>
            <a:pPr marL="182880" indent="-182880">
              <a:spcAft>
                <a:spcPts val="800"/>
              </a:spcAft>
              <a:buClr>
                <a:srgbClr val="377A6C"/>
              </a:buClr>
              <a:buFont typeface="Arial"/>
              <a:buChar char="•"/>
            </a:pPr>
            <a:r>
              <a:rPr sz="1600" dirty="0">
                <a:solidFill>
                  <a:srgbClr val="444444"/>
                </a:solidFill>
                <a:latin typeface="Arial"/>
              </a:rPr>
              <a:t>Complete the one-time end-user review of the </a:t>
            </a:r>
            <a:r>
              <a:rPr lang="tr-TR" sz="1600" dirty="0">
                <a:solidFill>
                  <a:srgbClr val="444444"/>
                </a:solidFill>
                <a:latin typeface="Arial"/>
              </a:rPr>
              <a:t>MEP unified BoQ</a:t>
            </a:r>
            <a:endParaRPr sz="1600" dirty="0">
              <a:solidFill>
                <a:srgbClr val="444444"/>
              </a:solidFill>
              <a:latin typeface="Arial"/>
            </a:endParaRPr>
          </a:p>
          <a:p>
            <a:pPr marL="182880" indent="-182880">
              <a:spcAft>
                <a:spcPts val="800"/>
              </a:spcAft>
              <a:buClr>
                <a:srgbClr val="377A6C"/>
              </a:buClr>
              <a:buFont typeface="Arial"/>
              <a:buChar char="•"/>
            </a:pPr>
            <a:r>
              <a:rPr lang="tr-TR" sz="1600" dirty="0">
                <a:solidFill>
                  <a:srgbClr val="444444"/>
                </a:solidFill>
                <a:latin typeface="Arial"/>
              </a:rPr>
              <a:t>Continue</a:t>
            </a:r>
            <a:r>
              <a:rPr sz="1600" dirty="0">
                <a:solidFill>
                  <a:srgbClr val="444444"/>
                </a:solidFill>
                <a:latin typeface="Arial"/>
              </a:rPr>
              <a:t> scale-up of the unified BoQ method to the remaining categories</a:t>
            </a:r>
          </a:p>
          <a:p>
            <a:pPr marL="182880" indent="-182880">
              <a:spcAft>
                <a:spcPts val="800"/>
              </a:spcAft>
              <a:buClr>
                <a:srgbClr val="377A6C"/>
              </a:buClr>
              <a:buFont typeface="Arial"/>
              <a:buChar char="•"/>
            </a:pPr>
            <a:r>
              <a:rPr sz="1600" dirty="0">
                <a:solidFill>
                  <a:srgbClr val="444444"/>
                </a:solidFill>
                <a:latin typeface="Arial"/>
              </a:rPr>
              <a:t>Complete the AI stack cloud environment s</a:t>
            </a:r>
            <a:r>
              <a:rPr lang="tr-TR" sz="1600" dirty="0">
                <a:solidFill>
                  <a:srgbClr val="444444"/>
                </a:solidFill>
                <a:latin typeface="Arial"/>
              </a:rPr>
              <a:t>etup</a:t>
            </a:r>
          </a:p>
          <a:p>
            <a:pPr marL="182880" indent="-182880">
              <a:spcAft>
                <a:spcPts val="800"/>
              </a:spcAft>
              <a:buClr>
                <a:srgbClr val="377A6C"/>
              </a:buClr>
              <a:buFont typeface="Arial"/>
              <a:buChar char="•"/>
            </a:pPr>
            <a:r>
              <a:rPr lang="tr-TR" sz="1600" dirty="0">
                <a:solidFill>
                  <a:srgbClr val="444444"/>
                </a:solidFill>
                <a:latin typeface="Arial"/>
              </a:rPr>
              <a:t>Complete contract data extraction</a:t>
            </a:r>
            <a:endParaRPr sz="1600" dirty="0">
              <a:solidFill>
                <a:srgbClr val="444444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57784" y="3429000"/>
            <a:ext cx="1108252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557784" y="3429000"/>
            <a:ext cx="2788920" cy="1325880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CAPEX estimation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1023" y="3794760"/>
            <a:ext cx="7744968" cy="595035"/>
          </a:xfrm>
          <a:prstGeom prst="rect">
            <a:avLst/>
          </a:prstGeom>
          <a:noFill/>
        </p:spPr>
        <p:txBody>
          <a:bodyPr wrap="square" lIns="0" tIns="0" rIns="25400" bIns="0">
            <a:spAutoFit/>
          </a:bodyPr>
          <a:lstStyle/>
          <a:p>
            <a:pPr marL="182880" indent="-182880">
              <a:spcAft>
                <a:spcPts val="800"/>
              </a:spcAft>
              <a:buClr>
                <a:srgbClr val="00A8A4"/>
              </a:buClr>
              <a:buFont typeface="Arial"/>
              <a:buChar char="•"/>
            </a:pPr>
            <a:r>
              <a:rPr lang="tr-TR" sz="1600" dirty="0">
                <a:solidFill>
                  <a:srgbClr val="444444"/>
                </a:solidFill>
                <a:latin typeface="Arial"/>
              </a:rPr>
              <a:t>Finalize target state workflow design</a:t>
            </a:r>
            <a:endParaRPr sz="1600" dirty="0">
              <a:solidFill>
                <a:srgbClr val="444444"/>
              </a:solidFill>
              <a:latin typeface="Arial"/>
            </a:endParaRPr>
          </a:p>
          <a:p>
            <a:pPr marL="182880" indent="-182880">
              <a:spcAft>
                <a:spcPts val="800"/>
              </a:spcAft>
              <a:buClr>
                <a:srgbClr val="00A8A4"/>
              </a:buClr>
              <a:buFont typeface="Arial"/>
              <a:buChar char="•"/>
            </a:pPr>
            <a:r>
              <a:rPr lang="tr-TR" sz="1600" dirty="0">
                <a:solidFill>
                  <a:srgbClr val="444444"/>
                </a:solidFill>
                <a:latin typeface="Arial"/>
              </a:rPr>
              <a:t>Finalize MEP BoQ mapping review by PRE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4937760"/>
            <a:ext cx="11082528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2"/>
            </a:solidFill>
          </a:ln>
          <a:effectLst>
            <a:outerShdw blurRad="70000" dist="25000" dir="5400000" rotWithShape="0">
              <a:srgbClr val="000000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Rounded Rectangle 10"/>
          <p:cNvSpPr/>
          <p:nvPr/>
        </p:nvSpPr>
        <p:spPr>
          <a:xfrm>
            <a:off x="557784" y="4937760"/>
            <a:ext cx="2788920" cy="1325880"/>
          </a:xfrm>
          <a:prstGeom prst="roundRect">
            <a:avLst>
              <a:gd name="adj" fmla="val 5000"/>
            </a:avLst>
          </a:prstGeom>
          <a:solidFill>
            <a:srgbClr val="5E9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Arial"/>
              </a:rPr>
              <a:t>Construction </a:t>
            </a:r>
            <a:br>
              <a:rPr lang="tr-TR" sz="2000" b="1" i="0" dirty="0">
                <a:solidFill>
                  <a:srgbClr val="FFFFFF"/>
                </a:solidFill>
                <a:latin typeface="Arial"/>
              </a:rPr>
            </a:br>
            <a:r>
              <a:rPr lang="tr-TR" sz="2000" b="1" i="0" dirty="0">
                <a:solidFill>
                  <a:srgbClr val="FFFFFF"/>
                </a:solidFill>
                <a:latin typeface="Arial"/>
              </a:rPr>
              <a:t>control tower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21023" y="5318572"/>
            <a:ext cx="7744968" cy="595035"/>
          </a:xfrm>
          <a:prstGeom prst="rect">
            <a:avLst/>
          </a:prstGeom>
          <a:noFill/>
        </p:spPr>
        <p:txBody>
          <a:bodyPr wrap="square" lIns="0" tIns="0" rIns="25400" bIns="0">
            <a:spAutoFit/>
          </a:bodyPr>
          <a:lstStyle/>
          <a:p>
            <a:pPr marL="182880" indent="-182880">
              <a:spcAft>
                <a:spcPts val="800"/>
              </a:spcAft>
              <a:buClr>
                <a:srgbClr val="5E9E96"/>
              </a:buClr>
              <a:buFont typeface="Arial"/>
              <a:buChar char="•"/>
            </a:pPr>
            <a:r>
              <a:rPr lang="tr-TR" sz="1600" dirty="0">
                <a:solidFill>
                  <a:srgbClr val="444444"/>
                </a:solidFill>
                <a:latin typeface="Arial"/>
              </a:rPr>
              <a:t>Start data collection to populate the control tower</a:t>
            </a:r>
          </a:p>
          <a:p>
            <a:pPr marL="182880" indent="-182880">
              <a:spcAft>
                <a:spcPts val="800"/>
              </a:spcAft>
              <a:buClr>
                <a:srgbClr val="5E9E96"/>
              </a:buClr>
              <a:buFont typeface="Arial"/>
              <a:buChar char="•"/>
            </a:pPr>
            <a:r>
              <a:rPr lang="tr-TR" sz="1600" dirty="0">
                <a:solidFill>
                  <a:srgbClr val="444444"/>
                </a:solidFill>
                <a:latin typeface="Arial"/>
              </a:rPr>
              <a:t>Define AI features on the solution and data needs</a:t>
            </a:r>
          </a:p>
        </p:txBody>
      </p:sp>
    </p:spTree>
    <p:extLst>
      <p:ext uri="{BB962C8B-B14F-4D97-AF65-F5344CB8AC3E}">
        <p14:creationId xmlns:p14="http://schemas.microsoft.com/office/powerpoint/2010/main" val="284814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431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DABD3-E54B-5BF4-5198-6CC624C9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6" hidden="1">
            <a:extLst>
              <a:ext uri="{FF2B5EF4-FFF2-40B4-BE49-F238E27FC236}">
                <a16:creationId xmlns:a16="http://schemas.microsoft.com/office/drawing/2014/main" id="{6A55FF62-9CFA-B883-6890-61E27467D80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78082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5" name="Object 6" hidden="1">
                        <a:extLst>
                          <a:ext uri="{FF2B5EF4-FFF2-40B4-BE49-F238E27FC236}">
                            <a16:creationId xmlns:a16="http://schemas.microsoft.com/office/drawing/2014/main" id="{6A55FF62-9CFA-B883-6890-61E27467D8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E6D5DA4-624A-0357-891A-7C2BE89A0B3E}"/>
              </a:ext>
            </a:extLst>
          </p:cNvPr>
          <p:cNvCxnSpPr>
            <a:cxnSpLocks/>
          </p:cNvCxnSpPr>
          <p:nvPr/>
        </p:nvCxnSpPr>
        <p:spPr>
          <a:xfrm flipH="1">
            <a:off x="4237567" y="1069800"/>
            <a:ext cx="0" cy="5451870"/>
          </a:xfrm>
          <a:prstGeom prst="line">
            <a:avLst/>
          </a:prstGeom>
          <a:ln w="28575" cap="flat">
            <a:solidFill>
              <a:srgbClr val="C00000"/>
            </a:solidFill>
            <a:prstDash val="solid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4B0A4BE7-F0D7-C43D-0349-A0428A3CAA79}"/>
              </a:ext>
            </a:extLst>
          </p:cNvPr>
          <p:cNvCxnSpPr>
            <a:cxnSpLocks/>
          </p:cNvCxnSpPr>
          <p:nvPr/>
        </p:nvCxnSpPr>
        <p:spPr>
          <a:xfrm flipH="1">
            <a:off x="7674683" y="748619"/>
            <a:ext cx="14499" cy="5626285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B9B7F48-7C8F-8A40-AD7F-C50A520B228D}"/>
              </a:ext>
            </a:extLst>
          </p:cNvPr>
          <p:cNvCxnSpPr>
            <a:cxnSpLocks/>
          </p:cNvCxnSpPr>
          <p:nvPr/>
        </p:nvCxnSpPr>
        <p:spPr>
          <a:xfrm flipH="1">
            <a:off x="5678473" y="753532"/>
            <a:ext cx="14499" cy="5626285"/>
          </a:xfrm>
          <a:prstGeom prst="line">
            <a:avLst/>
          </a:prstGeom>
          <a:ln w="6350" cap="flat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2. Slide Title">
            <a:extLst>
              <a:ext uri="{FF2B5EF4-FFF2-40B4-BE49-F238E27FC236}">
                <a16:creationId xmlns:a16="http://schemas.microsoft.com/office/drawing/2014/main" id="{3A27E48C-A08E-C50F-882C-10DFD0E05D97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2212"/>
            <a:ext cx="11082528" cy="731520"/>
          </a:xfrm>
        </p:spPr>
        <p:txBody>
          <a:bodyPr vert="horz" wrap="square">
            <a:noAutofit/>
          </a:bodyPr>
          <a:lstStyle/>
          <a:p>
            <a:r>
              <a:rPr lang="tr-TR" sz="2500" b="1" dirty="0">
                <a:solidFill>
                  <a:srgbClr val="333333"/>
                </a:solidFill>
                <a:latin typeface="Arial"/>
              </a:rPr>
              <a:t>AI Champions Program Action Plan</a:t>
            </a:r>
            <a:br>
              <a:rPr lang="tr-TR" sz="2500" b="1" dirty="0">
                <a:solidFill>
                  <a:srgbClr val="333333"/>
                </a:solidFill>
                <a:latin typeface="Arial"/>
              </a:rPr>
            </a:b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EC289DA-508F-E714-E669-D176509EE6E5}"/>
              </a:ext>
            </a:extLst>
          </p:cNvPr>
          <p:cNvCxnSpPr>
            <a:cxnSpLocks/>
          </p:cNvCxnSpPr>
          <p:nvPr/>
        </p:nvCxnSpPr>
        <p:spPr>
          <a:xfrm>
            <a:off x="1414512" y="4992448"/>
            <a:ext cx="8231651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064047D-BE5F-E134-024C-8EF153B718C0}"/>
              </a:ext>
            </a:extLst>
          </p:cNvPr>
          <p:cNvCxnSpPr>
            <a:cxnSpLocks/>
          </p:cNvCxnSpPr>
          <p:nvPr/>
        </p:nvCxnSpPr>
        <p:spPr>
          <a:xfrm>
            <a:off x="1414512" y="5719337"/>
            <a:ext cx="8231651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FBA8E83-2089-ECB2-539B-AD839EFC2DC5}"/>
              </a:ext>
            </a:extLst>
          </p:cNvPr>
          <p:cNvCxnSpPr>
            <a:cxnSpLocks/>
          </p:cNvCxnSpPr>
          <p:nvPr/>
        </p:nvCxnSpPr>
        <p:spPr>
          <a:xfrm>
            <a:off x="1414512" y="2811781"/>
            <a:ext cx="8231651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67472B4-2235-3460-E499-BA19DFAA749F}"/>
              </a:ext>
            </a:extLst>
          </p:cNvPr>
          <p:cNvCxnSpPr>
            <a:cxnSpLocks/>
          </p:cNvCxnSpPr>
          <p:nvPr/>
        </p:nvCxnSpPr>
        <p:spPr>
          <a:xfrm>
            <a:off x="1414512" y="3538669"/>
            <a:ext cx="8231651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5603D3F-E6D9-765B-6246-7B340FFB1A8E}"/>
              </a:ext>
            </a:extLst>
          </p:cNvPr>
          <p:cNvCxnSpPr>
            <a:cxnSpLocks/>
          </p:cNvCxnSpPr>
          <p:nvPr/>
        </p:nvCxnSpPr>
        <p:spPr>
          <a:xfrm>
            <a:off x="1414512" y="2084891"/>
            <a:ext cx="8231651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43B2624-42FF-1BDD-E5CC-E4F06258EC1F}"/>
              </a:ext>
            </a:extLst>
          </p:cNvPr>
          <p:cNvSpPr>
            <a:spLocks/>
          </p:cNvSpPr>
          <p:nvPr/>
        </p:nvSpPr>
        <p:spPr>
          <a:xfrm>
            <a:off x="2747298" y="1069800"/>
            <a:ext cx="956027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Jul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F239131-7C07-E1DE-462D-A660FF340CD3}"/>
              </a:ext>
            </a:extLst>
          </p:cNvPr>
          <p:cNvSpPr>
            <a:spLocks/>
          </p:cNvSpPr>
          <p:nvPr/>
        </p:nvSpPr>
        <p:spPr>
          <a:xfrm>
            <a:off x="3732326" y="1069800"/>
            <a:ext cx="956027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Aug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3F3FA9-7790-E05D-B4E1-ACF2D43C5376}"/>
              </a:ext>
            </a:extLst>
          </p:cNvPr>
          <p:cNvSpPr>
            <a:spLocks/>
          </p:cNvSpPr>
          <p:nvPr/>
        </p:nvSpPr>
        <p:spPr>
          <a:xfrm>
            <a:off x="4717357" y="1069800"/>
            <a:ext cx="956027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Sep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6D0F1BB-4F87-7A8C-E7F2-10AE8450324A}"/>
              </a:ext>
            </a:extLst>
          </p:cNvPr>
          <p:cNvSpPr>
            <a:spLocks/>
          </p:cNvSpPr>
          <p:nvPr/>
        </p:nvSpPr>
        <p:spPr>
          <a:xfrm>
            <a:off x="551689" y="4336241"/>
            <a:ext cx="809856" cy="2039297"/>
          </a:xfrm>
          <a:prstGeom prst="rect">
            <a:avLst/>
          </a:prstGeom>
          <a:solidFill>
            <a:srgbClr val="00A8A4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tr-TR" sz="1100" b="1">
                <a:solidFill>
                  <a:schemeClr val="bg1"/>
                </a:solidFill>
              </a:rPr>
              <a:t>Solutions</a:t>
            </a:r>
            <a:endParaRPr lang="en-US" sz="1100" b="1" err="1">
              <a:solidFill>
                <a:schemeClr val="bg1"/>
              </a:solidFill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54231B7-8833-5451-265A-DD0E9448EFD6}"/>
              </a:ext>
            </a:extLst>
          </p:cNvPr>
          <p:cNvSpPr/>
          <p:nvPr/>
        </p:nvSpPr>
        <p:spPr>
          <a:xfrm>
            <a:off x="1414512" y="2882462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 core data</a:t>
            </a: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lake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8A1BA88-1023-F4C7-FADB-15EF85041440}"/>
              </a:ext>
            </a:extLst>
          </p:cNvPr>
          <p:cNvSpPr/>
          <p:nvPr/>
        </p:nvSpPr>
        <p:spPr>
          <a:xfrm>
            <a:off x="1414512" y="2159847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 AI stack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CE51257-2D35-2056-A690-E6A9A76351FB}"/>
              </a:ext>
            </a:extLst>
          </p:cNvPr>
          <p:cNvSpPr/>
          <p:nvPr/>
        </p:nvSpPr>
        <p:spPr>
          <a:xfrm>
            <a:off x="1414512" y="5063130"/>
            <a:ext cx="1267000" cy="585525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Tender bid evaluation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3D93810-6260-C5C0-AC28-429DD65FE033}"/>
              </a:ext>
            </a:extLst>
          </p:cNvPr>
          <p:cNvSpPr>
            <a:spLocks/>
          </p:cNvSpPr>
          <p:nvPr/>
        </p:nvSpPr>
        <p:spPr>
          <a:xfrm>
            <a:off x="1414512" y="4336241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CAPEX estimation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A76225A-53AE-A2FB-3364-EB0F947DBF7A}"/>
              </a:ext>
            </a:extLst>
          </p:cNvPr>
          <p:cNvSpPr/>
          <p:nvPr/>
        </p:nvSpPr>
        <p:spPr>
          <a:xfrm>
            <a:off x="1414512" y="3609352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AI-based </a:t>
            </a:r>
            <a:b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tr-TR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unified BoQ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1F4CF1B-C238-DC89-87D1-E20D9F4B473F}"/>
              </a:ext>
            </a:extLst>
          </p:cNvPr>
          <p:cNvSpPr/>
          <p:nvPr/>
        </p:nvSpPr>
        <p:spPr>
          <a:xfrm>
            <a:off x="1414512" y="5794292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00A8A4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Construction monitoring</a:t>
            </a:r>
          </a:p>
        </p:txBody>
      </p:sp>
      <p:sp>
        <p:nvSpPr>
          <p:cNvPr id="68" name="Rounded Rectangle 13">
            <a:extLst>
              <a:ext uri="{FF2B5EF4-FFF2-40B4-BE49-F238E27FC236}">
                <a16:creationId xmlns:a16="http://schemas.microsoft.com/office/drawing/2014/main" id="{37B61313-1046-9213-AE0E-A5E4B6F0E822}"/>
              </a:ext>
            </a:extLst>
          </p:cNvPr>
          <p:cNvSpPr>
            <a:spLocks/>
          </p:cNvSpPr>
          <p:nvPr/>
        </p:nvSpPr>
        <p:spPr>
          <a:xfrm>
            <a:off x="1414512" y="1428684"/>
            <a:ext cx="1269421" cy="585525"/>
          </a:xfrm>
          <a:prstGeom prst="roundRect">
            <a:avLst>
              <a:gd name="adj" fmla="val 5000"/>
            </a:avLst>
          </a:prstGeom>
          <a:solidFill>
            <a:srgbClr val="377A6C"/>
          </a:solidFill>
          <a:ln w="9525">
            <a:solidFill>
              <a:srgbClr val="DDE3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1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Agentic workflow design</a:t>
            </a: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467E8B5-3A1F-D42A-3D58-4CB43F5196FD}"/>
              </a:ext>
            </a:extLst>
          </p:cNvPr>
          <p:cNvSpPr>
            <a:spLocks/>
          </p:cNvSpPr>
          <p:nvPr/>
        </p:nvSpPr>
        <p:spPr>
          <a:xfrm>
            <a:off x="554109" y="1428684"/>
            <a:ext cx="809856" cy="2766192"/>
          </a:xfrm>
          <a:prstGeom prst="rect">
            <a:avLst/>
          </a:prstGeom>
          <a:solidFill>
            <a:srgbClr val="377A6C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tr-TR" sz="1100" b="1">
                <a:solidFill>
                  <a:schemeClr val="bg1"/>
                </a:solidFill>
              </a:rPr>
              <a:t>Foun-dations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770B78C2-2275-6065-96E9-A0844C041C54}"/>
              </a:ext>
            </a:extLst>
          </p:cNvPr>
          <p:cNvSpPr>
            <a:spLocks/>
          </p:cNvSpPr>
          <p:nvPr/>
        </p:nvSpPr>
        <p:spPr>
          <a:xfrm>
            <a:off x="2747298" y="1428684"/>
            <a:ext cx="1464708" cy="585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Target state agentic workflow design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24" name="Pentagon 23">
            <a:extLst>
              <a:ext uri="{FF2B5EF4-FFF2-40B4-BE49-F238E27FC236}">
                <a16:creationId xmlns:a16="http://schemas.microsoft.com/office/drawing/2014/main" id="{C59AC57A-5E90-12B5-80F7-E361EC127E8A}"/>
              </a:ext>
            </a:extLst>
          </p:cNvPr>
          <p:cNvSpPr>
            <a:spLocks/>
          </p:cNvSpPr>
          <p:nvPr/>
        </p:nvSpPr>
        <p:spPr>
          <a:xfrm>
            <a:off x="2747298" y="3609352"/>
            <a:ext cx="923561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chemeClr val="bg1"/>
                </a:solidFill>
                <a:latin typeface="Arial"/>
              </a:rPr>
              <a:t>MEP PoC</a:t>
            </a:r>
            <a:endParaRPr sz="11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25" name="Chevron 24">
            <a:extLst>
              <a:ext uri="{FF2B5EF4-FFF2-40B4-BE49-F238E27FC236}">
                <a16:creationId xmlns:a16="http://schemas.microsoft.com/office/drawing/2014/main" id="{08A52F27-FD3F-194C-BE1C-6E9069960817}"/>
              </a:ext>
            </a:extLst>
          </p:cNvPr>
          <p:cNvSpPr>
            <a:spLocks/>
          </p:cNvSpPr>
          <p:nvPr/>
        </p:nvSpPr>
        <p:spPr>
          <a:xfrm>
            <a:off x="3727844" y="3609352"/>
            <a:ext cx="1945539" cy="585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Scale-up</a:t>
            </a:r>
            <a:r>
              <a:rPr sz="1100" b="1" dirty="0">
                <a:solidFill>
                  <a:srgbClr val="333333"/>
                </a:solidFill>
                <a:latin typeface="Arial"/>
              </a:rPr>
              <a:t> to </a:t>
            </a:r>
            <a:r>
              <a:rPr lang="tr-TR" sz="1100" b="1" dirty="0">
                <a:solidFill>
                  <a:srgbClr val="333333"/>
                </a:solidFill>
                <a:latin typeface="Arial"/>
              </a:rPr>
              <a:t>all</a:t>
            </a:r>
            <a:r>
              <a:rPr sz="1100" b="1" dirty="0">
                <a:solidFill>
                  <a:srgbClr val="333333"/>
                </a:solidFill>
                <a:latin typeface="Arial"/>
              </a:rPr>
              <a:t> categories</a:t>
            </a:r>
          </a:p>
        </p:txBody>
      </p:sp>
      <p:sp>
        <p:nvSpPr>
          <p:cNvPr id="50" name="Chevron 20">
            <a:extLst>
              <a:ext uri="{FF2B5EF4-FFF2-40B4-BE49-F238E27FC236}">
                <a16:creationId xmlns:a16="http://schemas.microsoft.com/office/drawing/2014/main" id="{F78FF206-9D4C-1E09-14DD-4232B7FCB615}"/>
              </a:ext>
            </a:extLst>
          </p:cNvPr>
          <p:cNvSpPr>
            <a:spLocks/>
          </p:cNvSpPr>
          <p:nvPr/>
        </p:nvSpPr>
        <p:spPr>
          <a:xfrm>
            <a:off x="5702386" y="3609352"/>
            <a:ext cx="1941055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BoQ maintenance solution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20" name="Pentagon 19">
            <a:extLst>
              <a:ext uri="{FF2B5EF4-FFF2-40B4-BE49-F238E27FC236}">
                <a16:creationId xmlns:a16="http://schemas.microsoft.com/office/drawing/2014/main" id="{5C2ACCDA-F4EB-3268-3C9E-83BC43C33832}"/>
              </a:ext>
            </a:extLst>
          </p:cNvPr>
          <p:cNvSpPr>
            <a:spLocks/>
          </p:cNvSpPr>
          <p:nvPr/>
        </p:nvSpPr>
        <p:spPr>
          <a:xfrm>
            <a:off x="2747298" y="2883845"/>
            <a:ext cx="1936732" cy="5841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PRE central database creation for all BoQs, </a:t>
            </a:r>
            <a:br>
              <a:rPr lang="tr-TR" sz="1100" b="1" dirty="0">
                <a:solidFill>
                  <a:srgbClr val="333333"/>
                </a:solidFill>
                <a:latin typeface="Arial"/>
              </a:rPr>
            </a:br>
            <a:r>
              <a:rPr lang="tr-TR" sz="1100" b="1" dirty="0">
                <a:solidFill>
                  <a:srgbClr val="333333"/>
                </a:solidFill>
                <a:latin typeface="Arial"/>
              </a:rPr>
              <a:t>bids and contracts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2844B3B4-345A-9691-8D59-BB6A5B8C0309}"/>
              </a:ext>
            </a:extLst>
          </p:cNvPr>
          <p:cNvSpPr>
            <a:spLocks/>
          </p:cNvSpPr>
          <p:nvPr/>
        </p:nvSpPr>
        <p:spPr>
          <a:xfrm>
            <a:off x="4717357" y="2882462"/>
            <a:ext cx="1941056" cy="5841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PRE data lake setup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3" name="Chevron 20">
            <a:extLst>
              <a:ext uri="{FF2B5EF4-FFF2-40B4-BE49-F238E27FC236}">
                <a16:creationId xmlns:a16="http://schemas.microsoft.com/office/drawing/2014/main" id="{D6CF7A88-5FAA-896C-D316-AA9D59A58702}"/>
              </a:ext>
            </a:extLst>
          </p:cNvPr>
          <p:cNvSpPr/>
          <p:nvPr/>
        </p:nvSpPr>
        <p:spPr>
          <a:xfrm>
            <a:off x="6720079" y="2882462"/>
            <a:ext cx="2926084" cy="58414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COINS &amp; Aconex integration</a:t>
            </a:r>
            <a:br>
              <a:rPr lang="tr-TR" sz="1100" b="1" dirty="0">
                <a:solidFill>
                  <a:srgbClr val="333333"/>
                </a:solidFill>
                <a:latin typeface="Arial"/>
              </a:rPr>
            </a:br>
            <a:r>
              <a:rPr lang="tr-TR" sz="1100" dirty="0">
                <a:solidFill>
                  <a:srgbClr val="333333"/>
                </a:solidFill>
                <a:latin typeface="Arial"/>
              </a:rPr>
              <a:t>(TBD on technical feasibility)</a:t>
            </a:r>
            <a:endParaRPr sz="110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1" name="Chevron 20">
            <a:extLst>
              <a:ext uri="{FF2B5EF4-FFF2-40B4-BE49-F238E27FC236}">
                <a16:creationId xmlns:a16="http://schemas.microsoft.com/office/drawing/2014/main" id="{275ED3CC-0915-5913-7EBF-260DDF25CC46}"/>
              </a:ext>
            </a:extLst>
          </p:cNvPr>
          <p:cNvSpPr>
            <a:spLocks/>
          </p:cNvSpPr>
          <p:nvPr/>
        </p:nvSpPr>
        <p:spPr>
          <a:xfrm>
            <a:off x="4261150" y="4689766"/>
            <a:ext cx="3382291" cy="2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Scale to all categories</a:t>
            </a:r>
          </a:p>
        </p:txBody>
      </p:sp>
      <p:sp>
        <p:nvSpPr>
          <p:cNvPr id="29" name="Pentagon 28">
            <a:extLst>
              <a:ext uri="{FF2B5EF4-FFF2-40B4-BE49-F238E27FC236}">
                <a16:creationId xmlns:a16="http://schemas.microsoft.com/office/drawing/2014/main" id="{24872AD5-6B75-DBA0-5063-E8C5F650CCF0}"/>
              </a:ext>
            </a:extLst>
          </p:cNvPr>
          <p:cNvSpPr>
            <a:spLocks/>
          </p:cNvSpPr>
          <p:nvPr/>
        </p:nvSpPr>
        <p:spPr>
          <a:xfrm>
            <a:off x="2747298" y="4336241"/>
            <a:ext cx="1464708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chemeClr val="bg1"/>
                </a:solidFill>
                <a:latin typeface="Arial"/>
              </a:rPr>
              <a:t>MEP PoC</a:t>
            </a:r>
            <a:endParaRPr sz="11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56" name="Chevron 20">
            <a:extLst>
              <a:ext uri="{FF2B5EF4-FFF2-40B4-BE49-F238E27FC236}">
                <a16:creationId xmlns:a16="http://schemas.microsoft.com/office/drawing/2014/main" id="{08D45C71-7B59-F042-BBAB-086416136DA8}"/>
              </a:ext>
            </a:extLst>
          </p:cNvPr>
          <p:cNvSpPr>
            <a:spLocks/>
          </p:cNvSpPr>
          <p:nvPr/>
        </p:nvSpPr>
        <p:spPr>
          <a:xfrm>
            <a:off x="4261150" y="4336241"/>
            <a:ext cx="1408661" cy="30746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MVP agentic workflow</a:t>
            </a:r>
          </a:p>
        </p:txBody>
      </p:sp>
      <p:sp>
        <p:nvSpPr>
          <p:cNvPr id="87" name="Pentagon 15">
            <a:extLst>
              <a:ext uri="{FF2B5EF4-FFF2-40B4-BE49-F238E27FC236}">
                <a16:creationId xmlns:a16="http://schemas.microsoft.com/office/drawing/2014/main" id="{A0F7FC37-2524-73EA-6D9E-C086F4CE77FE}"/>
              </a:ext>
            </a:extLst>
          </p:cNvPr>
          <p:cNvSpPr>
            <a:spLocks/>
          </p:cNvSpPr>
          <p:nvPr/>
        </p:nvSpPr>
        <p:spPr>
          <a:xfrm>
            <a:off x="2747298" y="2159847"/>
            <a:ext cx="1941055" cy="585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AI stack cloud environment</a:t>
            </a:r>
            <a:endParaRPr lang="en-US" sz="1100" i="1" kern="0" spc="50" dirty="0">
              <a:solidFill>
                <a:srgbClr val="B0722E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90" name="Chevron 20">
            <a:extLst>
              <a:ext uri="{FF2B5EF4-FFF2-40B4-BE49-F238E27FC236}">
                <a16:creationId xmlns:a16="http://schemas.microsoft.com/office/drawing/2014/main" id="{78754032-7C59-5FB8-0572-DBA4D0CE615E}"/>
              </a:ext>
            </a:extLst>
          </p:cNvPr>
          <p:cNvSpPr>
            <a:spLocks/>
          </p:cNvSpPr>
          <p:nvPr/>
        </p:nvSpPr>
        <p:spPr>
          <a:xfrm>
            <a:off x="4717357" y="2159847"/>
            <a:ext cx="1941056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Long-term architecture design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57" name="Pentagon 28">
            <a:extLst>
              <a:ext uri="{FF2B5EF4-FFF2-40B4-BE49-F238E27FC236}">
                <a16:creationId xmlns:a16="http://schemas.microsoft.com/office/drawing/2014/main" id="{87215437-9EE7-8EAF-A9FD-CFBE1597C8A4}"/>
              </a:ext>
            </a:extLst>
          </p:cNvPr>
          <p:cNvSpPr>
            <a:spLocks/>
          </p:cNvSpPr>
          <p:nvPr/>
        </p:nvSpPr>
        <p:spPr>
          <a:xfrm>
            <a:off x="5702386" y="5058857"/>
            <a:ext cx="948776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PoC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96" name="Chevron 20">
            <a:extLst>
              <a:ext uri="{FF2B5EF4-FFF2-40B4-BE49-F238E27FC236}">
                <a16:creationId xmlns:a16="http://schemas.microsoft.com/office/drawing/2014/main" id="{4120A8BB-F204-5BEE-91BA-7BF3CA979D2A}"/>
              </a:ext>
            </a:extLst>
          </p:cNvPr>
          <p:cNvSpPr>
            <a:spLocks/>
          </p:cNvSpPr>
          <p:nvPr/>
        </p:nvSpPr>
        <p:spPr>
          <a:xfrm>
            <a:off x="6687414" y="5058857"/>
            <a:ext cx="956027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57150"/>
            <a:r>
              <a:rPr lang="tr-TR" sz="1100" b="1" dirty="0">
                <a:solidFill>
                  <a:srgbClr val="333333"/>
                </a:solidFill>
              </a:rPr>
              <a:t>Agentic workflow</a:t>
            </a:r>
          </a:p>
        </p:txBody>
      </p:sp>
      <p:sp>
        <p:nvSpPr>
          <p:cNvPr id="97" name="Chevron 20">
            <a:extLst>
              <a:ext uri="{FF2B5EF4-FFF2-40B4-BE49-F238E27FC236}">
                <a16:creationId xmlns:a16="http://schemas.microsoft.com/office/drawing/2014/main" id="{69B5822B-B7AB-BA61-C321-5824DBCDF7BF}"/>
              </a:ext>
            </a:extLst>
          </p:cNvPr>
          <p:cNvSpPr>
            <a:spLocks/>
          </p:cNvSpPr>
          <p:nvPr/>
        </p:nvSpPr>
        <p:spPr>
          <a:xfrm>
            <a:off x="7733836" y="5058857"/>
            <a:ext cx="1912327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57150"/>
            <a:r>
              <a:rPr lang="tr-TR" sz="1100" b="1" dirty="0">
                <a:solidFill>
                  <a:srgbClr val="333333"/>
                </a:solidFill>
              </a:rPr>
              <a:t>Scale-up to all projects </a:t>
            </a:r>
          </a:p>
        </p:txBody>
      </p:sp>
      <p:sp>
        <p:nvSpPr>
          <p:cNvPr id="98" name="Pentagon 28">
            <a:extLst>
              <a:ext uri="{FF2B5EF4-FFF2-40B4-BE49-F238E27FC236}">
                <a16:creationId xmlns:a16="http://schemas.microsoft.com/office/drawing/2014/main" id="{641F5B3C-40F5-31C7-F00C-4BFC840A0DA6}"/>
              </a:ext>
            </a:extLst>
          </p:cNvPr>
          <p:cNvSpPr>
            <a:spLocks/>
          </p:cNvSpPr>
          <p:nvPr/>
        </p:nvSpPr>
        <p:spPr>
          <a:xfrm>
            <a:off x="2747298" y="5790020"/>
            <a:ext cx="1464708" cy="585525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chemeClr val="bg1"/>
                </a:solidFill>
                <a:latin typeface="Arial"/>
              </a:rPr>
              <a:t>Analytics control tower design</a:t>
            </a:r>
            <a:endParaRPr sz="1100" b="1" dirty="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5257CE0B-DC93-3A11-7A7A-B60854E403A8}"/>
              </a:ext>
            </a:extLst>
          </p:cNvPr>
          <p:cNvCxnSpPr>
            <a:cxnSpLocks/>
          </p:cNvCxnSpPr>
          <p:nvPr/>
        </p:nvCxnSpPr>
        <p:spPr>
          <a:xfrm>
            <a:off x="2747299" y="1002852"/>
            <a:ext cx="2918833" cy="0"/>
          </a:xfrm>
          <a:prstGeom prst="line">
            <a:avLst/>
          </a:prstGeom>
          <a:ln w="28575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C9B20A2D-5A84-C0AD-32D2-618B92D9AAC1}"/>
              </a:ext>
            </a:extLst>
          </p:cNvPr>
          <p:cNvSpPr txBox="1"/>
          <p:nvPr/>
        </p:nvSpPr>
        <p:spPr>
          <a:xfrm>
            <a:off x="2747299" y="783368"/>
            <a:ext cx="2918833" cy="1949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sz="1100" b="1" i="0">
                <a:solidFill>
                  <a:srgbClr val="333333"/>
                </a:solidFill>
                <a:latin typeface="Arial"/>
              </a:rPr>
              <a:t>SPRINT 1</a:t>
            </a:r>
            <a:endParaRPr sz="1100" b="1" i="0">
              <a:solidFill>
                <a:srgbClr val="333333"/>
              </a:solidFill>
              <a:latin typeface="Arial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8DA46DA-7438-16FD-B854-2E18B2BB7444}"/>
              </a:ext>
            </a:extLst>
          </p:cNvPr>
          <p:cNvGrpSpPr/>
          <p:nvPr/>
        </p:nvGrpSpPr>
        <p:grpSpPr>
          <a:xfrm>
            <a:off x="5721636" y="1069800"/>
            <a:ext cx="1941055" cy="283540"/>
            <a:chOff x="5897119" y="1069800"/>
            <a:chExt cx="1941055" cy="28354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4F6D87B7-8354-BC95-A237-378A7265C77D}"/>
                </a:ext>
              </a:extLst>
            </p:cNvPr>
            <p:cNvSpPr>
              <a:spLocks/>
            </p:cNvSpPr>
            <p:nvPr/>
          </p:nvSpPr>
          <p:spPr>
            <a:xfrm>
              <a:off x="5897119" y="1069800"/>
              <a:ext cx="956027" cy="283540"/>
            </a:xfrm>
            <a:prstGeom prst="roundRect">
              <a:avLst>
                <a:gd name="adj" fmla="val 12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12700" rIns="50800" bIns="12700" rtlCol="0" anchor="ctr">
              <a:noAutofit/>
            </a:bodyPr>
            <a:lstStyle/>
            <a:p>
              <a:pPr algn="ctr"/>
              <a:r>
                <a:rPr sz="1200" b="1" i="0">
                  <a:solidFill>
                    <a:schemeClr val="tx1"/>
                  </a:solidFill>
                  <a:latin typeface="Arial"/>
                </a:rPr>
                <a:t>Oct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2DE992C8-F034-D309-094A-06D62677D7F8}"/>
                </a:ext>
              </a:extLst>
            </p:cNvPr>
            <p:cNvSpPr>
              <a:spLocks/>
            </p:cNvSpPr>
            <p:nvPr/>
          </p:nvSpPr>
          <p:spPr>
            <a:xfrm>
              <a:off x="6882147" y="1069800"/>
              <a:ext cx="956027" cy="283540"/>
            </a:xfrm>
            <a:prstGeom prst="roundRect">
              <a:avLst>
                <a:gd name="adj" fmla="val 12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63500" tIns="12700" rIns="50800" bIns="12700" rtlCol="0" anchor="ctr">
              <a:noAutofit/>
            </a:bodyPr>
            <a:lstStyle/>
            <a:p>
              <a:pPr algn="ctr"/>
              <a:r>
                <a:rPr sz="1200" b="1" i="0">
                  <a:solidFill>
                    <a:schemeClr val="tx1"/>
                  </a:solidFill>
                  <a:latin typeface="Arial"/>
                </a:rPr>
                <a:t>Nov</a:t>
              </a:r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1E71647-44D5-1FE7-08EF-F9ED592EB35B}"/>
              </a:ext>
            </a:extLst>
          </p:cNvPr>
          <p:cNvCxnSpPr>
            <a:cxnSpLocks/>
          </p:cNvCxnSpPr>
          <p:nvPr/>
        </p:nvCxnSpPr>
        <p:spPr>
          <a:xfrm>
            <a:off x="5721636" y="1001198"/>
            <a:ext cx="1920052" cy="0"/>
          </a:xfrm>
          <a:prstGeom prst="line">
            <a:avLst/>
          </a:prstGeom>
          <a:ln w="28575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96D9BFEE-4443-B491-6CE9-9D831141CC67}"/>
              </a:ext>
            </a:extLst>
          </p:cNvPr>
          <p:cNvSpPr txBox="1">
            <a:spLocks/>
          </p:cNvSpPr>
          <p:nvPr/>
        </p:nvSpPr>
        <p:spPr>
          <a:xfrm>
            <a:off x="5721636" y="774020"/>
            <a:ext cx="1941056" cy="21031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noAutofit/>
          </a:bodyPr>
          <a:lstStyle/>
          <a:p>
            <a:pPr algn="l"/>
            <a:r>
              <a:rPr lang="tr-TR" sz="1100" b="1" i="0">
                <a:solidFill>
                  <a:srgbClr val="333333"/>
                </a:solidFill>
                <a:latin typeface="Arial"/>
              </a:rPr>
              <a:t>SPRINT 2</a:t>
            </a:r>
            <a:endParaRPr sz="1100" b="1" i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C34916-9CAA-CD39-8296-3EDD437CF2A6}"/>
              </a:ext>
            </a:extLst>
          </p:cNvPr>
          <p:cNvSpPr>
            <a:spLocks/>
          </p:cNvSpPr>
          <p:nvPr/>
        </p:nvSpPr>
        <p:spPr>
          <a:xfrm>
            <a:off x="7710944" y="1069800"/>
            <a:ext cx="956027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Dec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1AC5681-1A63-9A48-18B4-30CA9FFF45CB}"/>
              </a:ext>
            </a:extLst>
          </p:cNvPr>
          <p:cNvSpPr>
            <a:spLocks/>
          </p:cNvSpPr>
          <p:nvPr/>
        </p:nvSpPr>
        <p:spPr>
          <a:xfrm>
            <a:off x="8695973" y="1069800"/>
            <a:ext cx="956027" cy="283540"/>
          </a:xfrm>
          <a:prstGeom prst="roundRect">
            <a:avLst>
              <a:gd name="adj" fmla="val 12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3500" tIns="12700" rIns="50800" bIns="12700" rtlCol="0" anchor="ctr">
            <a:noAutofit/>
          </a:bodyPr>
          <a:lstStyle/>
          <a:p>
            <a:pPr algn="ctr"/>
            <a:r>
              <a:rPr sz="1200" b="1" i="0">
                <a:solidFill>
                  <a:schemeClr val="tx1"/>
                </a:solidFill>
                <a:latin typeface="Arial"/>
              </a:rPr>
              <a:t>Jan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D0264263-BC2B-DB8F-6858-8E5F61545F10}"/>
              </a:ext>
            </a:extLst>
          </p:cNvPr>
          <p:cNvCxnSpPr>
            <a:cxnSpLocks/>
          </p:cNvCxnSpPr>
          <p:nvPr/>
        </p:nvCxnSpPr>
        <p:spPr>
          <a:xfrm>
            <a:off x="7710944" y="1001198"/>
            <a:ext cx="1941056" cy="0"/>
          </a:xfrm>
          <a:prstGeom prst="line">
            <a:avLst/>
          </a:prstGeom>
          <a:ln w="28575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85F9C517-6D18-5378-A2A1-2140810F64BB}"/>
              </a:ext>
            </a:extLst>
          </p:cNvPr>
          <p:cNvSpPr txBox="1"/>
          <p:nvPr/>
        </p:nvSpPr>
        <p:spPr>
          <a:xfrm>
            <a:off x="7710944" y="781714"/>
            <a:ext cx="1941056" cy="194925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sz="1100" b="1" i="0" dirty="0">
                <a:solidFill>
                  <a:srgbClr val="333333"/>
                </a:solidFill>
                <a:latin typeface="Arial"/>
              </a:rPr>
              <a:t>SPRINT 3</a:t>
            </a:r>
            <a:endParaRPr sz="1100" b="1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33" name="Chevron 20">
            <a:extLst>
              <a:ext uri="{FF2B5EF4-FFF2-40B4-BE49-F238E27FC236}">
                <a16:creationId xmlns:a16="http://schemas.microsoft.com/office/drawing/2014/main" id="{974C90A5-E647-AA87-E439-1AB47E220975}"/>
              </a:ext>
            </a:extLst>
          </p:cNvPr>
          <p:cNvSpPr>
            <a:spLocks/>
          </p:cNvSpPr>
          <p:nvPr/>
        </p:nvSpPr>
        <p:spPr>
          <a:xfrm>
            <a:off x="6683091" y="5790020"/>
            <a:ext cx="1945380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57150"/>
            <a:r>
              <a:rPr lang="tr-TR" sz="1100" b="1" dirty="0">
                <a:solidFill>
                  <a:srgbClr val="333333"/>
                </a:solidFill>
                <a:latin typeface="Arial"/>
              </a:rPr>
              <a:t>Scale-up to all projects </a:t>
            </a:r>
          </a:p>
        </p:txBody>
      </p:sp>
      <p:sp>
        <p:nvSpPr>
          <p:cNvPr id="135" name="Pentagon 28">
            <a:extLst>
              <a:ext uri="{FF2B5EF4-FFF2-40B4-BE49-F238E27FC236}">
                <a16:creationId xmlns:a16="http://schemas.microsoft.com/office/drawing/2014/main" id="{016947D6-2DE3-3C2C-76D2-6B243DC2CC57}"/>
              </a:ext>
            </a:extLst>
          </p:cNvPr>
          <p:cNvSpPr>
            <a:spLocks/>
          </p:cNvSpPr>
          <p:nvPr/>
        </p:nvSpPr>
        <p:spPr>
          <a:xfrm>
            <a:off x="4275647" y="5790019"/>
            <a:ext cx="1372408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tr-TR" sz="1100" b="1" dirty="0">
                <a:solidFill>
                  <a:srgbClr val="333333"/>
                </a:solidFill>
                <a:latin typeface="Arial"/>
              </a:rPr>
              <a:t>PoC on AI features</a:t>
            </a:r>
            <a:endParaRPr sz="1100" b="1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136" name="Chevron 20">
            <a:extLst>
              <a:ext uri="{FF2B5EF4-FFF2-40B4-BE49-F238E27FC236}">
                <a16:creationId xmlns:a16="http://schemas.microsoft.com/office/drawing/2014/main" id="{5B94D7DA-14B6-A70E-BFE3-B275BA073A19}"/>
              </a:ext>
            </a:extLst>
          </p:cNvPr>
          <p:cNvSpPr>
            <a:spLocks/>
          </p:cNvSpPr>
          <p:nvPr/>
        </p:nvSpPr>
        <p:spPr>
          <a:xfrm>
            <a:off x="5702386" y="5790020"/>
            <a:ext cx="956027" cy="5855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marL="57150"/>
            <a:r>
              <a:rPr lang="tr-TR" sz="1100" b="1" dirty="0">
                <a:solidFill>
                  <a:srgbClr val="333333"/>
                </a:solidFill>
                <a:latin typeface="Arial"/>
              </a:rPr>
              <a:t>MVP </a:t>
            </a:r>
            <a:br>
              <a:rPr lang="tr-TR" sz="1100" b="1" dirty="0">
                <a:solidFill>
                  <a:srgbClr val="333333"/>
                </a:solidFill>
                <a:latin typeface="Arial"/>
              </a:rPr>
            </a:br>
            <a:r>
              <a:rPr lang="tr-TR" sz="1100" b="1" dirty="0">
                <a:solidFill>
                  <a:srgbClr val="333333"/>
                </a:solidFill>
                <a:latin typeface="Arial"/>
              </a:rPr>
              <a:t>agentic workflow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EDA993C-F767-93E4-F584-416205EE3CDF}"/>
              </a:ext>
            </a:extLst>
          </p:cNvPr>
          <p:cNvSpPr txBox="1"/>
          <p:nvPr/>
        </p:nvSpPr>
        <p:spPr>
          <a:xfrm>
            <a:off x="4023530" y="6539036"/>
            <a:ext cx="2918833" cy="194925"/>
          </a:xfrm>
          <a:prstGeom prst="rect">
            <a:avLst/>
          </a:prstGeom>
          <a:noFill/>
        </p:spPr>
        <p:txBody>
          <a:bodyPr wrap="square" lIns="25400" tIns="12700" rIns="25400" bIns="12700" anchor="b">
            <a:spAutoFit/>
          </a:bodyPr>
          <a:lstStyle/>
          <a:p>
            <a:pPr algn="l"/>
            <a:r>
              <a:rPr lang="tr-TR" sz="1100" b="1" i="0" dirty="0">
                <a:solidFill>
                  <a:srgbClr val="C00000"/>
                </a:solidFill>
                <a:latin typeface="Arial"/>
              </a:rPr>
              <a:t>TODAY</a:t>
            </a:r>
            <a:endParaRPr sz="1100" b="1" i="0" dirty="0">
              <a:solidFill>
                <a:srgbClr val="C00000"/>
              </a:solidFill>
              <a:latin typeface="Arial"/>
            </a:endParaRPr>
          </a:p>
        </p:txBody>
      </p:sp>
      <p:sp>
        <p:nvSpPr>
          <p:cNvPr id="33" name="RectangleLegend1">
            <a:extLst>
              <a:ext uri="{FF2B5EF4-FFF2-40B4-BE49-F238E27FC236}">
                <a16:creationId xmlns:a16="http://schemas.microsoft.com/office/drawing/2014/main" id="{15653886-496D-6B03-2813-AE3CE244D990}"/>
              </a:ext>
            </a:extLst>
          </p:cNvPr>
          <p:cNvSpPr/>
          <p:nvPr/>
        </p:nvSpPr>
        <p:spPr>
          <a:xfrm>
            <a:off x="8911579" y="278237"/>
            <a:ext cx="172729" cy="172729"/>
          </a:xfrm>
          <a:prstGeom prst="rect">
            <a:avLst/>
          </a:prstGeom>
          <a:solidFill>
            <a:srgbClr val="D1EAE5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0" name="Legend1">
            <a:extLst>
              <a:ext uri="{FF2B5EF4-FFF2-40B4-BE49-F238E27FC236}">
                <a16:creationId xmlns:a16="http://schemas.microsoft.com/office/drawing/2014/main" id="{FE4AD378-F94E-DA48-3EF3-5ECDE75970DA}"/>
              </a:ext>
            </a:extLst>
          </p:cNvPr>
          <p:cNvSpPr txBox="1"/>
          <p:nvPr/>
        </p:nvSpPr>
        <p:spPr>
          <a:xfrm>
            <a:off x="9237725" y="256879"/>
            <a:ext cx="1074012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en-US" sz="1400">
                <a:ea typeface="+mn-ea"/>
              </a:rPr>
              <a:t>Current focus</a:t>
            </a:r>
          </a:p>
        </p:txBody>
      </p:sp>
      <p:sp>
        <p:nvSpPr>
          <p:cNvPr id="34" name="RectangleLegend2">
            <a:extLst>
              <a:ext uri="{FF2B5EF4-FFF2-40B4-BE49-F238E27FC236}">
                <a16:creationId xmlns:a16="http://schemas.microsoft.com/office/drawing/2014/main" id="{7FB80306-317F-6AA2-4236-B6E1312812F4}"/>
              </a:ext>
            </a:extLst>
          </p:cNvPr>
          <p:cNvSpPr/>
          <p:nvPr/>
        </p:nvSpPr>
        <p:spPr>
          <a:xfrm>
            <a:off x="10435878" y="278237"/>
            <a:ext cx="172729" cy="172729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41" name="Legend2">
            <a:extLst>
              <a:ext uri="{FF2B5EF4-FFF2-40B4-BE49-F238E27FC236}">
                <a16:creationId xmlns:a16="http://schemas.microsoft.com/office/drawing/2014/main" id="{087879B6-1039-ABFC-984C-659F8594DD45}"/>
              </a:ext>
            </a:extLst>
          </p:cNvPr>
          <p:cNvSpPr txBox="1"/>
          <p:nvPr/>
        </p:nvSpPr>
        <p:spPr>
          <a:xfrm>
            <a:off x="10762024" y="256879"/>
            <a:ext cx="875240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en-US" sz="1400" dirty="0">
                <a:ea typeface="+mn-ea"/>
              </a:rPr>
              <a:t>No</a:t>
            </a:r>
            <a:r>
              <a:rPr lang="tr-TR" sz="1400" dirty="0">
                <a:ea typeface="+mn-ea"/>
              </a:rPr>
              <a:t>t</a:t>
            </a:r>
            <a:r>
              <a:rPr lang="en-US" sz="1400" dirty="0">
                <a:ea typeface="+mn-ea"/>
              </a:rPr>
              <a:t> started</a:t>
            </a:r>
          </a:p>
        </p:txBody>
      </p:sp>
      <p:sp>
        <p:nvSpPr>
          <p:cNvPr id="66" name="Chevron 20">
            <a:extLst>
              <a:ext uri="{FF2B5EF4-FFF2-40B4-BE49-F238E27FC236}">
                <a16:creationId xmlns:a16="http://schemas.microsoft.com/office/drawing/2014/main" id="{F3DF203E-6FA4-F355-8427-418D901F47F4}"/>
              </a:ext>
            </a:extLst>
          </p:cNvPr>
          <p:cNvSpPr/>
          <p:nvPr/>
        </p:nvSpPr>
        <p:spPr>
          <a:xfrm>
            <a:off x="9708985" y="1001198"/>
            <a:ext cx="1912326" cy="5398262"/>
          </a:xfrm>
          <a:prstGeom prst="rect">
            <a:avLst/>
          </a:prstGeom>
          <a:solidFill>
            <a:srgbClr val="EAF2F1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100" dirty="0">
              <a:solidFill>
                <a:srgbClr val="333333"/>
              </a:solidFill>
              <a:latin typeface="Arial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BDB9CBD-0625-D554-B5D4-A049DD7C4C26}"/>
              </a:ext>
            </a:extLst>
          </p:cNvPr>
          <p:cNvCxnSpPr>
            <a:cxnSpLocks/>
          </p:cNvCxnSpPr>
          <p:nvPr/>
        </p:nvCxnSpPr>
        <p:spPr>
          <a:xfrm>
            <a:off x="554109" y="4265559"/>
            <a:ext cx="9092054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6DBB01C-54C6-8F8B-A75C-D83A5C256623}"/>
              </a:ext>
            </a:extLst>
          </p:cNvPr>
          <p:cNvSpPr txBox="1"/>
          <p:nvPr/>
        </p:nvSpPr>
        <p:spPr>
          <a:xfrm>
            <a:off x="9812569" y="1065623"/>
            <a:ext cx="1558163" cy="24109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lang="tr-TR" sz="1400" b="1" i="0" dirty="0">
                <a:solidFill>
                  <a:srgbClr val="333333"/>
                </a:solidFill>
                <a:latin typeface="Arial"/>
              </a:rPr>
              <a:t>Key highlights</a:t>
            </a:r>
            <a:endParaRPr sz="1400" b="1" i="0" dirty="0">
              <a:solidFill>
                <a:srgbClr val="333333"/>
              </a:solidFill>
              <a:latin typeface="Arial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E69FE1E-2FF2-E65E-1A52-071E44076A16}"/>
              </a:ext>
            </a:extLst>
          </p:cNvPr>
          <p:cNvSpPr txBox="1">
            <a:spLocks/>
          </p:cNvSpPr>
          <p:nvPr/>
        </p:nvSpPr>
        <p:spPr>
          <a:xfrm>
            <a:off x="9812569" y="1428684"/>
            <a:ext cx="1663827" cy="23391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4625" lvl="1" indent="-174625">
              <a:spcAft>
                <a:spcPts val="1200"/>
              </a:spcAft>
            </a:pPr>
            <a:r>
              <a:rPr lang="tr-TR" sz="1200" b="1" dirty="0"/>
              <a:t>Target state workflow </a:t>
            </a:r>
            <a:r>
              <a:rPr lang="tr-TR" sz="1200" dirty="0"/>
              <a:t>to be completed this week</a:t>
            </a:r>
          </a:p>
          <a:p>
            <a:pPr marL="174625" lvl="1" indent="-174625">
              <a:spcAft>
                <a:spcPts val="1200"/>
              </a:spcAft>
            </a:pPr>
            <a:r>
              <a:rPr lang="tr-TR" sz="1200" b="1" dirty="0"/>
              <a:t>Azure cloud accounts opened</a:t>
            </a:r>
          </a:p>
          <a:p>
            <a:pPr marL="174625" lvl="1" indent="-174625">
              <a:spcAft>
                <a:spcPts val="1200"/>
              </a:spcAft>
            </a:pPr>
            <a:r>
              <a:rPr lang="tr-TR" sz="1200" b="1" dirty="0"/>
              <a:t>Historical data collection completed since Jan-25 </a:t>
            </a:r>
            <a:r>
              <a:rPr lang="tr-TR" sz="1200" dirty="0"/>
              <a:t>(BoQ and bids done, contract extraction ongoing)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4840C85-AB71-D6F6-AA1D-6A0FA592FD28}"/>
              </a:ext>
            </a:extLst>
          </p:cNvPr>
          <p:cNvSpPr txBox="1"/>
          <p:nvPr/>
        </p:nvSpPr>
        <p:spPr>
          <a:xfrm>
            <a:off x="9812569" y="4161878"/>
            <a:ext cx="1663827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912" lvl="2" indent="-210312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3816" lvl="4" indent="-146304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174625" lvl="1" indent="-174625">
              <a:spcAft>
                <a:spcPts val="1200"/>
              </a:spcAft>
            </a:pPr>
            <a:r>
              <a:rPr lang="tr-TR" sz="1200" b="1" dirty="0"/>
              <a:t>BoQ-level CAPEX estimation PoC done for MEP</a:t>
            </a:r>
          </a:p>
          <a:p>
            <a:pPr marL="174625" lvl="1" indent="-174625">
              <a:spcAft>
                <a:spcPts val="1200"/>
              </a:spcAft>
            </a:pPr>
            <a:r>
              <a:rPr lang="tr-TR" sz="1200" b="1" dirty="0"/>
              <a:t>Initial draft on Project Brief workflow completed</a:t>
            </a:r>
          </a:p>
          <a:p>
            <a:pPr marL="174625" lvl="1" indent="-174625">
              <a:spcAft>
                <a:spcPts val="1200"/>
              </a:spcAft>
            </a:pPr>
            <a:r>
              <a:rPr lang="tr-TR" sz="1200" b="1" dirty="0"/>
              <a:t>Construction control tower design completed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F4EB260-0868-9F97-A258-2EEDB8AB7B9B}"/>
              </a:ext>
            </a:extLst>
          </p:cNvPr>
          <p:cNvCxnSpPr>
            <a:cxnSpLocks/>
          </p:cNvCxnSpPr>
          <p:nvPr/>
        </p:nvCxnSpPr>
        <p:spPr>
          <a:xfrm flipV="1">
            <a:off x="9812569" y="1340582"/>
            <a:ext cx="1663827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2BC7DDE-4C7B-7A2A-AA0C-F0D84088CD3B}"/>
              </a:ext>
            </a:extLst>
          </p:cNvPr>
          <p:cNvCxnSpPr>
            <a:cxnSpLocks/>
          </p:cNvCxnSpPr>
          <p:nvPr/>
        </p:nvCxnSpPr>
        <p:spPr>
          <a:xfrm flipV="1">
            <a:off x="9646163" y="4046219"/>
            <a:ext cx="157717" cy="21934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8CF759-D3DB-6C9B-9CE1-DB733378E357}"/>
              </a:ext>
            </a:extLst>
          </p:cNvPr>
          <p:cNvCxnSpPr>
            <a:cxnSpLocks/>
          </p:cNvCxnSpPr>
          <p:nvPr/>
        </p:nvCxnSpPr>
        <p:spPr>
          <a:xfrm flipV="1">
            <a:off x="9803880" y="4046218"/>
            <a:ext cx="1672516" cy="0"/>
          </a:xfrm>
          <a:prstGeom prst="line">
            <a:avLst/>
          </a:prstGeom>
          <a:ln w="635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Legend1">
            <a:extLst>
              <a:ext uri="{FF2B5EF4-FFF2-40B4-BE49-F238E27FC236}">
                <a16:creationId xmlns:a16="http://schemas.microsoft.com/office/drawing/2014/main" id="{7E5D187F-F2CF-51C8-90B1-5CB29498CA9E}"/>
              </a:ext>
            </a:extLst>
          </p:cNvPr>
          <p:cNvSpPr/>
          <p:nvPr/>
        </p:nvSpPr>
        <p:spPr>
          <a:xfrm>
            <a:off x="7510404" y="264075"/>
            <a:ext cx="172729" cy="172729"/>
          </a:xfrm>
          <a:prstGeom prst="rect">
            <a:avLst/>
          </a:prstGeom>
          <a:solidFill>
            <a:srgbClr val="0070C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US" sz="1400">
              <a:solidFill>
                <a:schemeClr val="tx1"/>
              </a:solidFill>
              <a:ea typeface="+mn-ea"/>
            </a:endParaRPr>
          </a:p>
        </p:txBody>
      </p:sp>
      <p:sp>
        <p:nvSpPr>
          <p:cNvPr id="26" name="Legend1">
            <a:extLst>
              <a:ext uri="{FF2B5EF4-FFF2-40B4-BE49-F238E27FC236}">
                <a16:creationId xmlns:a16="http://schemas.microsoft.com/office/drawing/2014/main" id="{E8B1F300-0D3D-1C54-E88D-1DEF42BA1034}"/>
              </a:ext>
            </a:extLst>
          </p:cNvPr>
          <p:cNvSpPr txBox="1"/>
          <p:nvPr/>
        </p:nvSpPr>
        <p:spPr>
          <a:xfrm>
            <a:off x="7836550" y="242717"/>
            <a:ext cx="865622" cy="215444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none" lIns="0" tIns="0" rIns="0" bIns="0" rtlCol="0" anchor="ctr" anchorCtr="0">
            <a:spAutoFit/>
          </a:bodyPr>
          <a:lstStyle/>
          <a:p>
            <a:pPr rtl="0">
              <a:spcAft>
                <a:spcPts val="600"/>
              </a:spcAft>
            </a:pPr>
            <a:r>
              <a:rPr lang="tr-TR" sz="1400" dirty="0">
                <a:ea typeface="+mn-ea"/>
              </a:rPr>
              <a:t>Completed</a:t>
            </a:r>
            <a:endParaRPr lang="en-US" sz="1400" dirty="0"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35654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CTFIXED" val="Yes"/>
  <p:tag name="THINKCELLUNDODONOTDELETE" val="0"/>
  <p:tag name="TEMPLATELASTEDITED" val="2021-09-23 06:12 PM"/>
  <p:tag name="TCCONTRASTACCENTS" val="4|5|6|7|8|9"/>
  <p:tag name="TCLIGHTACCENTS" val="4|5|6|7|8|9"/>
  <p:tag name="LINKEDPICTURESLINKREMOVED" val="True"/>
  <p:tag name="DSS_ID" val="63e76589-38f4-4fb8-ae51-b63827488b7b"/>
  <p:tag name="THINKCELLPRESENTATIONDONOTDELETE" val="&lt;?xml version=&quot;1.0&quot; encoding=&quot;UTF-16&quot; standalone=&quot;yes&quot;?&gt;&lt;root reqver=&quot;28224&quot;&gt;&lt;version val=&quot;3589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bNumberIsYear val=&quot;0&quot;/&gt;&lt;m_strFormatTime&gt;%d&lt;/m_strFormatTime&gt;&lt;m_yearfmt&gt;&lt;begin val=&quot;0&quot;/&gt;&lt;end val=&quot;4&quot;/&gt;&lt;/m_yearfmt&gt;&lt;/m_precDefaultDay&gt;&lt;m_precDefaultWeek&gt;&lt;m_bNumberIsYear val=&quot;0&quot;/&gt;&lt;m_strFormatTime&gt;%#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1.38509999999999999787E+00&quot;&gt;&lt;m_msothmcolidx val=&quot;0&quot;/&gt;&lt;m_rgb r=&quot;75&quot; g=&quot;C1&quot; b=&quot;B1&quot;/&gt;&lt;/elem&gt;&lt;elem m_fUsage=&quot;1.00000000000000000000E+00&quot;&gt;&lt;m_msothmcolidx val=&quot;0&quot;/&gt;&lt;m_rgb r=&quot;25&quot; g=&quot;5D&quot; b=&quot;8F&quot;/&gt;&lt;/elem&gt;&lt;elem m_fUsage=&quot;9.00000000000000022204E-01&quot;&gt;&lt;m_msothmcolidx val=&quot;0&quot;/&gt;&lt;m_rgb r=&quot;D0&quot; g=&quot;E9&quot; b=&quot;E4&quot;/&gt;&lt;/elem&gt;&lt;elem m_fUsage=&quot;8.10000000000000053291E-01&quot;&gt;&lt;m_msothmcolidx val=&quot;0&quot;/&gt;&lt;m_rgb r=&quot;D1&quot; g=&quot;EA&quot; b=&quot;E5&quot;/&gt;&lt;/elem&gt;&lt;elem m_fUsage=&quot;5.90490000000000181402E-01&quot;&gt;&lt;m_msothmcolidx val=&quot;0&quot;/&gt;&lt;m_rgb r=&quot;00&quot; g=&quot;54&quot; b=&quot;52&quot;/&gt;&lt;/elem&gt;&lt;/m_vecMRU&gt;&lt;/m_mruColor&gt;&lt;m_eweekdayFirstOfWeek val=&quot;2&quot;/&gt;&lt;m_eweekdayFirstOfWorkweek val=&quot;2&quot;/&gt;&lt;m_eweekdayFirstOfWeekend val=&quot;7&quot;/&gt;&lt;/CPresentation&gt;&lt;/root&gt;"/>
  <p:tag name="ICONENCLOSURE" val="True"/>
  <p:tag name="ICONFILLBACKGROUND" val="Color [A=255, R=255, G=255, B=255]"/>
  <p:tag name="ICONFILLBACKGROUNDTHEME" val="Background 1"/>
  <p:tag name="ICONLINEFILL" val="Color [A=255, R=55, G=122, B=108]"/>
  <p:tag name="ICONLINEFILLTHEME" val="Accent 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cgoWEzLgA0_64VDvMxG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oZbb0sXNdu8BCibsgsU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96ctUUqJsGDCugslwBC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hTnprpZIIVVQCOTQtpL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s3CU0mhZ0iF9VK3Gc_g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cAbB4u0quRffFN3bn3X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G_9mniplMrafceMpP.Qw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EQ8aI7AKzsdxigcAG3Z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vs1S2qnQw1aA01IUagl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yDlDqWonv3hoAx.p9Rs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xgrPArEB1mEiMOhB5KG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guF4Gw2mJIhuiFXm5tK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heme/theme1.xml><?xml version="1.0" encoding="utf-8"?>
<a:theme xmlns:a="http://schemas.openxmlformats.org/drawingml/2006/main" name="3_White">
  <a:themeElements>
    <a:clrScheme name="Scheme1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464646"/>
      </a:accent1>
      <a:accent2>
        <a:srgbClr val="377A6C"/>
      </a:accent2>
      <a:accent3>
        <a:srgbClr val="808080"/>
      </a:accent3>
      <a:accent4>
        <a:srgbClr val="00A8A4"/>
      </a:accent4>
      <a:accent5>
        <a:srgbClr val="709F9A"/>
      </a:accent5>
      <a:accent6>
        <a:srgbClr val="CBDBD9"/>
      </a:accent6>
      <a:hlink>
        <a:srgbClr val="0000FF"/>
      </a:hlink>
      <a:folHlink>
        <a:srgbClr val="800080"/>
      </a:folHlink>
    </a:clrScheme>
    <a:fontScheme name="Custo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1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464646"/>
        </a:accent1>
        <a:accent2>
          <a:srgbClr val="377A6C"/>
        </a:accent2>
        <a:accent3>
          <a:srgbClr val="808080"/>
        </a:accent3>
        <a:accent4>
          <a:srgbClr val="00A8A4"/>
        </a:accent4>
        <a:accent5>
          <a:srgbClr val="709F9A"/>
        </a:accent5>
        <a:accent6>
          <a:srgbClr val="CBDBD9"/>
        </a:accent6>
        <a:hlink>
          <a:srgbClr val="0000FF"/>
        </a:hlink>
        <a:folHlink>
          <a:srgbClr val="800080"/>
        </a:folHlink>
      </a:clrScheme>
    </a:extraClrScheme>
  </a:extraClrSchemeLst>
  <a:custClrLst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</a:custClrLst>
  <a:extLst>
    <a:ext uri="{05A4C25C-085E-4340-85A3-A5531E510DB2}">
      <thm15:themeFamily xmlns:thm15="http://schemas.microsoft.com/office/thememl/2012/main" name="4653YN01_CF_16x9_ENG_V1.potx" id="{507158C7-83EB-481B-8817-8F7FD05CF2CE}" vid="{7FC63C86-57C6-4DF3-B311-3C3B9F2E0303}"/>
    </a:ext>
  </a:extLst>
</a:theme>
</file>

<file path=ppt/theme/theme2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  <wetp:taskpane dockstate="right" visibility="0" width="350" row="9">
    <wetp:webextensionref xmlns:r="http://schemas.openxmlformats.org/officeDocument/2006/relationships" r:id="rId3"/>
  </wetp:taskpane>
  <wetp:taskpane dockstate="right" visibility="0" width="525" row="1">
    <wetp:webextensionref xmlns:r="http://schemas.openxmlformats.org/officeDocument/2006/relationships" r:id="rId4"/>
  </wetp:taskpane>
</wetp:taskpanes>
</file>

<file path=ppt/webextensions/webextension1.xml><?xml version="1.0" encoding="utf-8"?>
<we:webextension xmlns:we="http://schemas.microsoft.com/office/webextensions/webextension/2010/11" id="{F8E71445-05EE-4E93-B242-C898B9453F47}">
  <we:reference id="7888317b-a425-4590-9747-4c188fd7be2e" version="2.30.1.0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571D730-7238-4400-930C-4C79A2C03DC3}">
  <we:reference id="5332053f-08b1-4ad5-b936-144d44d33f40" version="2.1.0.2" store="EXCatalog" storeType="EXCatalog"/>
  <we:alternateReferences/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C33E276E-E35B-49CA-AF90-0B225883A149}">
  <we:reference id="e74ca2a7-5e50-4ebf-bfa5-bb75c7950374" version="4.0.0.0" store="EXCatalog" storeType="EXCatalog"/>
  <we:alternateReferences/>
  <we:properties>
    <we:property name="srChargeCodeData" value="{&quot;selectedSupportOption&quot;:&quot;PROPOSAL&quot;,&quot;language&quot;:&quot;English&quot;,&quot;chargeCode&quot;:{&quot;activityCode&quot;:&quot;CE&quot;,&quot;allocation_date&quot;:&quot;2026-02-09T18:30:00.000Z&quot;,&quot;announcements&quot;:{&quot;createdAt&quot;:{},&quot;id&quot;:5,&quot;link&quot;:&quot;https://vgm.intranet.mckinsey.com/capacity-home&quot;,&quot;linkText&quot;:&quot;Learn more&quot;,&quot;longDescription&quot;:&quot;Start times are delayed due to a technical issue that is now resolved. While we work to restore normal services levels, please contact the Service Desk if you have a client-critical request.&quot;,&quot;shortDescription&quot;:&quot;Due to Firm Values Day on June 19, plan for 24+ hour start times and longer-than-usual response times.&quot;,&quot;showOnAddin&quot;:1,&quot;source&quot;:&quot;noncs-web-addin&quot;,&quot;updatedAt&quot;:{},&quot;webAddinAnnouncementText&quot;:{&quot;body&quot;:&quot;Due to Firm Values Day on June 19, plan for 24+ hour start times and longer-than-usual response times.&quot;,&quot;heading&quot;:&quot;VG&amp;Media Capacity Alert&quot;,&quot;primaryAction&quot;:{&quot;label&quot;:&quot;Learn more&quot;,&quot;url&quot;:&quot;https://vgm.intranet.mckinsey.com/capacity-home&quot;},&quot;secondaryAction&quot;:{&quot;label&quot;:&quot;&quot;,&quot;url&quot;:&quot;&quot;},&quot;style&quot;:&quot;warning&quot;}},&quot;chargeCode&quot;:&quot;valid&quot;,&quot;chargeCodeRegistered&quot;:true,&quot;critical&quot;:0,&quot;csProjectId&quot;:1003839731,&quot;eligibleForPlus&quot;:false,&quot;featureFlag&quot;:{&quot;blockRequestsEnabled&quot;:false,&quot;overnightDeliveryEnabled&quot;:false,&quot;searchOfferingEnabled&quot;:false},&quot;forecast_value&quot;:&quot;Usual&quot;,&quot;formType&quot;:&quot;unregistered&quot;,&quot;inScope&quot;:true,&quot;is_mandate&quot;:1,&quot;isBoxDisabled&quot;:false,&quot;isCTEEnabled&quot;:false,&quot;lane&quot;:&quot;Global&quot;,&quot;mandate_date&quot;:&quot;2026-03-16&quot;,&quot;maxStartTime&quot;:480,&quot;message&quot;:&quot;&quot;,&quot;outSourced&quot;:true,&quot;platform&quot;:&quot;GW&quot;,&quot;projectType&quot;:&quot;Client&quot;,&quot;showInternal&quot;:false,&quot;study_end_date&quot;:&quot;2026-11-13&quot;,&quot;subLane&quot;:&quot;&quot;,&quot;teamMembers&quot;:[{&quot;end_date&quot;:&quot;2026-06-30&quot;,&quot;fmno&quot;:324387,&quot;start_date&quot;:&quot;2026-02-01&quot;},{&quot;end_date&quot;:&quot;2026-08-07&quot;,&quot;fmno&quot;:343901,&quot;start_date&quot;:&quot;2026-04-27&quot;}],&quot;token_admin&quot;:&quot;Kadir Berk Cakir&quot;,&quot;tokenInfo&quot;:{&quot;allocated&quot;:16,&quot;autoNegotiation&quot;:0,&quot;autoNegotiationAvailCount&quot;:0,&quot;available&quot;:16,&quot;buffer&quot;:80,&quot;eligibleForNegotiation&quot;:true,&quot;escalationCount&quot;:0,&quot;forecast_value&quot;:&quot;Usual&quot;,&quot;manualNegotiation&quot;:0,&quot;manualNegotiationAvailCount&quot;:0,&quot;minimumTokenValue&quot;:30,&quot;negotiated&quot;:0,&quot;spent&quot;:0,&quot;study_end_date&quot;:&quot;2026-11-13&quot;,&quot;teamMembers&quot;:[],&quot;token_admin&quot;:null},&quot;userRegistered&quot;:true,&quot;code&quot;:&quot;2088JZ01&quot;,&quot;updatedAt&quot;:&quot;2026-06-17T22:03:30.434Z&quot;}}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CCDEDDE5-A80F-4000-B107-6FB09A38E98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c00b6de-a000-4985-a99d-0580ff03f62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60b96f5-0798-44cd-a449-910e1f571c60">JNPFHS4YFQKA-662903222-25583</_dlc_DocId>
    <_dlc_DocIdUrl xmlns="360b96f5-0798-44cd-a449-910e1f571c60">
      <Url>https://mckinsey.sharepoint.com/sites/spe-int-1fkf7xb6xwq0rq/_layouts/15/DocIdRedir.aspx?ID=JNPFHS4YFQKA-662903222-25583</Url>
      <Description>JNPFHS4YFQKA-662903222-25583</Description>
    </_dlc_DocIdUrl>
    <lcf76f155ced4ddcb4097134ff3c332f xmlns="a30c2615-e6ee-419c-b51f-547e2dc52105">
      <Terms xmlns="http://schemas.microsoft.com/office/infopath/2007/PartnerControls"/>
    </lcf76f155ced4ddcb4097134ff3c332f>
    <TaxCatchAll xmlns="360b96f5-0798-44cd-a449-910e1f571c6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BE56D8D9282A48BDF00275E88ADAB6" ma:contentTypeVersion="13" ma:contentTypeDescription="Create a new document." ma:contentTypeScope="" ma:versionID="eceb09b52cc939cb007a5856c2d7cfc2">
  <xsd:schema xmlns:xsd="http://www.w3.org/2001/XMLSchema" xmlns:xs="http://www.w3.org/2001/XMLSchema" xmlns:p="http://schemas.microsoft.com/office/2006/metadata/properties" xmlns:ns2="360b96f5-0798-44cd-a449-910e1f571c60" xmlns:ns3="a30c2615-e6ee-419c-b51f-547e2dc52105" targetNamespace="http://schemas.microsoft.com/office/2006/metadata/properties" ma:root="true" ma:fieldsID="40db8ea44158f6562026f77178b4a578" ns2:_="" ns3:_="">
    <xsd:import namespace="360b96f5-0798-44cd-a449-910e1f571c60"/>
    <xsd:import namespace="a30c2615-e6ee-419c-b51f-547e2dc5210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BillingMetadata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b96f5-0798-44cd-a449-910e1f571c6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9" nillable="true" ma:displayName="Taxonomy Catch All Column" ma:hidden="true" ma:list="{14599d19-f6b3-4266-a284-b9c84d490afe}" ma:internalName="TaxCatchAll" ma:showField="CatchAllData" ma:web="360b96f5-0798-44cd-a449-910e1f571c6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0c2615-e6ee-419c-b51f-547e2dc521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91F5CCB3-C396-4DE2-9FB3-96518FFD5FED}">
  <ds:schemaRefs>
    <ds:schemaRef ds:uri="360b96f5-0798-44cd-a449-910e1f571c60"/>
    <ds:schemaRef ds:uri="a30c2615-e6ee-419c-b51f-547e2dc521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B44FD01-6B6E-4966-B24B-F890E71329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b96f5-0798-44cd-a449-910e1f571c60"/>
    <ds:schemaRef ds:uri="a30c2615-e6ee-419c-b51f-547e2dc521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14045A-A9D2-430D-97C7-592E529A725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79BCD87-0F55-41CA-BD79-AC84A135807F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4653YN01_CF_16x9_ENG_V1</Template>
  <TotalTime>1325</TotalTime>
  <Words>907</Words>
  <Application>Microsoft Office PowerPoint</Application>
  <PresentationFormat>Widescreen</PresentationFormat>
  <Paragraphs>218</Paragraphs>
  <Slides>17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Segoe UI</vt:lpstr>
      <vt:lpstr>Wingdings</vt:lpstr>
      <vt:lpstr>Georgia</vt:lpstr>
      <vt:lpstr>3_White</vt:lpstr>
      <vt:lpstr>think-cell Slide</vt:lpstr>
      <vt:lpstr>AI Champions Program Progress Update</vt:lpstr>
      <vt:lpstr>Today's agenda</vt:lpstr>
      <vt:lpstr>Recap: 3 solutions in one connected workflow on a single AI platform </vt:lpstr>
      <vt:lpstr>AI Champions Program Action Plan </vt:lpstr>
      <vt:lpstr>Today's agenda</vt:lpstr>
      <vt:lpstr>Switch to the unified BoQ and master data search view</vt:lpstr>
      <vt:lpstr>As next step, we plan to scale the solution to next categories while PRE teams continue to review MEP mapping and forecasts</vt:lpstr>
      <vt:lpstr>Today's agenda</vt:lpstr>
      <vt:lpstr>CAPEX estimation solution will generate bottom-up forecasts in  3 different detail levels across the development lifecycle</vt:lpstr>
      <vt:lpstr>Switch to the Technical Design CAPEX forecast view</vt:lpstr>
      <vt:lpstr>Switch to the Project Brief workflow view</vt:lpstr>
      <vt:lpstr>Today's agenda</vt:lpstr>
      <vt:lpstr>Switch to the construction control tower view</vt:lpstr>
      <vt:lpstr>Today's agenda</vt:lpstr>
      <vt:lpstr>Next steps to end-August</vt:lpstr>
      <vt:lpstr>PowerPoint Presentation</vt:lpstr>
      <vt:lpstr>AI Champions Program Action Plan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Sarp_Ersoy@mckinsey.com</dc:creator>
  <cp:keywords/>
  <dc:description/>
  <cp:lastModifiedBy>Sabina Isayeva</cp:lastModifiedBy>
  <cp:revision>4</cp:revision>
  <dcterms:created xsi:type="dcterms:W3CDTF">2025-04-15T04:58:43Z</dcterms:created>
  <dcterms:modified xsi:type="dcterms:W3CDTF">2026-09-10T18:42:58Z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LastEdited">
    <vt:lpwstr>2021-09-23 06:12 PM</vt:lpwstr>
  </property>
  <property fmtid="{D5CDD505-2E9C-101B-9397-08002B2CF9AE}" pid="3" name="ContentTypeId">
    <vt:lpwstr>0x010100CDBE56D8D9282A48BDF00275E88ADAB6</vt:lpwstr>
  </property>
  <property fmtid="{D5CDD505-2E9C-101B-9397-08002B2CF9AE}" pid="4" name="DataSource">
    <vt:lpwstr>2;#Internal|0b10eabc-00d3-4553-8252-f6efa1cda259</vt:lpwstr>
  </property>
  <property fmtid="{D5CDD505-2E9C-101B-9397-08002B2CF9AE}" pid="5" name="SourceSystem">
    <vt:lpwstr>1;#SPE|e1155322-03d8-4904-a51c-d7d7cbd8ca84</vt:lpwstr>
  </property>
  <property fmtid="{D5CDD505-2E9C-101B-9397-08002B2CF9AE}" pid="6" name="MSIP_Label_83303d7c-e5a3-4cc8-90eb-69bfd7570ac4_Enabled">
    <vt:lpwstr>True</vt:lpwstr>
  </property>
  <property fmtid="{D5CDD505-2E9C-101B-9397-08002B2CF9AE}" pid="7" name="MSIP_Label_83303d7c-e5a3-4cc8-90eb-69bfd7570ac4_SiteId">
    <vt:lpwstr>cc8936bc-9382-4fff-87cb-6f55999549e7</vt:lpwstr>
  </property>
  <property fmtid="{D5CDD505-2E9C-101B-9397-08002B2CF9AE}" pid="8" name="MSIP_Label_83303d7c-e5a3-4cc8-90eb-69bfd7570ac4_SetDate">
    <vt:lpwstr>2025-09-10T09:33:09Z</vt:lpwstr>
  </property>
  <property fmtid="{D5CDD505-2E9C-101B-9397-08002B2CF9AE}" pid="9" name="MSIP_Label_83303d7c-e5a3-4cc8-90eb-69bfd7570ac4_Name">
    <vt:lpwstr>Client Confidential</vt:lpwstr>
  </property>
  <property fmtid="{D5CDD505-2E9C-101B-9397-08002B2CF9AE}" pid="10" name="MSIP_Label_83303d7c-e5a3-4cc8-90eb-69bfd7570ac4_ActionId">
    <vt:lpwstr>42c3de9b-d2c9-4368-953b-38f3e37218a5</vt:lpwstr>
  </property>
  <property fmtid="{D5CDD505-2E9C-101B-9397-08002B2CF9AE}" pid="11" name="MSIP_Label_83303d7c-e5a3-4cc8-90eb-69bfd7570ac4_Removed">
    <vt:lpwstr>False</vt:lpwstr>
  </property>
  <property fmtid="{D5CDD505-2E9C-101B-9397-08002B2CF9AE}" pid="12" name="MSIP_Label_83303d7c-e5a3-4cc8-90eb-69bfd7570ac4_Extended_MSFT_Method">
    <vt:lpwstr>Standard</vt:lpwstr>
  </property>
  <property fmtid="{D5CDD505-2E9C-101B-9397-08002B2CF9AE}" pid="13" name="Sensitivity">
    <vt:lpwstr>Client Confidential</vt:lpwstr>
  </property>
  <property fmtid="{D5CDD505-2E9C-101B-9397-08002B2CF9AE}" pid="14" name="Order">
    <vt:r8>1463800</vt:r8>
  </property>
  <property fmtid="{D5CDD505-2E9C-101B-9397-08002B2CF9AE}" pid="15" name="ComplianceAssetId">
    <vt:lpwstr/>
  </property>
  <property fmtid="{D5CDD505-2E9C-101B-9397-08002B2CF9AE}" pid="16" name="_ExtendedDescription">
    <vt:lpwstr/>
  </property>
  <property fmtid="{D5CDD505-2E9C-101B-9397-08002B2CF9AE}" pid="17" name="TriggerFlowInfo">
    <vt:lpwstr/>
  </property>
  <property fmtid="{D5CDD505-2E9C-101B-9397-08002B2CF9AE}" pid="18" name="MediaServiceImageTags">
    <vt:lpwstr/>
  </property>
  <property fmtid="{D5CDD505-2E9C-101B-9397-08002B2CF9AE}" pid="19" name="_dlc_DocIdItemGuid">
    <vt:lpwstr>d4282269-6af8-42c6-878b-5cd8206fad7e</vt:lpwstr>
  </property>
</Properties>
</file>